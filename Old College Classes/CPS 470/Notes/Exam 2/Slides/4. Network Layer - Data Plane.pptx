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removePersonalInfoOnSave="1" saveSubsetFonts="1" autoCompressPictures="0">
  <p:sldMasterIdLst>
    <p:sldMasterId id="2147483648" r:id="rId1"/>
  </p:sldMasterIdLst>
  <p:notesMasterIdLst>
    <p:notesMasterId r:id="rId112"/>
  </p:notesMasterIdLst>
  <p:sldIdLst>
    <p:sldId id="960" r:id="rId2"/>
    <p:sldId id="1129" r:id="rId3"/>
    <p:sldId id="964" r:id="rId4"/>
    <p:sldId id="1047" r:id="rId5"/>
    <p:sldId id="1048" r:id="rId6"/>
    <p:sldId id="1049" r:id="rId7"/>
    <p:sldId id="1051" r:id="rId8"/>
    <p:sldId id="1050" r:id="rId9"/>
    <p:sldId id="1052" r:id="rId10"/>
    <p:sldId id="1196" r:id="rId11"/>
    <p:sldId id="1198" r:id="rId12"/>
    <p:sldId id="1054" r:id="rId13"/>
    <p:sldId id="1055" r:id="rId14"/>
    <p:sldId id="1057" r:id="rId15"/>
    <p:sldId id="1058" r:id="rId16"/>
    <p:sldId id="1195" r:id="rId17"/>
    <p:sldId id="1199" r:id="rId18"/>
    <p:sldId id="1200" r:id="rId19"/>
    <p:sldId id="1201" r:id="rId20"/>
    <p:sldId id="1202" r:id="rId21"/>
    <p:sldId id="1061" r:id="rId22"/>
    <p:sldId id="1066" r:id="rId23"/>
    <p:sldId id="1062" r:id="rId24"/>
    <p:sldId id="1068" r:id="rId25"/>
    <p:sldId id="1069" r:id="rId26"/>
    <p:sldId id="1070" r:id="rId27"/>
    <p:sldId id="1071" r:id="rId28"/>
    <p:sldId id="1072" r:id="rId29"/>
    <p:sldId id="1204" r:id="rId30"/>
    <p:sldId id="1073" r:id="rId31"/>
    <p:sldId id="1074" r:id="rId32"/>
    <p:sldId id="1205" r:id="rId33"/>
    <p:sldId id="277" r:id="rId34"/>
    <p:sldId id="1128" r:id="rId35"/>
    <p:sldId id="258" r:id="rId36"/>
    <p:sldId id="1076" r:id="rId37"/>
    <p:sldId id="1077" r:id="rId38"/>
    <p:sldId id="1078" r:id="rId39"/>
    <p:sldId id="1079" r:id="rId40"/>
    <p:sldId id="1080" r:id="rId41"/>
    <p:sldId id="1081" r:id="rId42"/>
    <p:sldId id="1213" r:id="rId43"/>
    <p:sldId id="1082" r:id="rId44"/>
    <p:sldId id="1083" r:id="rId45"/>
    <p:sldId id="1226" r:id="rId46"/>
    <p:sldId id="1227" r:id="rId47"/>
    <p:sldId id="1224" r:id="rId48"/>
    <p:sldId id="1225" r:id="rId49"/>
    <p:sldId id="610" r:id="rId50"/>
    <p:sldId id="1228" r:id="rId51"/>
    <p:sldId id="613" r:id="rId52"/>
    <p:sldId id="1229" r:id="rId53"/>
    <p:sldId id="614" r:id="rId54"/>
    <p:sldId id="617" r:id="rId55"/>
    <p:sldId id="618" r:id="rId56"/>
    <p:sldId id="619" r:id="rId57"/>
    <p:sldId id="620" r:id="rId58"/>
    <p:sldId id="621" r:id="rId59"/>
    <p:sldId id="622" r:id="rId60"/>
    <p:sldId id="1230" r:id="rId61"/>
    <p:sldId id="1231" r:id="rId62"/>
    <p:sldId id="623" r:id="rId63"/>
    <p:sldId id="1095" r:id="rId64"/>
    <p:sldId id="1096" r:id="rId65"/>
    <p:sldId id="1098" r:id="rId66"/>
    <p:sldId id="1214" r:id="rId67"/>
    <p:sldId id="1087" r:id="rId68"/>
    <p:sldId id="1088" r:id="rId69"/>
    <p:sldId id="1089" r:id="rId70"/>
    <p:sldId id="1090" r:id="rId71"/>
    <p:sldId id="1091" r:id="rId72"/>
    <p:sldId id="1232" r:id="rId73"/>
    <p:sldId id="1093" r:id="rId74"/>
    <p:sldId id="1092" r:id="rId75"/>
    <p:sldId id="1097" r:id="rId76"/>
    <p:sldId id="1104" r:id="rId77"/>
    <p:sldId id="1099" r:id="rId78"/>
    <p:sldId id="1100" r:id="rId79"/>
    <p:sldId id="1102" r:id="rId80"/>
    <p:sldId id="1101" r:id="rId81"/>
    <p:sldId id="1103" r:id="rId82"/>
    <p:sldId id="1105" r:id="rId83"/>
    <p:sldId id="1107" r:id="rId84"/>
    <p:sldId id="1108" r:id="rId85"/>
    <p:sldId id="1109" r:id="rId86"/>
    <p:sldId id="1218" r:id="rId87"/>
    <p:sldId id="1216" r:id="rId88"/>
    <p:sldId id="1110" r:id="rId89"/>
    <p:sldId id="1219" r:id="rId90"/>
    <p:sldId id="1111" r:id="rId91"/>
    <p:sldId id="1112" r:id="rId92"/>
    <p:sldId id="1113" r:id="rId93"/>
    <p:sldId id="1114" r:id="rId94"/>
    <p:sldId id="1115" r:id="rId95"/>
    <p:sldId id="1116" r:id="rId96"/>
    <p:sldId id="1117" r:id="rId97"/>
    <p:sldId id="1118" r:id="rId98"/>
    <p:sldId id="1194" r:id="rId99"/>
    <p:sldId id="1119" r:id="rId100"/>
    <p:sldId id="1192" r:id="rId101"/>
    <p:sldId id="1220" r:id="rId102"/>
    <p:sldId id="1120" r:id="rId103"/>
    <p:sldId id="1121" r:id="rId104"/>
    <p:sldId id="1221" r:id="rId105"/>
    <p:sldId id="1125" r:id="rId106"/>
    <p:sldId id="1122" r:id="rId107"/>
    <p:sldId id="1223" r:id="rId108"/>
    <p:sldId id="1127" r:id="rId109"/>
    <p:sldId id="1123" r:id="rId110"/>
    <p:sldId id="1222" r:id="rId11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10F90"/>
    <a:srgbClr val="0000A8"/>
    <a:srgbClr val="B5E7FF"/>
    <a:srgbClr val="A2C1FF"/>
    <a:srgbClr val="8FAADC"/>
    <a:srgbClr val="E40000"/>
    <a:srgbClr val="FFB3D3"/>
    <a:srgbClr val="0000A3"/>
    <a:srgbClr val="9CE0FA"/>
    <a:srgbClr val="3C6C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31348"/>
    <p:restoredTop sz="74749" autoAdjust="0"/>
  </p:normalViewPr>
  <p:slideViewPr>
    <p:cSldViewPr snapToGrid="0" snapToObjects="1">
      <p:cViewPr varScale="1">
        <p:scale>
          <a:sx n="68" d="100"/>
          <a:sy n="68" d="100"/>
        </p:scale>
        <p:origin x="1410" y="288"/>
      </p:cViewPr>
      <p:guideLst>
        <p:guide pos="1440"/>
        <p:guide orient="horz" pos="3528"/>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notesMaster" Target="notesMasters/notesMaster1.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presProps" Target="presProps.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viewProps" Target="viewProps.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theme" Target="theme/theme1.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tableStyles" Target="tableStyles.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3/5/2026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a:p>
        </p:txBody>
      </p:sp>
    </p:spTree>
    <p:extLst>
      <p:ext uri="{BB962C8B-B14F-4D97-AF65-F5344CB8AC3E}">
        <p14:creationId xmlns:p14="http://schemas.microsoft.com/office/powerpoint/2010/main" val="207452558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a:p>
        </p:txBody>
      </p:sp>
    </p:spTree>
    <p:extLst>
      <p:ext uri="{BB962C8B-B14F-4D97-AF65-F5344CB8AC3E}">
        <p14:creationId xmlns:p14="http://schemas.microsoft.com/office/powerpoint/2010/main" val="387659726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514612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49075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205333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162544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29612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290820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337488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862905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a:t>
            </a:fld>
            <a:endParaRPr lang="en-US"/>
          </a:p>
        </p:txBody>
      </p:sp>
    </p:spTree>
    <p:extLst>
      <p:ext uri="{BB962C8B-B14F-4D97-AF65-F5344CB8AC3E}">
        <p14:creationId xmlns:p14="http://schemas.microsoft.com/office/powerpoint/2010/main" val="282130660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6767222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91016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485815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59993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964343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40512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72057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35333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22623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519456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316951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133601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3954130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9588858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531496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67134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893223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3818815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567199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211714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396882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0937681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97114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36</a:t>
            </a:fld>
            <a:endParaRPr lang="en-US"/>
          </a:p>
        </p:txBody>
      </p:sp>
    </p:spTree>
    <p:extLst>
      <p:ext uri="{BB962C8B-B14F-4D97-AF65-F5344CB8AC3E}">
        <p14:creationId xmlns:p14="http://schemas.microsoft.com/office/powerpoint/2010/main" val="291036230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4BA713-3C4A-4E7F-660C-6019C46712A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9A5BE78-4503-1D43-089F-E63C66C8B40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29E435B-6774-596D-F812-58A9691EB6DB}"/>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A8593CF1-1977-7E4A-9568-EE723B4BF92A}"/>
              </a:ext>
            </a:extLst>
          </p:cNvPr>
          <p:cNvSpPr>
            <a:spLocks noGrp="1"/>
          </p:cNvSpPr>
          <p:nvPr>
            <p:ph type="sldNum" sz="quarter" idx="5"/>
          </p:nvPr>
        </p:nvSpPr>
        <p:spPr/>
        <p:txBody>
          <a:bodyPr/>
          <a:lstStyle/>
          <a:p>
            <a:fld id="{3D91EEAC-CFEF-9647-876F-EABC6B8338D7}" type="slidenum">
              <a:rPr lang="en-US" smtClean="0"/>
              <a:t>39</a:t>
            </a:fld>
            <a:endParaRPr lang="en-US"/>
          </a:p>
        </p:txBody>
      </p:sp>
    </p:spTree>
    <p:extLst>
      <p:ext uri="{BB962C8B-B14F-4D97-AF65-F5344CB8AC3E}">
        <p14:creationId xmlns:p14="http://schemas.microsoft.com/office/powerpoint/2010/main" val="14559900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BA4E4A-AE42-1C76-54D7-5EF1DE54BDD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EADCA12-ADB9-F4EE-1110-D3B444960582}"/>
              </a:ext>
            </a:extLst>
          </p:cNvPr>
          <p:cNvSpPr>
            <a:spLocks noGrp="1" noRot="1" noChangeAspect="1"/>
          </p:cNvSpPr>
          <p:nvPr>
            <p:ph type="sldImg"/>
          </p:nvPr>
        </p:nvSpPr>
        <p:spPr/>
      </p:sp>
      <mc:AlternateContent xmlns:mc="http://schemas.openxmlformats.org/markup-compatibility/2006" xmlns:a14="http://schemas.microsoft.com/office/drawing/2010/main">
        <mc:Choice Requires="a14">
          <p:sp>
            <p:nvSpPr>
              <p:cNvPr id="3" name="Notes Placeholder 2">
                <a:extLst>
                  <a:ext uri="{FF2B5EF4-FFF2-40B4-BE49-F238E27FC236}">
                    <a16:creationId xmlns:a16="http://schemas.microsoft.com/office/drawing/2014/main" id="{A4D5CC95-B2F3-003C-CBD8-D606DB4E85F9}"/>
                  </a:ext>
                </a:extLst>
              </p:cNvPr>
              <p:cNvSpPr>
                <a:spLocks noGrp="1"/>
              </p:cNvSpPr>
              <p:nvPr>
                <p:ph type="body" idx="1"/>
              </p:nvPr>
            </p:nvSpPr>
            <p:spPr/>
            <p:txBody>
              <a:bodyPr/>
              <a:lstStyle/>
              <a:p>
                <a:endParaRPr lang="en-US" dirty="0"/>
              </a:p>
            </p:txBody>
          </p:sp>
        </mc:Choice>
        <mc:Fallback xmlns="">
          <p:sp>
            <p:nvSpPr>
              <p:cNvPr id="3" name="Notes Placeholder 2">
                <a:extLst>
                  <a:ext uri="{FF2B5EF4-FFF2-40B4-BE49-F238E27FC236}">
                    <a16:creationId xmlns:a16="http://schemas.microsoft.com/office/drawing/2014/main" id="{A4D5CC95-B2F3-003C-CBD8-D606DB4E85F9}"/>
                  </a:ext>
                </a:extLst>
              </p:cNvPr>
              <p:cNvSpPr>
                <a:spLocks noGrp="1"/>
              </p:cNvSpPr>
              <p:nvPr>
                <p:ph type="body" idx="1"/>
              </p:nvPr>
            </p:nvSpPr>
            <p:spPr/>
            <p:txBody>
              <a:bodyPr/>
              <a:lstStyle/>
              <a:p>
                <a:r>
                  <a:rPr lang="en-US" b="1" dirty="0"/>
                  <a:t>🔎 What 4000 Represents</a:t>
                </a:r>
              </a:p>
              <a:p>
                <a:r>
                  <a:rPr lang="en-US" dirty="0"/>
                  <a:t>In IP, the </a:t>
                </a:r>
                <a:r>
                  <a:rPr lang="en-US" b="1" dirty="0"/>
                  <a:t>4000 bytes is the total datagram length</a:t>
                </a:r>
                <a:r>
                  <a:rPr lang="en-US" dirty="0"/>
                  <a:t>, which includes:</a:t>
                </a:r>
              </a:p>
              <a:p>
                <a:r>
                  <a:rPr lang="en-US" b="1" dirty="0"/>
                  <a:t>IP header (20 bytes)</a:t>
                </a:r>
                <a:endParaRPr lang="en-US" dirty="0"/>
              </a:p>
              <a:p>
                <a:r>
                  <a:rPr lang="en-US" b="1" dirty="0"/>
                  <a:t>Data (payload)</a:t>
                </a:r>
                <a:endParaRPr lang="en-US" dirty="0"/>
              </a:p>
              <a:p>
                <a:r>
                  <a:rPr lang="en-US" dirty="0"/>
                  <a:t>So:</a:t>
                </a:r>
              </a:p>
              <a:p>
                <a:r>
                  <a:rPr lang="en-US" sz="1200" i="0" kern="1200">
                    <a:solidFill>
                      <a:schemeClr val="tx1"/>
                    </a:solidFill>
                    <a:latin typeface="+mn-lt"/>
                    <a:ea typeface="+mn-ea"/>
                    <a:cs typeface="+mn-cs"/>
                  </a:rPr>
                  <a:t>4000=20</a:t>
                </a:r>
                <a:r>
                  <a:rPr lang="en-US" sz="1200" b="0" i="0" kern="1200">
                    <a:solidFill>
                      <a:schemeClr val="tx1"/>
                    </a:solidFill>
                    <a:latin typeface="Cambria Math" panose="02040503050406030204" pitchFamily="18" charset="0"/>
                    <a:ea typeface="+mn-ea"/>
                    <a:cs typeface="+mn-cs"/>
                  </a:rPr>
                  <a:t>" (header)</a:t>
                </a:r>
                <a:r>
                  <a:rPr lang="en-US" sz="1200" b="0" i="0" kern="1200">
                    <a:solidFill>
                      <a:schemeClr val="tx1"/>
                    </a:solidFill>
                    <a:latin typeface="+mn-lt"/>
                    <a:ea typeface="+mn-ea"/>
                    <a:cs typeface="+mn-cs"/>
                  </a:rPr>
                  <a:t>"+3980</a:t>
                </a:r>
                <a:r>
                  <a:rPr lang="en-US" sz="1200" b="0" i="0" kern="1200">
                    <a:solidFill>
                      <a:schemeClr val="tx1"/>
                    </a:solidFill>
                    <a:latin typeface="Cambria Math" panose="02040503050406030204" pitchFamily="18" charset="0"/>
                    <a:ea typeface="+mn-ea"/>
                    <a:cs typeface="+mn-cs"/>
                  </a:rPr>
                  <a:t>" (data)</a:t>
                </a:r>
                <a:r>
                  <a:rPr lang="en-US" sz="1200" b="0" i="0" kern="1200">
                    <a:solidFill>
                      <a:schemeClr val="tx1"/>
                    </a:solidFill>
                    <a:latin typeface="+mn-lt"/>
                    <a:ea typeface="+mn-ea"/>
                    <a:cs typeface="+mn-cs"/>
                  </a:rPr>
                  <a:t>"</a:t>
                </a:r>
                <a:endParaRPr lang="en-US" b="0" dirty="0"/>
              </a:p>
              <a:p>
                <a:endParaRPr lang="en-US" dirty="0"/>
              </a:p>
            </p:txBody>
          </p:sp>
        </mc:Fallback>
      </mc:AlternateContent>
      <p:sp>
        <p:nvSpPr>
          <p:cNvPr id="4" name="Slide Number Placeholder 3">
            <a:extLst>
              <a:ext uri="{FF2B5EF4-FFF2-40B4-BE49-F238E27FC236}">
                <a16:creationId xmlns:a16="http://schemas.microsoft.com/office/drawing/2014/main" id="{D786701C-2CC5-E65A-4710-33645E561E52}"/>
              </a:ext>
            </a:extLst>
          </p:cNvPr>
          <p:cNvSpPr>
            <a:spLocks noGrp="1"/>
          </p:cNvSpPr>
          <p:nvPr>
            <p:ph type="sldNum" sz="quarter" idx="5"/>
          </p:nvPr>
        </p:nvSpPr>
        <p:spPr/>
        <p:txBody>
          <a:bodyPr/>
          <a:lstStyle/>
          <a:p>
            <a:fld id="{3D91EEAC-CFEF-9647-876F-EABC6B8338D7}" type="slidenum">
              <a:rPr lang="en-US" smtClean="0"/>
              <a:t>40</a:t>
            </a:fld>
            <a:endParaRPr lang="en-US"/>
          </a:p>
        </p:txBody>
      </p:sp>
    </p:spTree>
    <p:extLst>
      <p:ext uri="{BB962C8B-B14F-4D97-AF65-F5344CB8AC3E}">
        <p14:creationId xmlns:p14="http://schemas.microsoft.com/office/powerpoint/2010/main" val="3440423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27876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144976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764984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606122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14FEE2-F1BD-F2AB-4A9D-8726029BF2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553C028-8513-CF8A-B127-0C55E3EBD32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A809271-E0D6-E1DF-C099-EC762E4CDA6B}"/>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5F37B9B0-A098-5182-63BB-8779E1555CE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1185692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2AE3E1-E1E5-076D-2ABC-FD4EBA1BDA9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2652464-606F-AE94-DDCA-3DBAEB3AD6D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F631B23-2437-0FC2-2F9A-3B17BE03217E}"/>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9F7B23B7-61D0-9831-6590-DB0A87E2007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706536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9899FC-8A06-7C79-3E12-0F7200BEE8D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0A480F9-6E6A-899F-62D1-5E4676C68E0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B6367E6-18B2-CA59-4C5E-E6089FADB0D9}"/>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E2740B37-99D5-8F9B-17BF-DD291496240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3056080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2320E8-F814-3BEC-2D87-C5BC410A41E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75495F9-B442-2650-F99E-8C5ACAD58B9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ABE7EC5-3356-5377-EDC2-CEAEC3649982}"/>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39281752-E9D5-AB67-B74A-55A6300EDB1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674730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4D59FD-A541-B3FD-2BBE-3CFCA6C62656}"/>
            </a:ext>
          </a:extLst>
        </p:cNvPr>
        <p:cNvGrpSpPr/>
        <p:nvPr/>
      </p:nvGrpSpPr>
      <p:grpSpPr>
        <a:xfrm>
          <a:off x="0" y="0"/>
          <a:ext cx="0" cy="0"/>
          <a:chOff x="0" y="0"/>
          <a:chExt cx="0" cy="0"/>
        </a:xfrm>
      </p:grpSpPr>
      <p:sp>
        <p:nvSpPr>
          <p:cNvPr id="197634" name="Rectangle 2">
            <a:extLst>
              <a:ext uri="{FF2B5EF4-FFF2-40B4-BE49-F238E27FC236}">
                <a16:creationId xmlns:a16="http://schemas.microsoft.com/office/drawing/2014/main" id="{E879A1E5-5EAF-7792-A761-852DEAC8731B}"/>
              </a:ext>
            </a:extLst>
          </p:cNvPr>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The University of Adelaide, School of Computer Science</a:t>
            </a:r>
          </a:p>
        </p:txBody>
      </p:sp>
      <p:sp>
        <p:nvSpPr>
          <p:cNvPr id="197635" name="Rectangle 3">
            <a:extLst>
              <a:ext uri="{FF2B5EF4-FFF2-40B4-BE49-F238E27FC236}">
                <a16:creationId xmlns:a16="http://schemas.microsoft.com/office/drawing/2014/main" id="{E78F29BE-E0B3-2772-724D-347F29DE4776}"/>
              </a:ext>
            </a:extLst>
          </p:cNvPr>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EC895126-C58F-44B4-A536-4DE1EC05D659}" type="datetime3">
              <a:rPr lang="en-US" altLang="en-US" sz="1300" smtClean="0">
                <a:latin typeface="Times New Roman" panose="02020603050405020304" pitchFamily="18" charset="0"/>
              </a:rPr>
              <a:pPr/>
              <a:t>5 March 2026</a:t>
            </a:fld>
            <a:endParaRPr lang="en-US" altLang="en-US" sz="1300">
              <a:latin typeface="Times New Roman" panose="02020603050405020304" pitchFamily="18" charset="0"/>
            </a:endParaRPr>
          </a:p>
        </p:txBody>
      </p:sp>
      <p:sp>
        <p:nvSpPr>
          <p:cNvPr id="197636" name="Rectangle 6">
            <a:extLst>
              <a:ext uri="{FF2B5EF4-FFF2-40B4-BE49-F238E27FC236}">
                <a16:creationId xmlns:a16="http://schemas.microsoft.com/office/drawing/2014/main" id="{B50A156D-371B-F056-E440-01AC44E89369}"/>
              </a:ext>
            </a:extLst>
          </p:cNvPr>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Chapter 2 — Instructions: Language of the Computer</a:t>
            </a:r>
          </a:p>
        </p:txBody>
      </p:sp>
      <p:sp>
        <p:nvSpPr>
          <p:cNvPr id="197637" name="Rectangle 7">
            <a:extLst>
              <a:ext uri="{FF2B5EF4-FFF2-40B4-BE49-F238E27FC236}">
                <a16:creationId xmlns:a16="http://schemas.microsoft.com/office/drawing/2014/main" id="{FB62B4B4-23FF-DD7E-523E-36AC1AF40C3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87723890-EA92-4829-AE16-F2D8DAF7170A}" type="slidenum">
              <a:rPr lang="en-US" altLang="en-US" sz="1300">
                <a:latin typeface="Times New Roman" panose="02020603050405020304" pitchFamily="18" charset="0"/>
              </a:rPr>
              <a:pPr/>
              <a:t>49</a:t>
            </a:fld>
            <a:endParaRPr lang="en-US" altLang="en-US" sz="1300">
              <a:latin typeface="Times New Roman" panose="02020603050405020304" pitchFamily="18" charset="0"/>
            </a:endParaRPr>
          </a:p>
        </p:txBody>
      </p:sp>
      <p:sp>
        <p:nvSpPr>
          <p:cNvPr id="197638" name="Rectangle 2">
            <a:extLst>
              <a:ext uri="{FF2B5EF4-FFF2-40B4-BE49-F238E27FC236}">
                <a16:creationId xmlns:a16="http://schemas.microsoft.com/office/drawing/2014/main" id="{AD333778-86B9-1BB0-E5D1-FA0D900E235D}"/>
              </a:ext>
            </a:extLst>
          </p:cNvPr>
          <p:cNvSpPr>
            <a:spLocks noGrp="1" noRot="1" noChangeAspect="1" noChangeArrowheads="1" noTextEdit="1"/>
          </p:cNvSpPr>
          <p:nvPr>
            <p:ph type="sldImg"/>
          </p:nvPr>
        </p:nvSpPr>
        <p:spPr>
          <a:ln/>
        </p:spPr>
      </p:sp>
      <p:sp>
        <p:nvSpPr>
          <p:cNvPr id="197639" name="Rectangle 3">
            <a:extLst>
              <a:ext uri="{FF2B5EF4-FFF2-40B4-BE49-F238E27FC236}">
                <a16:creationId xmlns:a16="http://schemas.microsoft.com/office/drawing/2014/main" id="{934788C4-E27B-88BA-C062-1370E556911F}"/>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AU" altLang="en-US" dirty="0"/>
          </a:p>
        </p:txBody>
      </p:sp>
    </p:spTree>
    <p:extLst>
      <p:ext uri="{BB962C8B-B14F-4D97-AF65-F5344CB8AC3E}">
        <p14:creationId xmlns:p14="http://schemas.microsoft.com/office/powerpoint/2010/main" val="336006384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8EE09C-AE39-FC45-93AE-0F82EF3128C2}"/>
            </a:ext>
          </a:extLst>
        </p:cNvPr>
        <p:cNvGrpSpPr/>
        <p:nvPr/>
      </p:nvGrpSpPr>
      <p:grpSpPr>
        <a:xfrm>
          <a:off x="0" y="0"/>
          <a:ext cx="0" cy="0"/>
          <a:chOff x="0" y="0"/>
          <a:chExt cx="0" cy="0"/>
        </a:xfrm>
      </p:grpSpPr>
      <p:sp>
        <p:nvSpPr>
          <p:cNvPr id="197634" name="Rectangle 2">
            <a:extLst>
              <a:ext uri="{FF2B5EF4-FFF2-40B4-BE49-F238E27FC236}">
                <a16:creationId xmlns:a16="http://schemas.microsoft.com/office/drawing/2014/main" id="{C077A023-3FBF-E7CE-9452-97F93C96BFB3}"/>
              </a:ext>
            </a:extLst>
          </p:cNvPr>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The University of Adelaide, School of Computer Science</a:t>
            </a:r>
          </a:p>
        </p:txBody>
      </p:sp>
      <p:sp>
        <p:nvSpPr>
          <p:cNvPr id="197635" name="Rectangle 3">
            <a:extLst>
              <a:ext uri="{FF2B5EF4-FFF2-40B4-BE49-F238E27FC236}">
                <a16:creationId xmlns:a16="http://schemas.microsoft.com/office/drawing/2014/main" id="{141F9E09-7CBB-F5D8-37A1-D084D37CFFD9}"/>
              </a:ext>
            </a:extLst>
          </p:cNvPr>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EC895126-C58F-44B4-A536-4DE1EC05D659}" type="datetime3">
              <a:rPr lang="en-US" altLang="en-US" sz="1300" smtClean="0">
                <a:latin typeface="Times New Roman" panose="02020603050405020304" pitchFamily="18" charset="0"/>
              </a:rPr>
              <a:pPr/>
              <a:t>5 March 2026</a:t>
            </a:fld>
            <a:endParaRPr lang="en-US" altLang="en-US" sz="1300">
              <a:latin typeface="Times New Roman" panose="02020603050405020304" pitchFamily="18" charset="0"/>
            </a:endParaRPr>
          </a:p>
        </p:txBody>
      </p:sp>
      <p:sp>
        <p:nvSpPr>
          <p:cNvPr id="197636" name="Rectangle 6">
            <a:extLst>
              <a:ext uri="{FF2B5EF4-FFF2-40B4-BE49-F238E27FC236}">
                <a16:creationId xmlns:a16="http://schemas.microsoft.com/office/drawing/2014/main" id="{4A903080-9F0E-7B14-2357-32D88F015AA2}"/>
              </a:ext>
            </a:extLst>
          </p:cNvPr>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Chapter 2 — Instructions: Language of the Computer</a:t>
            </a:r>
          </a:p>
        </p:txBody>
      </p:sp>
      <p:sp>
        <p:nvSpPr>
          <p:cNvPr id="197637" name="Rectangle 7">
            <a:extLst>
              <a:ext uri="{FF2B5EF4-FFF2-40B4-BE49-F238E27FC236}">
                <a16:creationId xmlns:a16="http://schemas.microsoft.com/office/drawing/2014/main" id="{7D61481B-1A24-EED2-5477-7C7C25E0BEA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87723890-EA92-4829-AE16-F2D8DAF7170A}" type="slidenum">
              <a:rPr lang="en-US" altLang="en-US" sz="1300">
                <a:latin typeface="Times New Roman" panose="02020603050405020304" pitchFamily="18" charset="0"/>
              </a:rPr>
              <a:pPr/>
              <a:t>50</a:t>
            </a:fld>
            <a:endParaRPr lang="en-US" altLang="en-US" sz="1300">
              <a:latin typeface="Times New Roman" panose="02020603050405020304" pitchFamily="18" charset="0"/>
            </a:endParaRPr>
          </a:p>
        </p:txBody>
      </p:sp>
      <p:sp>
        <p:nvSpPr>
          <p:cNvPr id="197638" name="Rectangle 2">
            <a:extLst>
              <a:ext uri="{FF2B5EF4-FFF2-40B4-BE49-F238E27FC236}">
                <a16:creationId xmlns:a16="http://schemas.microsoft.com/office/drawing/2014/main" id="{DC4271EF-CEC8-2AD4-F303-EB3CFF6E96E1}"/>
              </a:ext>
            </a:extLst>
          </p:cNvPr>
          <p:cNvSpPr>
            <a:spLocks noGrp="1" noRot="1" noChangeAspect="1" noChangeArrowheads="1" noTextEdit="1"/>
          </p:cNvSpPr>
          <p:nvPr>
            <p:ph type="sldImg"/>
          </p:nvPr>
        </p:nvSpPr>
        <p:spPr>
          <a:ln/>
        </p:spPr>
      </p:sp>
      <p:sp>
        <p:nvSpPr>
          <p:cNvPr id="197639" name="Rectangle 3">
            <a:extLst>
              <a:ext uri="{FF2B5EF4-FFF2-40B4-BE49-F238E27FC236}">
                <a16:creationId xmlns:a16="http://schemas.microsoft.com/office/drawing/2014/main" id="{9E1C74E5-6FA5-52D1-EC8D-B36960BB3F3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AU" altLang="en-US" dirty="0"/>
          </a:p>
        </p:txBody>
      </p:sp>
    </p:spTree>
    <p:extLst>
      <p:ext uri="{BB962C8B-B14F-4D97-AF65-F5344CB8AC3E}">
        <p14:creationId xmlns:p14="http://schemas.microsoft.com/office/powerpoint/2010/main" val="28633122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4AA279-9187-7C8F-D2A5-C5E157ADE831}"/>
            </a:ext>
          </a:extLst>
        </p:cNvPr>
        <p:cNvGrpSpPr/>
        <p:nvPr/>
      </p:nvGrpSpPr>
      <p:grpSpPr>
        <a:xfrm>
          <a:off x="0" y="0"/>
          <a:ext cx="0" cy="0"/>
          <a:chOff x="0" y="0"/>
          <a:chExt cx="0" cy="0"/>
        </a:xfrm>
      </p:grpSpPr>
      <p:sp>
        <p:nvSpPr>
          <p:cNvPr id="200706" name="Rectangle 2">
            <a:extLst>
              <a:ext uri="{FF2B5EF4-FFF2-40B4-BE49-F238E27FC236}">
                <a16:creationId xmlns:a16="http://schemas.microsoft.com/office/drawing/2014/main" id="{EDE36FA7-0A6D-69D5-FDD1-84D2DDCAFCF6}"/>
              </a:ext>
            </a:extLst>
          </p:cNvPr>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The University of Adelaide, School of Computer Science</a:t>
            </a:r>
          </a:p>
        </p:txBody>
      </p:sp>
      <p:sp>
        <p:nvSpPr>
          <p:cNvPr id="200707" name="Rectangle 3">
            <a:extLst>
              <a:ext uri="{FF2B5EF4-FFF2-40B4-BE49-F238E27FC236}">
                <a16:creationId xmlns:a16="http://schemas.microsoft.com/office/drawing/2014/main" id="{43BB7B90-CFA9-9ACB-16E9-327EE5F5C3AE}"/>
              </a:ext>
            </a:extLst>
          </p:cNvPr>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A8BBB38E-7D98-4F6F-AEC4-A49EC3206B76}" type="datetime3">
              <a:rPr lang="en-US" altLang="en-US" sz="1300" smtClean="0">
                <a:latin typeface="Times New Roman" panose="02020603050405020304" pitchFamily="18" charset="0"/>
              </a:rPr>
              <a:pPr/>
              <a:t>5 March 2026</a:t>
            </a:fld>
            <a:endParaRPr lang="en-US" altLang="en-US" sz="1300">
              <a:latin typeface="Times New Roman" panose="02020603050405020304" pitchFamily="18" charset="0"/>
            </a:endParaRPr>
          </a:p>
        </p:txBody>
      </p:sp>
      <p:sp>
        <p:nvSpPr>
          <p:cNvPr id="200708" name="Rectangle 6">
            <a:extLst>
              <a:ext uri="{FF2B5EF4-FFF2-40B4-BE49-F238E27FC236}">
                <a16:creationId xmlns:a16="http://schemas.microsoft.com/office/drawing/2014/main" id="{1DB3322B-2EA1-EEA1-95AB-14335775DB4B}"/>
              </a:ext>
            </a:extLst>
          </p:cNvPr>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Chapter 2 — Instructions: Language of the Computer</a:t>
            </a:r>
          </a:p>
        </p:txBody>
      </p:sp>
      <p:sp>
        <p:nvSpPr>
          <p:cNvPr id="200709" name="Rectangle 7">
            <a:extLst>
              <a:ext uri="{FF2B5EF4-FFF2-40B4-BE49-F238E27FC236}">
                <a16:creationId xmlns:a16="http://schemas.microsoft.com/office/drawing/2014/main" id="{19147E93-3A3D-F88E-E9E1-4B0911CF793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996C79F4-4562-40FB-A99E-456F7767F650}" type="slidenum">
              <a:rPr lang="en-US" altLang="en-US" sz="1300">
                <a:latin typeface="Times New Roman" panose="02020603050405020304" pitchFamily="18" charset="0"/>
              </a:rPr>
              <a:pPr/>
              <a:t>51</a:t>
            </a:fld>
            <a:endParaRPr lang="en-US" altLang="en-US" sz="1300">
              <a:latin typeface="Times New Roman" panose="02020603050405020304" pitchFamily="18" charset="0"/>
            </a:endParaRPr>
          </a:p>
        </p:txBody>
      </p:sp>
      <p:sp>
        <p:nvSpPr>
          <p:cNvPr id="200710" name="Rectangle 2">
            <a:extLst>
              <a:ext uri="{FF2B5EF4-FFF2-40B4-BE49-F238E27FC236}">
                <a16:creationId xmlns:a16="http://schemas.microsoft.com/office/drawing/2014/main" id="{1E51E556-9E0B-7AD3-6795-D59F6E02FFB7}"/>
              </a:ext>
            </a:extLst>
          </p:cNvPr>
          <p:cNvSpPr>
            <a:spLocks noGrp="1" noRot="1" noChangeAspect="1" noChangeArrowheads="1" noTextEdit="1"/>
          </p:cNvSpPr>
          <p:nvPr>
            <p:ph type="sldImg"/>
          </p:nvPr>
        </p:nvSpPr>
        <p:spPr>
          <a:ln/>
        </p:spPr>
      </p:sp>
      <p:sp>
        <p:nvSpPr>
          <p:cNvPr id="200711" name="Rectangle 3">
            <a:extLst>
              <a:ext uri="{FF2B5EF4-FFF2-40B4-BE49-F238E27FC236}">
                <a16:creationId xmlns:a16="http://schemas.microsoft.com/office/drawing/2014/main" id="{98271542-F07D-12B7-3D28-0F80C889A54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AU" altLang="en-US" dirty="0"/>
          </a:p>
        </p:txBody>
      </p:sp>
    </p:spTree>
    <p:extLst>
      <p:ext uri="{BB962C8B-B14F-4D97-AF65-F5344CB8AC3E}">
        <p14:creationId xmlns:p14="http://schemas.microsoft.com/office/powerpoint/2010/main" val="59725487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81F5A2-9038-8A9A-FD1C-004FB353E915}"/>
            </a:ext>
          </a:extLst>
        </p:cNvPr>
        <p:cNvGrpSpPr/>
        <p:nvPr/>
      </p:nvGrpSpPr>
      <p:grpSpPr>
        <a:xfrm>
          <a:off x="0" y="0"/>
          <a:ext cx="0" cy="0"/>
          <a:chOff x="0" y="0"/>
          <a:chExt cx="0" cy="0"/>
        </a:xfrm>
      </p:grpSpPr>
      <p:sp>
        <p:nvSpPr>
          <p:cNvPr id="200706" name="Rectangle 2">
            <a:extLst>
              <a:ext uri="{FF2B5EF4-FFF2-40B4-BE49-F238E27FC236}">
                <a16:creationId xmlns:a16="http://schemas.microsoft.com/office/drawing/2014/main" id="{E9A45252-002B-C73E-F1D0-916DF5867159}"/>
              </a:ext>
            </a:extLst>
          </p:cNvPr>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The University of Adelaide, School of Computer Science</a:t>
            </a:r>
          </a:p>
        </p:txBody>
      </p:sp>
      <p:sp>
        <p:nvSpPr>
          <p:cNvPr id="200707" name="Rectangle 3">
            <a:extLst>
              <a:ext uri="{FF2B5EF4-FFF2-40B4-BE49-F238E27FC236}">
                <a16:creationId xmlns:a16="http://schemas.microsoft.com/office/drawing/2014/main" id="{EEB95AB5-732C-5E89-4E97-5163FB49F1CE}"/>
              </a:ext>
            </a:extLst>
          </p:cNvPr>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A8BBB38E-7D98-4F6F-AEC4-A49EC3206B76}" type="datetime3">
              <a:rPr lang="en-US" altLang="en-US" sz="1300" smtClean="0">
                <a:latin typeface="Times New Roman" panose="02020603050405020304" pitchFamily="18" charset="0"/>
              </a:rPr>
              <a:pPr/>
              <a:t>5 March 2026</a:t>
            </a:fld>
            <a:endParaRPr lang="en-US" altLang="en-US" sz="1300">
              <a:latin typeface="Times New Roman" panose="02020603050405020304" pitchFamily="18" charset="0"/>
            </a:endParaRPr>
          </a:p>
        </p:txBody>
      </p:sp>
      <p:sp>
        <p:nvSpPr>
          <p:cNvPr id="200708" name="Rectangle 6">
            <a:extLst>
              <a:ext uri="{FF2B5EF4-FFF2-40B4-BE49-F238E27FC236}">
                <a16:creationId xmlns:a16="http://schemas.microsoft.com/office/drawing/2014/main" id="{89608E35-029E-D624-AC04-7A3C3F83C7B7}"/>
              </a:ext>
            </a:extLst>
          </p:cNvPr>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Chapter 2 — Instructions: Language of the Computer</a:t>
            </a:r>
          </a:p>
        </p:txBody>
      </p:sp>
      <p:sp>
        <p:nvSpPr>
          <p:cNvPr id="200709" name="Rectangle 7">
            <a:extLst>
              <a:ext uri="{FF2B5EF4-FFF2-40B4-BE49-F238E27FC236}">
                <a16:creationId xmlns:a16="http://schemas.microsoft.com/office/drawing/2014/main" id="{E18D4F13-1606-0920-334B-40203CEA1BA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996C79F4-4562-40FB-A99E-456F7767F650}" type="slidenum">
              <a:rPr lang="en-US" altLang="en-US" sz="1300">
                <a:latin typeface="Times New Roman" panose="02020603050405020304" pitchFamily="18" charset="0"/>
              </a:rPr>
              <a:pPr/>
              <a:t>52</a:t>
            </a:fld>
            <a:endParaRPr lang="en-US" altLang="en-US" sz="1300">
              <a:latin typeface="Times New Roman" panose="02020603050405020304" pitchFamily="18" charset="0"/>
            </a:endParaRPr>
          </a:p>
        </p:txBody>
      </p:sp>
      <p:sp>
        <p:nvSpPr>
          <p:cNvPr id="200710" name="Rectangle 2">
            <a:extLst>
              <a:ext uri="{FF2B5EF4-FFF2-40B4-BE49-F238E27FC236}">
                <a16:creationId xmlns:a16="http://schemas.microsoft.com/office/drawing/2014/main" id="{DFBB874B-F28B-A521-7C07-892A6EA8290A}"/>
              </a:ext>
            </a:extLst>
          </p:cNvPr>
          <p:cNvSpPr>
            <a:spLocks noGrp="1" noRot="1" noChangeAspect="1" noChangeArrowheads="1" noTextEdit="1"/>
          </p:cNvSpPr>
          <p:nvPr>
            <p:ph type="sldImg"/>
          </p:nvPr>
        </p:nvSpPr>
        <p:spPr>
          <a:ln/>
        </p:spPr>
      </p:sp>
      <p:sp>
        <p:nvSpPr>
          <p:cNvPr id="200711" name="Rectangle 3">
            <a:extLst>
              <a:ext uri="{FF2B5EF4-FFF2-40B4-BE49-F238E27FC236}">
                <a16:creationId xmlns:a16="http://schemas.microsoft.com/office/drawing/2014/main" id="{1B8805E4-6D16-BD3A-20AD-8A0D87260C7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AU" altLang="en-US" dirty="0"/>
          </a:p>
        </p:txBody>
      </p:sp>
    </p:spTree>
    <p:extLst>
      <p:ext uri="{BB962C8B-B14F-4D97-AF65-F5344CB8AC3E}">
        <p14:creationId xmlns:p14="http://schemas.microsoft.com/office/powerpoint/2010/main" val="100005342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3A24C4-BA53-1DF4-B4C1-99DA05B7BB17}"/>
            </a:ext>
          </a:extLst>
        </p:cNvPr>
        <p:cNvGrpSpPr/>
        <p:nvPr/>
      </p:nvGrpSpPr>
      <p:grpSpPr>
        <a:xfrm>
          <a:off x="0" y="0"/>
          <a:ext cx="0" cy="0"/>
          <a:chOff x="0" y="0"/>
          <a:chExt cx="0" cy="0"/>
        </a:xfrm>
      </p:grpSpPr>
      <p:sp>
        <p:nvSpPr>
          <p:cNvPr id="201730" name="Rectangle 2">
            <a:extLst>
              <a:ext uri="{FF2B5EF4-FFF2-40B4-BE49-F238E27FC236}">
                <a16:creationId xmlns:a16="http://schemas.microsoft.com/office/drawing/2014/main" id="{83FC700C-7E33-0855-5E9D-4C26BCE971DA}"/>
              </a:ext>
            </a:extLst>
          </p:cNvPr>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pPr marL="0" marR="0" lvl="0" indent="0" algn="l" defTabSz="966788" rtl="0" eaLnBrk="0" fontAlgn="auto" latinLnBrk="0" hangingPunct="0">
              <a:lnSpc>
                <a:spcPct val="100000"/>
              </a:lnSpc>
              <a:spcBef>
                <a:spcPts val="0"/>
              </a:spcBef>
              <a:spcAft>
                <a:spcPts val="0"/>
              </a:spcAft>
              <a:buClrTx/>
              <a:buSzTx/>
              <a:buFontTx/>
              <a:buNone/>
              <a:tabLst/>
              <a:defRPr/>
            </a:pPr>
            <a:r>
              <a:rPr kumimoji="0" lang="en-US" altLang="en-US" sz="1300" b="0" i="0" u="none" strike="noStrike" kern="1200" cap="none" spc="0" normalizeH="0" baseline="0" noProof="0">
                <a:ln>
                  <a:noFill/>
                </a:ln>
                <a:solidFill>
                  <a:prstClr val="black"/>
                </a:solidFill>
                <a:effectLst/>
                <a:uLnTx/>
                <a:uFillTx/>
                <a:latin typeface="Times New Roman" panose="02020603050405020304" pitchFamily="18" charset="0"/>
                <a:ea typeface="+mn-ea"/>
                <a:cs typeface="+mn-cs"/>
              </a:rPr>
              <a:t>The University of Adelaide, School of Computer Science</a:t>
            </a:r>
          </a:p>
        </p:txBody>
      </p:sp>
      <p:sp>
        <p:nvSpPr>
          <p:cNvPr id="201731" name="Rectangle 3">
            <a:extLst>
              <a:ext uri="{FF2B5EF4-FFF2-40B4-BE49-F238E27FC236}">
                <a16:creationId xmlns:a16="http://schemas.microsoft.com/office/drawing/2014/main" id="{6C338408-663E-7B6A-FE81-FF3D3CBD9313}"/>
              </a:ext>
            </a:extLst>
          </p:cNvPr>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pPr marL="0" marR="0" lvl="0" indent="0" algn="r" defTabSz="966788" rtl="0" eaLnBrk="0" fontAlgn="auto" latinLnBrk="0" hangingPunct="0">
              <a:lnSpc>
                <a:spcPct val="100000"/>
              </a:lnSpc>
              <a:spcBef>
                <a:spcPts val="0"/>
              </a:spcBef>
              <a:spcAft>
                <a:spcPts val="0"/>
              </a:spcAft>
              <a:buClrTx/>
              <a:buSzTx/>
              <a:buFontTx/>
              <a:buNone/>
              <a:tabLst/>
              <a:defRPr/>
            </a:pPr>
            <a:fld id="{B7AA9FA8-04E5-4677-B399-A238DD019068}" type="datetime3">
              <a:rPr kumimoji="0" lang="en-US" altLang="en-US" sz="1300" b="0" i="0" u="none" strike="noStrike" kern="1200" cap="none" spc="0" normalizeH="0" baseline="0" noProof="0" smtClean="0">
                <a:ln>
                  <a:noFill/>
                </a:ln>
                <a:solidFill>
                  <a:prstClr val="black"/>
                </a:solidFill>
                <a:effectLst/>
                <a:uLnTx/>
                <a:uFillTx/>
                <a:latin typeface="Times New Roman" panose="02020603050405020304" pitchFamily="18" charset="0"/>
                <a:ea typeface="+mn-ea"/>
                <a:cs typeface="+mn-cs"/>
              </a:rPr>
              <a:pPr marL="0" marR="0" lvl="0" indent="0" algn="r" defTabSz="966788" rtl="0" eaLnBrk="0" fontAlgn="auto" latinLnBrk="0" hangingPunct="0">
                <a:lnSpc>
                  <a:spcPct val="100000"/>
                </a:lnSpc>
                <a:spcBef>
                  <a:spcPts val="0"/>
                </a:spcBef>
                <a:spcAft>
                  <a:spcPts val="0"/>
                </a:spcAft>
                <a:buClrTx/>
                <a:buSzTx/>
                <a:buFontTx/>
                <a:buNone/>
                <a:tabLst/>
                <a:defRPr/>
              </a:pPr>
              <a:t>5 March 2026</a:t>
            </a:fld>
            <a:endParaRPr kumimoji="0" lang="en-US" altLang="en-US" sz="1300" b="0" i="0" u="none" strike="noStrike" kern="1200" cap="none" spc="0" normalizeH="0" baseline="0" noProof="0">
              <a:ln>
                <a:noFill/>
              </a:ln>
              <a:solidFill>
                <a:prstClr val="black"/>
              </a:solidFill>
              <a:effectLst/>
              <a:uLnTx/>
              <a:uFillTx/>
              <a:latin typeface="Times New Roman" panose="02020603050405020304" pitchFamily="18" charset="0"/>
              <a:ea typeface="+mn-ea"/>
              <a:cs typeface="+mn-cs"/>
            </a:endParaRPr>
          </a:p>
        </p:txBody>
      </p:sp>
      <p:sp>
        <p:nvSpPr>
          <p:cNvPr id="201732" name="Rectangle 6">
            <a:extLst>
              <a:ext uri="{FF2B5EF4-FFF2-40B4-BE49-F238E27FC236}">
                <a16:creationId xmlns:a16="http://schemas.microsoft.com/office/drawing/2014/main" id="{7B454B0C-857D-4FA4-1084-8967A9E6BABF}"/>
              </a:ext>
            </a:extLst>
          </p:cNvPr>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pPr marL="0" marR="0" lvl="0" indent="0" algn="l" defTabSz="966788" rtl="0" eaLnBrk="0" fontAlgn="auto" latinLnBrk="0" hangingPunct="0">
              <a:lnSpc>
                <a:spcPct val="100000"/>
              </a:lnSpc>
              <a:spcBef>
                <a:spcPts val="0"/>
              </a:spcBef>
              <a:spcAft>
                <a:spcPts val="0"/>
              </a:spcAft>
              <a:buClrTx/>
              <a:buSzTx/>
              <a:buFontTx/>
              <a:buNone/>
              <a:tabLst/>
              <a:defRPr/>
            </a:pPr>
            <a:r>
              <a:rPr kumimoji="0" lang="en-US" altLang="en-US" sz="1300" b="0" i="0" u="none" strike="noStrike" kern="1200" cap="none" spc="0" normalizeH="0" baseline="0" noProof="0">
                <a:ln>
                  <a:noFill/>
                </a:ln>
                <a:solidFill>
                  <a:prstClr val="black"/>
                </a:solidFill>
                <a:effectLst/>
                <a:uLnTx/>
                <a:uFillTx/>
                <a:latin typeface="Times New Roman" panose="02020603050405020304" pitchFamily="18" charset="0"/>
                <a:ea typeface="+mn-ea"/>
                <a:cs typeface="+mn-cs"/>
              </a:rPr>
              <a:t>Chapter 2 — Instructions: Language of the Computer</a:t>
            </a:r>
          </a:p>
        </p:txBody>
      </p:sp>
      <p:sp>
        <p:nvSpPr>
          <p:cNvPr id="201733" name="Rectangle 7">
            <a:extLst>
              <a:ext uri="{FF2B5EF4-FFF2-40B4-BE49-F238E27FC236}">
                <a16:creationId xmlns:a16="http://schemas.microsoft.com/office/drawing/2014/main" id="{E6B57639-DD3E-C1FA-B1B4-7C98D925CD3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pPr marL="0" marR="0" lvl="0" indent="0" algn="r" defTabSz="966788" rtl="0" eaLnBrk="0" fontAlgn="auto" latinLnBrk="0" hangingPunct="0">
              <a:lnSpc>
                <a:spcPct val="100000"/>
              </a:lnSpc>
              <a:spcBef>
                <a:spcPts val="0"/>
              </a:spcBef>
              <a:spcAft>
                <a:spcPts val="0"/>
              </a:spcAft>
              <a:buClrTx/>
              <a:buSzTx/>
              <a:buFontTx/>
              <a:buNone/>
              <a:tabLst/>
              <a:defRPr/>
            </a:pPr>
            <a:fld id="{DA03AA3B-715F-4316-BC3F-208A3E32F59D}" type="slidenum">
              <a:rPr kumimoji="0" lang="en-US" altLang="en-US" sz="1300" b="0" i="0" u="none" strike="noStrike" kern="1200" cap="none" spc="0" normalizeH="0" baseline="0" noProof="0">
                <a:ln>
                  <a:noFill/>
                </a:ln>
                <a:solidFill>
                  <a:prstClr val="black"/>
                </a:solidFill>
                <a:effectLst/>
                <a:uLnTx/>
                <a:uFillTx/>
                <a:latin typeface="Times New Roman" panose="02020603050405020304" pitchFamily="18" charset="0"/>
                <a:ea typeface="+mn-ea"/>
                <a:cs typeface="+mn-cs"/>
              </a:rPr>
              <a:pPr marL="0" marR="0" lvl="0" indent="0" algn="r" defTabSz="966788" rtl="0" eaLnBrk="0" fontAlgn="auto" latinLnBrk="0" hangingPunct="0">
                <a:lnSpc>
                  <a:spcPct val="100000"/>
                </a:lnSpc>
                <a:spcBef>
                  <a:spcPts val="0"/>
                </a:spcBef>
                <a:spcAft>
                  <a:spcPts val="0"/>
                </a:spcAft>
                <a:buClrTx/>
                <a:buSzTx/>
                <a:buFontTx/>
                <a:buNone/>
                <a:tabLst/>
                <a:defRPr/>
              </a:pPr>
              <a:t>53</a:t>
            </a:fld>
            <a:endParaRPr kumimoji="0" lang="en-US" altLang="en-US" sz="1300" b="0" i="0" u="none" strike="noStrike" kern="1200" cap="none" spc="0" normalizeH="0" baseline="0" noProof="0">
              <a:ln>
                <a:noFill/>
              </a:ln>
              <a:solidFill>
                <a:prstClr val="black"/>
              </a:solidFill>
              <a:effectLst/>
              <a:uLnTx/>
              <a:uFillTx/>
              <a:latin typeface="Times New Roman" panose="02020603050405020304" pitchFamily="18" charset="0"/>
              <a:ea typeface="+mn-ea"/>
              <a:cs typeface="+mn-cs"/>
            </a:endParaRPr>
          </a:p>
        </p:txBody>
      </p:sp>
      <p:sp>
        <p:nvSpPr>
          <p:cNvPr id="201734" name="Rectangle 2">
            <a:extLst>
              <a:ext uri="{FF2B5EF4-FFF2-40B4-BE49-F238E27FC236}">
                <a16:creationId xmlns:a16="http://schemas.microsoft.com/office/drawing/2014/main" id="{44769AE5-4F0B-C548-71E0-A0B4CF9D7B20}"/>
              </a:ext>
            </a:extLst>
          </p:cNvPr>
          <p:cNvSpPr>
            <a:spLocks noGrp="1" noRot="1" noChangeAspect="1" noChangeArrowheads="1" noTextEdit="1"/>
          </p:cNvSpPr>
          <p:nvPr>
            <p:ph type="sldImg"/>
          </p:nvPr>
        </p:nvSpPr>
        <p:spPr>
          <a:ln/>
        </p:spPr>
      </p:sp>
      <p:sp>
        <p:nvSpPr>
          <p:cNvPr id="201735" name="Rectangle 3">
            <a:extLst>
              <a:ext uri="{FF2B5EF4-FFF2-40B4-BE49-F238E27FC236}">
                <a16:creationId xmlns:a16="http://schemas.microsoft.com/office/drawing/2014/main" id="{255B8D9A-A1D5-C8DB-24A2-09EE1BEE01E6}"/>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AU" altLang="en-US" dirty="0"/>
          </a:p>
        </p:txBody>
      </p:sp>
    </p:spTree>
    <p:extLst>
      <p:ext uri="{BB962C8B-B14F-4D97-AF65-F5344CB8AC3E}">
        <p14:creationId xmlns:p14="http://schemas.microsoft.com/office/powerpoint/2010/main" val="263140936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Rectangle 2">
            <a:extLst>
              <a:ext uri="{FF2B5EF4-FFF2-40B4-BE49-F238E27FC236}">
                <a16:creationId xmlns:a16="http://schemas.microsoft.com/office/drawing/2014/main" id="{66F7D850-B30C-CD98-4231-7541D02A0ED4}"/>
              </a:ext>
            </a:extLst>
          </p:cNvPr>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The University of Adelaide, School of Computer Science</a:t>
            </a:r>
          </a:p>
        </p:txBody>
      </p:sp>
      <p:sp>
        <p:nvSpPr>
          <p:cNvPr id="204803" name="Rectangle 3">
            <a:extLst>
              <a:ext uri="{FF2B5EF4-FFF2-40B4-BE49-F238E27FC236}">
                <a16:creationId xmlns:a16="http://schemas.microsoft.com/office/drawing/2014/main" id="{D2D8AA71-D32F-B7B2-E969-4AEF6C993BAC}"/>
              </a:ext>
            </a:extLst>
          </p:cNvPr>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D9412AF4-8697-4D39-9B35-503932EADB8C}" type="datetime3">
              <a:rPr lang="en-US" altLang="en-US" sz="1300" smtClean="0">
                <a:latin typeface="Times New Roman" panose="02020603050405020304" pitchFamily="18" charset="0"/>
              </a:rPr>
              <a:pPr/>
              <a:t>5 March 2026</a:t>
            </a:fld>
            <a:endParaRPr lang="en-US" altLang="en-US" sz="1300">
              <a:latin typeface="Times New Roman" panose="02020603050405020304" pitchFamily="18" charset="0"/>
            </a:endParaRPr>
          </a:p>
        </p:txBody>
      </p:sp>
      <p:sp>
        <p:nvSpPr>
          <p:cNvPr id="204804" name="Rectangle 6">
            <a:extLst>
              <a:ext uri="{FF2B5EF4-FFF2-40B4-BE49-F238E27FC236}">
                <a16:creationId xmlns:a16="http://schemas.microsoft.com/office/drawing/2014/main" id="{6D3253BE-546A-43A1-80D7-057C6B54E23B}"/>
              </a:ext>
            </a:extLst>
          </p:cNvPr>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Chapter 2 — Instructions: Language of the Computer</a:t>
            </a:r>
          </a:p>
        </p:txBody>
      </p:sp>
      <p:sp>
        <p:nvSpPr>
          <p:cNvPr id="204805" name="Rectangle 7">
            <a:extLst>
              <a:ext uri="{FF2B5EF4-FFF2-40B4-BE49-F238E27FC236}">
                <a16:creationId xmlns:a16="http://schemas.microsoft.com/office/drawing/2014/main" id="{77A2D784-726B-1CD8-C411-B333BF84A21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E20B6F81-2110-4516-9E9B-4DF7734F2335}" type="slidenum">
              <a:rPr lang="en-US" altLang="en-US" sz="1300">
                <a:latin typeface="Times New Roman" panose="02020603050405020304" pitchFamily="18" charset="0"/>
              </a:rPr>
              <a:pPr/>
              <a:t>54</a:t>
            </a:fld>
            <a:endParaRPr lang="en-US" altLang="en-US" sz="1300">
              <a:latin typeface="Times New Roman" panose="02020603050405020304" pitchFamily="18" charset="0"/>
            </a:endParaRPr>
          </a:p>
        </p:txBody>
      </p:sp>
      <p:sp>
        <p:nvSpPr>
          <p:cNvPr id="204806" name="Rectangle 2">
            <a:extLst>
              <a:ext uri="{FF2B5EF4-FFF2-40B4-BE49-F238E27FC236}">
                <a16:creationId xmlns:a16="http://schemas.microsoft.com/office/drawing/2014/main" id="{D72AD9EF-B7D7-B513-6086-5EFBEE61026B}"/>
              </a:ext>
            </a:extLst>
          </p:cNvPr>
          <p:cNvSpPr>
            <a:spLocks noGrp="1" noRot="1" noChangeAspect="1" noChangeArrowheads="1" noTextEdit="1"/>
          </p:cNvSpPr>
          <p:nvPr>
            <p:ph type="sldImg"/>
          </p:nvPr>
        </p:nvSpPr>
        <p:spPr>
          <a:ln/>
        </p:spPr>
      </p:sp>
      <p:sp>
        <p:nvSpPr>
          <p:cNvPr id="204807" name="Rectangle 3">
            <a:extLst>
              <a:ext uri="{FF2B5EF4-FFF2-40B4-BE49-F238E27FC236}">
                <a16:creationId xmlns:a16="http://schemas.microsoft.com/office/drawing/2014/main" id="{B25A9A3B-18FD-B4C6-2EB7-EDEAEB50FC2E}"/>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AU" altLang="en-US" dirty="0"/>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Rectangle 2">
            <a:extLst>
              <a:ext uri="{FF2B5EF4-FFF2-40B4-BE49-F238E27FC236}">
                <a16:creationId xmlns:a16="http://schemas.microsoft.com/office/drawing/2014/main" id="{B42308A6-C654-1BD6-4D4F-6C38E1920CC2}"/>
              </a:ext>
            </a:extLst>
          </p:cNvPr>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The University of Adelaide, School of Computer Science</a:t>
            </a:r>
          </a:p>
        </p:txBody>
      </p:sp>
      <p:sp>
        <p:nvSpPr>
          <p:cNvPr id="205827" name="Rectangle 3">
            <a:extLst>
              <a:ext uri="{FF2B5EF4-FFF2-40B4-BE49-F238E27FC236}">
                <a16:creationId xmlns:a16="http://schemas.microsoft.com/office/drawing/2014/main" id="{6D0BA9C3-6AFA-076E-94AA-B2479607D889}"/>
              </a:ext>
            </a:extLst>
          </p:cNvPr>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88F604D9-49C9-474F-B6A6-AC1EAE3470F4}" type="datetime3">
              <a:rPr lang="en-US" altLang="en-US" sz="1300" smtClean="0">
                <a:latin typeface="Times New Roman" panose="02020603050405020304" pitchFamily="18" charset="0"/>
              </a:rPr>
              <a:pPr/>
              <a:t>5 March 2026</a:t>
            </a:fld>
            <a:endParaRPr lang="en-US" altLang="en-US" sz="1300">
              <a:latin typeface="Times New Roman" panose="02020603050405020304" pitchFamily="18" charset="0"/>
            </a:endParaRPr>
          </a:p>
        </p:txBody>
      </p:sp>
      <p:sp>
        <p:nvSpPr>
          <p:cNvPr id="205828" name="Rectangle 6">
            <a:extLst>
              <a:ext uri="{FF2B5EF4-FFF2-40B4-BE49-F238E27FC236}">
                <a16:creationId xmlns:a16="http://schemas.microsoft.com/office/drawing/2014/main" id="{52839DF1-5687-21D1-61FF-1481E8430AC6}"/>
              </a:ext>
            </a:extLst>
          </p:cNvPr>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Chapter 2 — Instructions: Language of the Computer</a:t>
            </a:r>
          </a:p>
        </p:txBody>
      </p:sp>
      <p:sp>
        <p:nvSpPr>
          <p:cNvPr id="205829" name="Rectangle 7">
            <a:extLst>
              <a:ext uri="{FF2B5EF4-FFF2-40B4-BE49-F238E27FC236}">
                <a16:creationId xmlns:a16="http://schemas.microsoft.com/office/drawing/2014/main" id="{B456D6F6-ADFB-B454-FACB-399A684597B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E84E4214-B4DF-4D16-A556-C0959AA35C89}" type="slidenum">
              <a:rPr lang="en-US" altLang="en-US" sz="1300">
                <a:latin typeface="Times New Roman" panose="02020603050405020304" pitchFamily="18" charset="0"/>
              </a:rPr>
              <a:pPr/>
              <a:t>55</a:t>
            </a:fld>
            <a:endParaRPr lang="en-US" altLang="en-US" sz="1300">
              <a:latin typeface="Times New Roman" panose="02020603050405020304" pitchFamily="18" charset="0"/>
            </a:endParaRPr>
          </a:p>
        </p:txBody>
      </p:sp>
      <p:sp>
        <p:nvSpPr>
          <p:cNvPr id="205830" name="Rectangle 2">
            <a:extLst>
              <a:ext uri="{FF2B5EF4-FFF2-40B4-BE49-F238E27FC236}">
                <a16:creationId xmlns:a16="http://schemas.microsoft.com/office/drawing/2014/main" id="{DDEABD43-F466-F291-B3AB-2291398591D8}"/>
              </a:ext>
            </a:extLst>
          </p:cNvPr>
          <p:cNvSpPr>
            <a:spLocks noGrp="1" noRot="1" noChangeAspect="1" noChangeArrowheads="1" noTextEdit="1"/>
          </p:cNvSpPr>
          <p:nvPr>
            <p:ph type="sldImg"/>
          </p:nvPr>
        </p:nvSpPr>
        <p:spPr>
          <a:ln/>
        </p:spPr>
      </p:sp>
      <p:sp>
        <p:nvSpPr>
          <p:cNvPr id="205831" name="Rectangle 3">
            <a:extLst>
              <a:ext uri="{FF2B5EF4-FFF2-40B4-BE49-F238E27FC236}">
                <a16:creationId xmlns:a16="http://schemas.microsoft.com/office/drawing/2014/main" id="{47CFAF7C-8382-918F-EB05-C4C60668060F}"/>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AU" altLang="en-US"/>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50" name="Rectangle 2">
            <a:extLst>
              <a:ext uri="{FF2B5EF4-FFF2-40B4-BE49-F238E27FC236}">
                <a16:creationId xmlns:a16="http://schemas.microsoft.com/office/drawing/2014/main" id="{5A632628-3F33-8779-5176-825833B69E42}"/>
              </a:ext>
            </a:extLst>
          </p:cNvPr>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The University of Adelaide, School of Computer Science</a:t>
            </a:r>
          </a:p>
        </p:txBody>
      </p:sp>
      <p:sp>
        <p:nvSpPr>
          <p:cNvPr id="206851" name="Rectangle 3">
            <a:extLst>
              <a:ext uri="{FF2B5EF4-FFF2-40B4-BE49-F238E27FC236}">
                <a16:creationId xmlns:a16="http://schemas.microsoft.com/office/drawing/2014/main" id="{B77DD340-B435-34F2-D84B-EF8884959CA0}"/>
              </a:ext>
            </a:extLst>
          </p:cNvPr>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ED720BD6-9382-4426-A657-0CD63C6CC75F}" type="datetime3">
              <a:rPr lang="en-US" altLang="en-US" sz="1300" smtClean="0">
                <a:latin typeface="Times New Roman" panose="02020603050405020304" pitchFamily="18" charset="0"/>
              </a:rPr>
              <a:pPr/>
              <a:t>5 March 2026</a:t>
            </a:fld>
            <a:endParaRPr lang="en-US" altLang="en-US" sz="1300">
              <a:latin typeface="Times New Roman" panose="02020603050405020304" pitchFamily="18" charset="0"/>
            </a:endParaRPr>
          </a:p>
        </p:txBody>
      </p:sp>
      <p:sp>
        <p:nvSpPr>
          <p:cNvPr id="206852" name="Rectangle 6">
            <a:extLst>
              <a:ext uri="{FF2B5EF4-FFF2-40B4-BE49-F238E27FC236}">
                <a16:creationId xmlns:a16="http://schemas.microsoft.com/office/drawing/2014/main" id="{06A2AF5D-0E8F-B05F-BF38-7F9E0D049327}"/>
              </a:ext>
            </a:extLst>
          </p:cNvPr>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Chapter 2 — Instructions: Language of the Computer</a:t>
            </a:r>
          </a:p>
        </p:txBody>
      </p:sp>
      <p:sp>
        <p:nvSpPr>
          <p:cNvPr id="206853" name="Rectangle 7">
            <a:extLst>
              <a:ext uri="{FF2B5EF4-FFF2-40B4-BE49-F238E27FC236}">
                <a16:creationId xmlns:a16="http://schemas.microsoft.com/office/drawing/2014/main" id="{ADCC72A3-3E11-18BD-E4D4-7765C31FDCF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6C7C1944-1350-4BAD-95B0-27E09CB4ECBC}" type="slidenum">
              <a:rPr lang="en-US" altLang="en-US" sz="1300">
                <a:latin typeface="Times New Roman" panose="02020603050405020304" pitchFamily="18" charset="0"/>
              </a:rPr>
              <a:pPr/>
              <a:t>56</a:t>
            </a:fld>
            <a:endParaRPr lang="en-US" altLang="en-US" sz="1300">
              <a:latin typeface="Times New Roman" panose="02020603050405020304" pitchFamily="18" charset="0"/>
            </a:endParaRPr>
          </a:p>
        </p:txBody>
      </p:sp>
      <p:sp>
        <p:nvSpPr>
          <p:cNvPr id="206854" name="Rectangle 2">
            <a:extLst>
              <a:ext uri="{FF2B5EF4-FFF2-40B4-BE49-F238E27FC236}">
                <a16:creationId xmlns:a16="http://schemas.microsoft.com/office/drawing/2014/main" id="{567E7CD4-9734-F076-D8A5-19CB0BFC7AF9}"/>
              </a:ext>
            </a:extLst>
          </p:cNvPr>
          <p:cNvSpPr>
            <a:spLocks noGrp="1" noRot="1" noChangeAspect="1" noChangeArrowheads="1" noTextEdit="1"/>
          </p:cNvSpPr>
          <p:nvPr>
            <p:ph type="sldImg"/>
          </p:nvPr>
        </p:nvSpPr>
        <p:spPr>
          <a:ln/>
        </p:spPr>
      </p:sp>
      <p:sp>
        <p:nvSpPr>
          <p:cNvPr id="206855" name="Rectangle 3">
            <a:extLst>
              <a:ext uri="{FF2B5EF4-FFF2-40B4-BE49-F238E27FC236}">
                <a16:creationId xmlns:a16="http://schemas.microsoft.com/office/drawing/2014/main" id="{5E6E874B-299E-5041-A97E-7D5AC5FB46D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AU" altLang="en-US" dirty="0"/>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36E683C7-A353-71E2-9178-453E44B03E75}"/>
              </a:ext>
            </a:extLst>
          </p:cNvPr>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The University of Adelaide, School of Computer Science</a:t>
            </a:r>
          </a:p>
        </p:txBody>
      </p:sp>
      <p:sp>
        <p:nvSpPr>
          <p:cNvPr id="207875" name="Rectangle 3">
            <a:extLst>
              <a:ext uri="{FF2B5EF4-FFF2-40B4-BE49-F238E27FC236}">
                <a16:creationId xmlns:a16="http://schemas.microsoft.com/office/drawing/2014/main" id="{750B0A48-5734-6F09-F13C-3D51687D882D}"/>
              </a:ext>
            </a:extLst>
          </p:cNvPr>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9F8FC6E3-9A8B-44E4-A2FF-67EE988F848F}" type="datetime3">
              <a:rPr lang="en-US" altLang="en-US" sz="1300" smtClean="0">
                <a:latin typeface="Times New Roman" panose="02020603050405020304" pitchFamily="18" charset="0"/>
              </a:rPr>
              <a:pPr/>
              <a:t>5 March 2026</a:t>
            </a:fld>
            <a:endParaRPr lang="en-US" altLang="en-US" sz="1300">
              <a:latin typeface="Times New Roman" panose="02020603050405020304" pitchFamily="18" charset="0"/>
            </a:endParaRPr>
          </a:p>
        </p:txBody>
      </p:sp>
      <p:sp>
        <p:nvSpPr>
          <p:cNvPr id="207876" name="Rectangle 6">
            <a:extLst>
              <a:ext uri="{FF2B5EF4-FFF2-40B4-BE49-F238E27FC236}">
                <a16:creationId xmlns:a16="http://schemas.microsoft.com/office/drawing/2014/main" id="{D4B39631-439A-1211-BE74-9F7537929884}"/>
              </a:ext>
            </a:extLst>
          </p:cNvPr>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Chapter 2 — Instructions: Language of the Computer</a:t>
            </a:r>
          </a:p>
        </p:txBody>
      </p:sp>
      <p:sp>
        <p:nvSpPr>
          <p:cNvPr id="207877" name="Rectangle 7">
            <a:extLst>
              <a:ext uri="{FF2B5EF4-FFF2-40B4-BE49-F238E27FC236}">
                <a16:creationId xmlns:a16="http://schemas.microsoft.com/office/drawing/2014/main" id="{479ED4EE-2A5A-BC4E-0EA6-0BAACB6A32C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D2740A1B-D18D-4129-B7E0-DC12CC8FF10D}" type="slidenum">
              <a:rPr lang="en-US" altLang="en-US" sz="1300">
                <a:latin typeface="Times New Roman" panose="02020603050405020304" pitchFamily="18" charset="0"/>
              </a:rPr>
              <a:pPr/>
              <a:t>57</a:t>
            </a:fld>
            <a:endParaRPr lang="en-US" altLang="en-US" sz="1300">
              <a:latin typeface="Times New Roman" panose="02020603050405020304" pitchFamily="18" charset="0"/>
            </a:endParaRPr>
          </a:p>
        </p:txBody>
      </p:sp>
      <p:sp>
        <p:nvSpPr>
          <p:cNvPr id="207878" name="Rectangle 2">
            <a:extLst>
              <a:ext uri="{FF2B5EF4-FFF2-40B4-BE49-F238E27FC236}">
                <a16:creationId xmlns:a16="http://schemas.microsoft.com/office/drawing/2014/main" id="{DFEB06A0-98A2-FFDE-8472-8EAD4F0988C7}"/>
              </a:ext>
            </a:extLst>
          </p:cNvPr>
          <p:cNvSpPr>
            <a:spLocks noGrp="1" noRot="1" noChangeAspect="1" noChangeArrowheads="1" noTextEdit="1"/>
          </p:cNvSpPr>
          <p:nvPr>
            <p:ph type="sldImg"/>
          </p:nvPr>
        </p:nvSpPr>
        <p:spPr>
          <a:ln/>
        </p:spPr>
      </p:sp>
      <p:sp>
        <p:nvSpPr>
          <p:cNvPr id="207879" name="Rectangle 3">
            <a:extLst>
              <a:ext uri="{FF2B5EF4-FFF2-40B4-BE49-F238E27FC236}">
                <a16:creationId xmlns:a16="http://schemas.microsoft.com/office/drawing/2014/main" id="{3E0FFE10-7101-A7B8-F4C4-A3420D282F4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AU" altLang="en-US"/>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8" name="Rectangle 2">
            <a:extLst>
              <a:ext uri="{FF2B5EF4-FFF2-40B4-BE49-F238E27FC236}">
                <a16:creationId xmlns:a16="http://schemas.microsoft.com/office/drawing/2014/main" id="{83D0A9F4-B120-10E0-A8F5-81944E2BFE27}"/>
              </a:ext>
            </a:extLst>
          </p:cNvPr>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The University of Adelaide, School of Computer Science</a:t>
            </a:r>
          </a:p>
        </p:txBody>
      </p:sp>
      <p:sp>
        <p:nvSpPr>
          <p:cNvPr id="208899" name="Rectangle 3">
            <a:extLst>
              <a:ext uri="{FF2B5EF4-FFF2-40B4-BE49-F238E27FC236}">
                <a16:creationId xmlns:a16="http://schemas.microsoft.com/office/drawing/2014/main" id="{44483525-F133-10DC-1E70-D42FA072E196}"/>
              </a:ext>
            </a:extLst>
          </p:cNvPr>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5DC2DCD3-4D95-4B22-BFA4-CF67D18839D8}" type="datetime3">
              <a:rPr lang="en-US" altLang="en-US" sz="1300" smtClean="0">
                <a:latin typeface="Times New Roman" panose="02020603050405020304" pitchFamily="18" charset="0"/>
              </a:rPr>
              <a:pPr/>
              <a:t>5 March 2026</a:t>
            </a:fld>
            <a:endParaRPr lang="en-US" altLang="en-US" sz="1300">
              <a:latin typeface="Times New Roman" panose="02020603050405020304" pitchFamily="18" charset="0"/>
            </a:endParaRPr>
          </a:p>
        </p:txBody>
      </p:sp>
      <p:sp>
        <p:nvSpPr>
          <p:cNvPr id="208900" name="Rectangle 6">
            <a:extLst>
              <a:ext uri="{FF2B5EF4-FFF2-40B4-BE49-F238E27FC236}">
                <a16:creationId xmlns:a16="http://schemas.microsoft.com/office/drawing/2014/main" id="{F5C034B5-530C-F3B3-BCBE-CFF9A06E6E6C}"/>
              </a:ext>
            </a:extLst>
          </p:cNvPr>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Chapter 2 — Instructions: Language of the Computer</a:t>
            </a:r>
          </a:p>
        </p:txBody>
      </p:sp>
      <p:sp>
        <p:nvSpPr>
          <p:cNvPr id="208901" name="Rectangle 7">
            <a:extLst>
              <a:ext uri="{FF2B5EF4-FFF2-40B4-BE49-F238E27FC236}">
                <a16:creationId xmlns:a16="http://schemas.microsoft.com/office/drawing/2014/main" id="{919E8DB1-952E-63E6-FA79-BEDEEBF604C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7B9B9D48-A72F-46A9-AC23-54AFC5059900}" type="slidenum">
              <a:rPr lang="en-US" altLang="en-US" sz="1300">
                <a:latin typeface="Times New Roman" panose="02020603050405020304" pitchFamily="18" charset="0"/>
              </a:rPr>
              <a:pPr/>
              <a:t>58</a:t>
            </a:fld>
            <a:endParaRPr lang="en-US" altLang="en-US" sz="1300">
              <a:latin typeface="Times New Roman" panose="02020603050405020304" pitchFamily="18" charset="0"/>
            </a:endParaRPr>
          </a:p>
        </p:txBody>
      </p:sp>
      <p:sp>
        <p:nvSpPr>
          <p:cNvPr id="208902" name="Rectangle 2">
            <a:extLst>
              <a:ext uri="{FF2B5EF4-FFF2-40B4-BE49-F238E27FC236}">
                <a16:creationId xmlns:a16="http://schemas.microsoft.com/office/drawing/2014/main" id="{30408765-12C2-4930-C515-B8D92134F929}"/>
              </a:ext>
            </a:extLst>
          </p:cNvPr>
          <p:cNvSpPr>
            <a:spLocks noGrp="1" noRot="1" noChangeAspect="1" noChangeArrowheads="1" noTextEdit="1"/>
          </p:cNvSpPr>
          <p:nvPr>
            <p:ph type="sldImg"/>
          </p:nvPr>
        </p:nvSpPr>
        <p:spPr>
          <a:ln/>
        </p:spPr>
      </p:sp>
      <p:sp>
        <p:nvSpPr>
          <p:cNvPr id="208903" name="Rectangle 3">
            <a:extLst>
              <a:ext uri="{FF2B5EF4-FFF2-40B4-BE49-F238E27FC236}">
                <a16:creationId xmlns:a16="http://schemas.microsoft.com/office/drawing/2014/main" id="{EA6B3390-CCD9-5ECB-932C-698CA54DD32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AU" altLang="en-US" dirty="0"/>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2">
            <a:extLst>
              <a:ext uri="{FF2B5EF4-FFF2-40B4-BE49-F238E27FC236}">
                <a16:creationId xmlns:a16="http://schemas.microsoft.com/office/drawing/2014/main" id="{78785C78-CB4B-2545-6778-309D40BF909D}"/>
              </a:ext>
            </a:extLst>
          </p:cNvPr>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The University of Adelaide, School of Computer Science</a:t>
            </a:r>
          </a:p>
        </p:txBody>
      </p:sp>
      <p:sp>
        <p:nvSpPr>
          <p:cNvPr id="209923" name="Rectangle 3">
            <a:extLst>
              <a:ext uri="{FF2B5EF4-FFF2-40B4-BE49-F238E27FC236}">
                <a16:creationId xmlns:a16="http://schemas.microsoft.com/office/drawing/2014/main" id="{AD46FFFD-B698-86C6-53EB-B5D1928653C9}"/>
              </a:ext>
            </a:extLst>
          </p:cNvPr>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0CE06169-B109-4768-8465-FD06A3469356}" type="datetime3">
              <a:rPr lang="en-US" altLang="en-US" sz="1300" smtClean="0">
                <a:latin typeface="Times New Roman" panose="02020603050405020304" pitchFamily="18" charset="0"/>
              </a:rPr>
              <a:pPr/>
              <a:t>5 March 2026</a:t>
            </a:fld>
            <a:endParaRPr lang="en-US" altLang="en-US" sz="1300">
              <a:latin typeface="Times New Roman" panose="02020603050405020304" pitchFamily="18" charset="0"/>
            </a:endParaRPr>
          </a:p>
        </p:txBody>
      </p:sp>
      <p:sp>
        <p:nvSpPr>
          <p:cNvPr id="209924" name="Rectangle 6">
            <a:extLst>
              <a:ext uri="{FF2B5EF4-FFF2-40B4-BE49-F238E27FC236}">
                <a16:creationId xmlns:a16="http://schemas.microsoft.com/office/drawing/2014/main" id="{04960DDF-3333-5162-42F3-F8AF0046AEF3}"/>
              </a:ext>
            </a:extLst>
          </p:cNvPr>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Chapter 2 — Instructions: Language of the Computer</a:t>
            </a:r>
          </a:p>
        </p:txBody>
      </p:sp>
      <p:sp>
        <p:nvSpPr>
          <p:cNvPr id="209925" name="Rectangle 7">
            <a:extLst>
              <a:ext uri="{FF2B5EF4-FFF2-40B4-BE49-F238E27FC236}">
                <a16:creationId xmlns:a16="http://schemas.microsoft.com/office/drawing/2014/main" id="{21819273-8E51-321A-4449-18A75DA27DE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94BC3FA2-630C-4A14-95CB-24DD676A4357}" type="slidenum">
              <a:rPr lang="en-US" altLang="en-US" sz="1300">
                <a:latin typeface="Times New Roman" panose="02020603050405020304" pitchFamily="18" charset="0"/>
              </a:rPr>
              <a:pPr/>
              <a:t>59</a:t>
            </a:fld>
            <a:endParaRPr lang="en-US" altLang="en-US" sz="1300">
              <a:latin typeface="Times New Roman" panose="02020603050405020304" pitchFamily="18" charset="0"/>
            </a:endParaRPr>
          </a:p>
        </p:txBody>
      </p:sp>
      <p:sp>
        <p:nvSpPr>
          <p:cNvPr id="209926" name="Rectangle 2">
            <a:extLst>
              <a:ext uri="{FF2B5EF4-FFF2-40B4-BE49-F238E27FC236}">
                <a16:creationId xmlns:a16="http://schemas.microsoft.com/office/drawing/2014/main" id="{2339C787-0DAF-200B-400F-FF51CC9B5383}"/>
              </a:ext>
            </a:extLst>
          </p:cNvPr>
          <p:cNvSpPr>
            <a:spLocks noGrp="1" noRot="1" noChangeAspect="1" noChangeArrowheads="1" noTextEdit="1"/>
          </p:cNvSpPr>
          <p:nvPr>
            <p:ph type="sldImg"/>
          </p:nvPr>
        </p:nvSpPr>
        <p:spPr>
          <a:ln/>
        </p:spPr>
      </p:sp>
      <p:sp>
        <p:nvSpPr>
          <p:cNvPr id="209927" name="Rectangle 3">
            <a:extLst>
              <a:ext uri="{FF2B5EF4-FFF2-40B4-BE49-F238E27FC236}">
                <a16:creationId xmlns:a16="http://schemas.microsoft.com/office/drawing/2014/main" id="{16F4D1D0-3F60-461D-8772-0A2458C6D5E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AU" altLang="en-US" dirty="0"/>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65AEA1-3575-D172-9993-8B15FA48D1A0}"/>
            </a:ext>
          </a:extLst>
        </p:cNvPr>
        <p:cNvGrpSpPr/>
        <p:nvPr/>
      </p:nvGrpSpPr>
      <p:grpSpPr>
        <a:xfrm>
          <a:off x="0" y="0"/>
          <a:ext cx="0" cy="0"/>
          <a:chOff x="0" y="0"/>
          <a:chExt cx="0" cy="0"/>
        </a:xfrm>
      </p:grpSpPr>
      <p:sp>
        <p:nvSpPr>
          <p:cNvPr id="208898" name="Rectangle 2">
            <a:extLst>
              <a:ext uri="{FF2B5EF4-FFF2-40B4-BE49-F238E27FC236}">
                <a16:creationId xmlns:a16="http://schemas.microsoft.com/office/drawing/2014/main" id="{555E4E1F-FFFA-2C2E-1EF5-169740DD70C3}"/>
              </a:ext>
            </a:extLst>
          </p:cNvPr>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The University of Adelaide, School of Computer Science</a:t>
            </a:r>
          </a:p>
        </p:txBody>
      </p:sp>
      <p:sp>
        <p:nvSpPr>
          <p:cNvPr id="208899" name="Rectangle 3">
            <a:extLst>
              <a:ext uri="{FF2B5EF4-FFF2-40B4-BE49-F238E27FC236}">
                <a16:creationId xmlns:a16="http://schemas.microsoft.com/office/drawing/2014/main" id="{A35268C1-A467-C11C-4AA9-91FC1AAAA693}"/>
              </a:ext>
            </a:extLst>
          </p:cNvPr>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5DC2DCD3-4D95-4B22-BFA4-CF67D18839D8}" type="datetime3">
              <a:rPr lang="en-US" altLang="en-US" sz="1300" smtClean="0">
                <a:latin typeface="Times New Roman" panose="02020603050405020304" pitchFamily="18" charset="0"/>
              </a:rPr>
              <a:pPr/>
              <a:t>5 March 2026</a:t>
            </a:fld>
            <a:endParaRPr lang="en-US" altLang="en-US" sz="1300">
              <a:latin typeface="Times New Roman" panose="02020603050405020304" pitchFamily="18" charset="0"/>
            </a:endParaRPr>
          </a:p>
        </p:txBody>
      </p:sp>
      <p:sp>
        <p:nvSpPr>
          <p:cNvPr id="208900" name="Rectangle 6">
            <a:extLst>
              <a:ext uri="{FF2B5EF4-FFF2-40B4-BE49-F238E27FC236}">
                <a16:creationId xmlns:a16="http://schemas.microsoft.com/office/drawing/2014/main" id="{60AC60B3-D0F6-678C-EC53-AE2D90100B75}"/>
              </a:ext>
            </a:extLst>
          </p:cNvPr>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Chapter 2 — Instructions: Language of the Computer</a:t>
            </a:r>
          </a:p>
        </p:txBody>
      </p:sp>
      <p:sp>
        <p:nvSpPr>
          <p:cNvPr id="208901" name="Rectangle 7">
            <a:extLst>
              <a:ext uri="{FF2B5EF4-FFF2-40B4-BE49-F238E27FC236}">
                <a16:creationId xmlns:a16="http://schemas.microsoft.com/office/drawing/2014/main" id="{8A3A138E-FE61-BFBD-C727-22C28182734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7B9B9D48-A72F-46A9-AC23-54AFC5059900}" type="slidenum">
              <a:rPr lang="en-US" altLang="en-US" sz="1300">
                <a:latin typeface="Times New Roman" panose="02020603050405020304" pitchFamily="18" charset="0"/>
              </a:rPr>
              <a:pPr/>
              <a:t>60</a:t>
            </a:fld>
            <a:endParaRPr lang="en-US" altLang="en-US" sz="1300">
              <a:latin typeface="Times New Roman" panose="02020603050405020304" pitchFamily="18" charset="0"/>
            </a:endParaRPr>
          </a:p>
        </p:txBody>
      </p:sp>
      <p:sp>
        <p:nvSpPr>
          <p:cNvPr id="208902" name="Rectangle 2">
            <a:extLst>
              <a:ext uri="{FF2B5EF4-FFF2-40B4-BE49-F238E27FC236}">
                <a16:creationId xmlns:a16="http://schemas.microsoft.com/office/drawing/2014/main" id="{1641C813-EDAE-75C4-F1EC-848B2C11843A}"/>
              </a:ext>
            </a:extLst>
          </p:cNvPr>
          <p:cNvSpPr>
            <a:spLocks noGrp="1" noRot="1" noChangeAspect="1" noChangeArrowheads="1" noTextEdit="1"/>
          </p:cNvSpPr>
          <p:nvPr>
            <p:ph type="sldImg"/>
          </p:nvPr>
        </p:nvSpPr>
        <p:spPr>
          <a:ln/>
        </p:spPr>
      </p:sp>
      <p:sp>
        <p:nvSpPr>
          <p:cNvPr id="208903" name="Rectangle 3">
            <a:extLst>
              <a:ext uri="{FF2B5EF4-FFF2-40B4-BE49-F238E27FC236}">
                <a16:creationId xmlns:a16="http://schemas.microsoft.com/office/drawing/2014/main" id="{61525C07-ACAD-926C-2459-24B8E036017F}"/>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AU" altLang="en-US" dirty="0"/>
          </a:p>
        </p:txBody>
      </p:sp>
    </p:spTree>
    <p:extLst>
      <p:ext uri="{BB962C8B-B14F-4D97-AF65-F5344CB8AC3E}">
        <p14:creationId xmlns:p14="http://schemas.microsoft.com/office/powerpoint/2010/main" val="42180910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624A90-1E64-D37C-EDD9-A7C727640779}"/>
            </a:ext>
          </a:extLst>
        </p:cNvPr>
        <p:cNvGrpSpPr/>
        <p:nvPr/>
      </p:nvGrpSpPr>
      <p:grpSpPr>
        <a:xfrm>
          <a:off x="0" y="0"/>
          <a:ext cx="0" cy="0"/>
          <a:chOff x="0" y="0"/>
          <a:chExt cx="0" cy="0"/>
        </a:xfrm>
      </p:grpSpPr>
      <p:sp>
        <p:nvSpPr>
          <p:cNvPr id="209922" name="Rectangle 2">
            <a:extLst>
              <a:ext uri="{FF2B5EF4-FFF2-40B4-BE49-F238E27FC236}">
                <a16:creationId xmlns:a16="http://schemas.microsoft.com/office/drawing/2014/main" id="{20EB8291-932E-890F-2D39-0957CBC1A9AA}"/>
              </a:ext>
            </a:extLst>
          </p:cNvPr>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The University of Adelaide, School of Computer Science</a:t>
            </a:r>
          </a:p>
        </p:txBody>
      </p:sp>
      <p:sp>
        <p:nvSpPr>
          <p:cNvPr id="209923" name="Rectangle 3">
            <a:extLst>
              <a:ext uri="{FF2B5EF4-FFF2-40B4-BE49-F238E27FC236}">
                <a16:creationId xmlns:a16="http://schemas.microsoft.com/office/drawing/2014/main" id="{0CE72D13-3B8F-8B73-9006-149A147035C8}"/>
              </a:ext>
            </a:extLst>
          </p:cNvPr>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0CE06169-B109-4768-8465-FD06A3469356}" type="datetime3">
              <a:rPr lang="en-US" altLang="en-US" sz="1300" smtClean="0">
                <a:latin typeface="Times New Roman" panose="02020603050405020304" pitchFamily="18" charset="0"/>
              </a:rPr>
              <a:pPr/>
              <a:t>5 March 2026</a:t>
            </a:fld>
            <a:endParaRPr lang="en-US" altLang="en-US" sz="1300">
              <a:latin typeface="Times New Roman" panose="02020603050405020304" pitchFamily="18" charset="0"/>
            </a:endParaRPr>
          </a:p>
        </p:txBody>
      </p:sp>
      <p:sp>
        <p:nvSpPr>
          <p:cNvPr id="209924" name="Rectangle 6">
            <a:extLst>
              <a:ext uri="{FF2B5EF4-FFF2-40B4-BE49-F238E27FC236}">
                <a16:creationId xmlns:a16="http://schemas.microsoft.com/office/drawing/2014/main" id="{163ACB45-0146-BF18-BDE9-28459A2CCEB5}"/>
              </a:ext>
            </a:extLst>
          </p:cNvPr>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Chapter 2 — Instructions: Language of the Computer</a:t>
            </a:r>
          </a:p>
        </p:txBody>
      </p:sp>
      <p:sp>
        <p:nvSpPr>
          <p:cNvPr id="209925" name="Rectangle 7">
            <a:extLst>
              <a:ext uri="{FF2B5EF4-FFF2-40B4-BE49-F238E27FC236}">
                <a16:creationId xmlns:a16="http://schemas.microsoft.com/office/drawing/2014/main" id="{5EA00DE6-99D8-952A-93E4-F03700D4BFF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94BC3FA2-630C-4A14-95CB-24DD676A4357}" type="slidenum">
              <a:rPr lang="en-US" altLang="en-US" sz="1300">
                <a:latin typeface="Times New Roman" panose="02020603050405020304" pitchFamily="18" charset="0"/>
              </a:rPr>
              <a:pPr/>
              <a:t>61</a:t>
            </a:fld>
            <a:endParaRPr lang="en-US" altLang="en-US" sz="1300">
              <a:latin typeface="Times New Roman" panose="02020603050405020304" pitchFamily="18" charset="0"/>
            </a:endParaRPr>
          </a:p>
        </p:txBody>
      </p:sp>
      <p:sp>
        <p:nvSpPr>
          <p:cNvPr id="209926" name="Rectangle 2">
            <a:extLst>
              <a:ext uri="{FF2B5EF4-FFF2-40B4-BE49-F238E27FC236}">
                <a16:creationId xmlns:a16="http://schemas.microsoft.com/office/drawing/2014/main" id="{60F19937-5E3E-6383-A5AE-C808108AE963}"/>
              </a:ext>
            </a:extLst>
          </p:cNvPr>
          <p:cNvSpPr>
            <a:spLocks noGrp="1" noRot="1" noChangeAspect="1" noChangeArrowheads="1" noTextEdit="1"/>
          </p:cNvSpPr>
          <p:nvPr>
            <p:ph type="sldImg"/>
          </p:nvPr>
        </p:nvSpPr>
        <p:spPr>
          <a:ln/>
        </p:spPr>
      </p:sp>
      <p:sp>
        <p:nvSpPr>
          <p:cNvPr id="209927" name="Rectangle 3">
            <a:extLst>
              <a:ext uri="{FF2B5EF4-FFF2-40B4-BE49-F238E27FC236}">
                <a16:creationId xmlns:a16="http://schemas.microsoft.com/office/drawing/2014/main" id="{BBC9A064-076D-EDD3-33F5-41B7AD2B773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AU" altLang="en-US" dirty="0"/>
          </a:p>
        </p:txBody>
      </p:sp>
    </p:spTree>
    <p:extLst>
      <p:ext uri="{BB962C8B-B14F-4D97-AF65-F5344CB8AC3E}">
        <p14:creationId xmlns:p14="http://schemas.microsoft.com/office/powerpoint/2010/main" val="347085206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Rectangle 2">
            <a:extLst>
              <a:ext uri="{FF2B5EF4-FFF2-40B4-BE49-F238E27FC236}">
                <a16:creationId xmlns:a16="http://schemas.microsoft.com/office/drawing/2014/main" id="{2BD0591F-0A70-3552-D87A-A49B4369AFFC}"/>
              </a:ext>
            </a:extLst>
          </p:cNvPr>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The University of Adelaide, School of Computer Science</a:t>
            </a:r>
          </a:p>
        </p:txBody>
      </p:sp>
      <p:sp>
        <p:nvSpPr>
          <p:cNvPr id="210947" name="Rectangle 3">
            <a:extLst>
              <a:ext uri="{FF2B5EF4-FFF2-40B4-BE49-F238E27FC236}">
                <a16:creationId xmlns:a16="http://schemas.microsoft.com/office/drawing/2014/main" id="{9ED2B3E0-DAA1-9B5E-36DE-2076BAA04951}"/>
              </a:ext>
            </a:extLst>
          </p:cNvPr>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799A48BA-B7A8-4935-879C-5CC8C2EF13E9}" type="datetime3">
              <a:rPr lang="en-US" altLang="en-US" sz="1300" smtClean="0">
                <a:latin typeface="Times New Roman" panose="02020603050405020304" pitchFamily="18" charset="0"/>
              </a:rPr>
              <a:pPr/>
              <a:t>5 March 2026</a:t>
            </a:fld>
            <a:endParaRPr lang="en-US" altLang="en-US" sz="1300">
              <a:latin typeface="Times New Roman" panose="02020603050405020304" pitchFamily="18" charset="0"/>
            </a:endParaRPr>
          </a:p>
        </p:txBody>
      </p:sp>
      <p:sp>
        <p:nvSpPr>
          <p:cNvPr id="210948" name="Rectangle 6">
            <a:extLst>
              <a:ext uri="{FF2B5EF4-FFF2-40B4-BE49-F238E27FC236}">
                <a16:creationId xmlns:a16="http://schemas.microsoft.com/office/drawing/2014/main" id="{C0EFDC0A-B104-DBF0-B64B-7FD4FEB44E53}"/>
              </a:ext>
            </a:extLst>
          </p:cNvPr>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r>
              <a:rPr lang="en-US" altLang="en-US" sz="1300">
                <a:latin typeface="Times New Roman" panose="02020603050405020304" pitchFamily="18" charset="0"/>
              </a:rPr>
              <a:t>Chapter 2 — Instructions: Language of the Computer</a:t>
            </a:r>
          </a:p>
        </p:txBody>
      </p:sp>
      <p:sp>
        <p:nvSpPr>
          <p:cNvPr id="210949" name="Rectangle 7">
            <a:extLst>
              <a:ext uri="{FF2B5EF4-FFF2-40B4-BE49-F238E27FC236}">
                <a16:creationId xmlns:a16="http://schemas.microsoft.com/office/drawing/2014/main" id="{F7969579-1BE7-BCC2-D033-98604CC7943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sz="3200">
                <a:solidFill>
                  <a:schemeClr val="tx1"/>
                </a:solidFill>
                <a:latin typeface="Arial Black" panose="020B0A04020102020204" pitchFamily="34" charset="0"/>
              </a:defRPr>
            </a:lvl1pPr>
            <a:lvl2pPr marL="742950" indent="-285750" defTabSz="966788" eaLnBrk="0" hangingPunct="0">
              <a:defRPr sz="3200">
                <a:solidFill>
                  <a:schemeClr val="tx1"/>
                </a:solidFill>
                <a:latin typeface="Arial Black" panose="020B0A04020102020204" pitchFamily="34" charset="0"/>
              </a:defRPr>
            </a:lvl2pPr>
            <a:lvl3pPr marL="1143000" indent="-228600" defTabSz="966788" eaLnBrk="0" hangingPunct="0">
              <a:defRPr sz="3200">
                <a:solidFill>
                  <a:schemeClr val="tx1"/>
                </a:solidFill>
                <a:latin typeface="Arial Black" panose="020B0A04020102020204" pitchFamily="34" charset="0"/>
              </a:defRPr>
            </a:lvl3pPr>
            <a:lvl4pPr marL="1600200" indent="-228600" defTabSz="966788" eaLnBrk="0" hangingPunct="0">
              <a:defRPr sz="3200">
                <a:solidFill>
                  <a:schemeClr val="tx1"/>
                </a:solidFill>
                <a:latin typeface="Arial Black" panose="020B0A04020102020204" pitchFamily="34" charset="0"/>
              </a:defRPr>
            </a:lvl4pPr>
            <a:lvl5pPr marL="2057400" indent="-228600" defTabSz="966788" eaLnBrk="0" hangingPunct="0">
              <a:defRPr sz="3200">
                <a:solidFill>
                  <a:schemeClr val="tx1"/>
                </a:solidFill>
                <a:latin typeface="Arial Black" panose="020B0A04020102020204" pitchFamily="34" charset="0"/>
              </a:defRPr>
            </a:lvl5pPr>
            <a:lvl6pPr marL="25146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6pPr>
            <a:lvl7pPr marL="29718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7pPr>
            <a:lvl8pPr marL="34290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8pPr>
            <a:lvl9pPr marL="3886200" indent="-228600" defTabSz="966788" eaLnBrk="0" fontAlgn="base" hangingPunct="0">
              <a:spcBef>
                <a:spcPct val="20000"/>
              </a:spcBef>
              <a:spcAft>
                <a:spcPct val="0"/>
              </a:spcAft>
              <a:buClr>
                <a:schemeClr val="tx1"/>
              </a:buClr>
              <a:buSzPct val="60000"/>
              <a:buFont typeface="Wingdings" panose="05000000000000000000" pitchFamily="2" charset="2"/>
              <a:defRPr sz="3200">
                <a:solidFill>
                  <a:schemeClr val="tx1"/>
                </a:solidFill>
                <a:latin typeface="Arial Black" panose="020B0A04020102020204" pitchFamily="34" charset="0"/>
              </a:defRPr>
            </a:lvl9pPr>
          </a:lstStyle>
          <a:p>
            <a:fld id="{C745F7B9-684C-4C24-9950-EF37B7165ABE}" type="slidenum">
              <a:rPr lang="en-US" altLang="en-US" sz="1300">
                <a:latin typeface="Times New Roman" panose="02020603050405020304" pitchFamily="18" charset="0"/>
              </a:rPr>
              <a:pPr/>
              <a:t>62</a:t>
            </a:fld>
            <a:endParaRPr lang="en-US" altLang="en-US" sz="1300">
              <a:latin typeface="Times New Roman" panose="02020603050405020304" pitchFamily="18" charset="0"/>
            </a:endParaRPr>
          </a:p>
        </p:txBody>
      </p:sp>
      <p:sp>
        <p:nvSpPr>
          <p:cNvPr id="210950" name="Rectangle 2">
            <a:extLst>
              <a:ext uri="{FF2B5EF4-FFF2-40B4-BE49-F238E27FC236}">
                <a16:creationId xmlns:a16="http://schemas.microsoft.com/office/drawing/2014/main" id="{A8452E21-AC58-BB41-3D01-CB931C680E1D}"/>
              </a:ext>
            </a:extLst>
          </p:cNvPr>
          <p:cNvSpPr>
            <a:spLocks noGrp="1" noRot="1" noChangeAspect="1" noChangeArrowheads="1" noTextEdit="1"/>
          </p:cNvSpPr>
          <p:nvPr>
            <p:ph type="sldImg"/>
          </p:nvPr>
        </p:nvSpPr>
        <p:spPr>
          <a:ln/>
        </p:spPr>
      </p:sp>
      <p:sp>
        <p:nvSpPr>
          <p:cNvPr id="210951" name="Rectangle 3">
            <a:extLst>
              <a:ext uri="{FF2B5EF4-FFF2-40B4-BE49-F238E27FC236}">
                <a16:creationId xmlns:a16="http://schemas.microsoft.com/office/drawing/2014/main" id="{2B74F2D5-AC29-AF54-F110-3D847E08083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AU" altLang="en-US" dirty="0"/>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285932-DA28-AA4C-4FBC-36B928340BB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2805AAE-54B2-4275-A5C6-8754F08249D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93E3335-C14E-53F3-4CA0-6CC97EEF9F8A}"/>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07CFB0A7-23AA-D254-1DED-84DEB0CB263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1871323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969197-A26E-4985-B495-20DA070F3A3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AE446BE-980B-F7D3-2667-7A73D7E54BB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9EE37C2-E56D-3E96-66B6-821AE3185455}"/>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53E91CDA-FF24-BC5A-58C7-AD052F6E705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55391413"/>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8D2188-7E10-96B8-073D-D8B185E10D4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7DA654C-4DC0-415F-E2BA-8410F8CF045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6B2D178-6555-4C26-0181-FE00708EF699}"/>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BCD9EDE3-BBC1-2CE3-B937-3844ECDAD79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9812524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478AE4-C724-66C7-3004-9E6F9D5C00B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00C66BC-7D94-F4D4-EB4E-03729574879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A56F45E-B00C-A790-8883-BAB5B2F17D17}"/>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5AFC22F2-789B-7A6C-870D-2F605294465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7691260"/>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1354504"/>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646543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3842513"/>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573649"/>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628738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C8B3B4-1B2D-9C54-F40C-4E052C498EE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7D9C508-E57D-AA89-D046-6B175265E6D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2899B0F-2ECE-5566-250B-A50CB93A6964}"/>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372CC30B-CDD2-F33D-001D-84D65A34649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54227414"/>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377983"/>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032059"/>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5824344"/>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76</a:t>
            </a:fld>
            <a:endParaRPr lang="en-US"/>
          </a:p>
        </p:txBody>
      </p:sp>
    </p:spTree>
    <p:extLst>
      <p:ext uri="{BB962C8B-B14F-4D97-AF65-F5344CB8AC3E}">
        <p14:creationId xmlns:p14="http://schemas.microsoft.com/office/powerpoint/2010/main" val="257439433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4737182"/>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2030058"/>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0758039"/>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765410"/>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8305168"/>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130950"/>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468809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520579"/>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90</a:t>
            </a:fld>
            <a:endParaRPr lang="en-US"/>
          </a:p>
        </p:txBody>
      </p:sp>
    </p:spTree>
    <p:extLst>
      <p:ext uri="{BB962C8B-B14F-4D97-AF65-F5344CB8AC3E}">
        <p14:creationId xmlns:p14="http://schemas.microsoft.com/office/powerpoint/2010/main" val="2241799919"/>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4763660"/>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7936239"/>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049352"/>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82539"/>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8717562"/>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727505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4783494"/>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145208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4554268"/>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0195442"/>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101</a:t>
            </a:fld>
            <a:endParaRPr lang="en-US"/>
          </a:p>
        </p:txBody>
      </p:sp>
    </p:spTree>
    <p:extLst>
      <p:ext uri="{BB962C8B-B14F-4D97-AF65-F5344CB8AC3E}">
        <p14:creationId xmlns:p14="http://schemas.microsoft.com/office/powerpoint/2010/main" val="1569779696"/>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6758047"/>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103</a:t>
            </a:fld>
            <a:endParaRPr lang="en-US"/>
          </a:p>
        </p:txBody>
      </p:sp>
    </p:spTree>
    <p:extLst>
      <p:ext uri="{BB962C8B-B14F-4D97-AF65-F5344CB8AC3E}">
        <p14:creationId xmlns:p14="http://schemas.microsoft.com/office/powerpoint/2010/main" val="1428184855"/>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5647878"/>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3569991"/>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31596674"/>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796344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7577899"/>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524150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12.png"/><Relationship Id="rId18" Type="http://schemas.openxmlformats.org/officeDocument/2006/relationships/image" Target="../media/image17.png"/><Relationship Id="rId3" Type="http://schemas.openxmlformats.org/officeDocument/2006/relationships/image" Target="../media/image2.png"/><Relationship Id="rId21" Type="http://schemas.openxmlformats.org/officeDocument/2006/relationships/image" Target="../media/image20.png"/><Relationship Id="rId7" Type="http://schemas.openxmlformats.org/officeDocument/2006/relationships/image" Target="../media/image6.png"/><Relationship Id="rId12" Type="http://schemas.openxmlformats.org/officeDocument/2006/relationships/image" Target="../media/image11.png"/><Relationship Id="rId17" Type="http://schemas.openxmlformats.org/officeDocument/2006/relationships/image" Target="../media/image16.png"/><Relationship Id="rId25" Type="http://schemas.openxmlformats.org/officeDocument/2006/relationships/image" Target="../media/image24.png"/><Relationship Id="rId2" Type="http://schemas.openxmlformats.org/officeDocument/2006/relationships/notesSlide" Target="../notesSlides/notesSlide4.xml"/><Relationship Id="rId16" Type="http://schemas.openxmlformats.org/officeDocument/2006/relationships/image" Target="../media/image15.png"/><Relationship Id="rId20"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5.png"/><Relationship Id="rId11" Type="http://schemas.openxmlformats.org/officeDocument/2006/relationships/image" Target="../media/image10.png"/><Relationship Id="rId24" Type="http://schemas.openxmlformats.org/officeDocument/2006/relationships/image" Target="../media/image23.png"/><Relationship Id="rId5" Type="http://schemas.openxmlformats.org/officeDocument/2006/relationships/image" Target="../media/image4.png"/><Relationship Id="rId15" Type="http://schemas.openxmlformats.org/officeDocument/2006/relationships/image" Target="../media/image14.png"/><Relationship Id="rId23" Type="http://schemas.openxmlformats.org/officeDocument/2006/relationships/image" Target="../media/image22.png"/><Relationship Id="rId10" Type="http://schemas.openxmlformats.org/officeDocument/2006/relationships/image" Target="../media/image9.png"/><Relationship Id="rId19" Type="http://schemas.openxmlformats.org/officeDocument/2006/relationships/image" Target="../media/image18.png"/><Relationship Id="rId4" Type="http://schemas.openxmlformats.org/officeDocument/2006/relationships/image" Target="../media/image3.png"/><Relationship Id="rId9" Type="http://schemas.openxmlformats.org/officeDocument/2006/relationships/image" Target="../media/image8.png"/><Relationship Id="rId14" Type="http://schemas.openxmlformats.org/officeDocument/2006/relationships/image" Target="../media/image13.png"/><Relationship Id="rId22" Type="http://schemas.openxmlformats.org/officeDocument/2006/relationships/image" Target="../media/image21.png"/></Relationships>
</file>

<file path=ppt/slides/_rels/slide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notesSlide" Target="../notesSlides/notesSlide5.xml"/><Relationship Id="rId1" Type="http://schemas.openxmlformats.org/officeDocument/2006/relationships/slideLayout" Target="../slideLayouts/slideLayout3.xml"/><Relationship Id="rId4" Type="http://schemas.openxmlformats.org/officeDocument/2006/relationships/image" Target="../media/image26.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7.xml"/><Relationship Id="rId1" Type="http://schemas.openxmlformats.org/officeDocument/2006/relationships/slideLayout" Target="../slideLayouts/slideLayout4.xml"/><Relationship Id="rId4" Type="http://schemas.openxmlformats.org/officeDocument/2006/relationships/image" Target="../media/image28.emf"/></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6.xml"/><Relationship Id="rId1" Type="http://schemas.openxmlformats.org/officeDocument/2006/relationships/slideLayout" Target="../slideLayouts/slideLayout3.xml"/><Relationship Id="rId5" Type="http://schemas.openxmlformats.org/officeDocument/2006/relationships/image" Target="../media/image31.png"/><Relationship Id="rId4" Type="http://schemas.openxmlformats.org/officeDocument/2006/relationships/image" Target="../media/image30.png"/></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39.xml"/><Relationship Id="rId1" Type="http://schemas.openxmlformats.org/officeDocument/2006/relationships/slideLayout" Target="../slideLayouts/slideLayout2.xml"/><Relationship Id="rId4" Type="http://schemas.openxmlformats.org/officeDocument/2006/relationships/image" Target="../media/image34.png"/></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43.xml"/><Relationship Id="rId1" Type="http://schemas.openxmlformats.org/officeDocument/2006/relationships/slideLayout" Target="../slideLayouts/slideLayout2.xml"/><Relationship Id="rId4" Type="http://schemas.openxmlformats.org/officeDocument/2006/relationships/image" Target="../media/image36.png"/></Relationships>
</file>

<file path=ppt/slides/_rels/slide44.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hyperlink" Target="http://www.icann.org/" TargetMode="External"/><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53.xml"/><Relationship Id="rId1" Type="http://schemas.openxmlformats.org/officeDocument/2006/relationships/slideLayout" Target="../slideLayouts/slideLayout2.xml"/><Relationship Id="rId4" Type="http://schemas.openxmlformats.org/officeDocument/2006/relationships/image" Target="../media/image40.png"/></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3" Type="http://schemas.openxmlformats.org/officeDocument/2006/relationships/image" Target="../media/image35.png"/><Relationship Id="rId7" Type="http://schemas.openxmlformats.org/officeDocument/2006/relationships/image" Target="../media/image42.png"/><Relationship Id="rId2" Type="http://schemas.openxmlformats.org/officeDocument/2006/relationships/notesSlide" Target="../notesSlides/notesSlide69.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36.png"/></Relationships>
</file>

<file path=ppt/slides/_rels/slide70.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70.xml"/><Relationship Id="rId1" Type="http://schemas.openxmlformats.org/officeDocument/2006/relationships/slideLayout" Target="../slideLayouts/slideLayout2.xml"/><Relationship Id="rId4" Type="http://schemas.openxmlformats.org/officeDocument/2006/relationships/image" Target="../media/image44.png"/></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12.png"/><Relationship Id="rId18" Type="http://schemas.openxmlformats.org/officeDocument/2006/relationships/image" Target="../media/image17.png"/><Relationship Id="rId3" Type="http://schemas.openxmlformats.org/officeDocument/2006/relationships/image" Target="../media/image2.png"/><Relationship Id="rId21" Type="http://schemas.openxmlformats.org/officeDocument/2006/relationships/image" Target="../media/image20.png"/><Relationship Id="rId7" Type="http://schemas.openxmlformats.org/officeDocument/2006/relationships/image" Target="../media/image24.png"/><Relationship Id="rId12" Type="http://schemas.openxmlformats.org/officeDocument/2006/relationships/image" Target="../media/image11.png"/><Relationship Id="rId17" Type="http://schemas.openxmlformats.org/officeDocument/2006/relationships/image" Target="../media/image16.png"/><Relationship Id="rId25" Type="http://schemas.openxmlformats.org/officeDocument/2006/relationships/image" Target="../media/image6.png"/><Relationship Id="rId2" Type="http://schemas.openxmlformats.org/officeDocument/2006/relationships/notesSlide" Target="../notesSlides/notesSlide72.xml"/><Relationship Id="rId16" Type="http://schemas.openxmlformats.org/officeDocument/2006/relationships/image" Target="../media/image15.png"/><Relationship Id="rId20" Type="http://schemas.openxmlformats.org/officeDocument/2006/relationships/image" Target="../media/image19.png"/><Relationship Id="rId1" Type="http://schemas.openxmlformats.org/officeDocument/2006/relationships/slideLayout" Target="../slideLayouts/slideLayout2.xml"/><Relationship Id="rId6" Type="http://schemas.openxmlformats.org/officeDocument/2006/relationships/image" Target="../media/image23.png"/><Relationship Id="rId11" Type="http://schemas.openxmlformats.org/officeDocument/2006/relationships/image" Target="../media/image10.png"/><Relationship Id="rId24" Type="http://schemas.openxmlformats.org/officeDocument/2006/relationships/image" Target="../media/image5.png"/><Relationship Id="rId5" Type="http://schemas.openxmlformats.org/officeDocument/2006/relationships/image" Target="../media/image4.png"/><Relationship Id="rId15" Type="http://schemas.openxmlformats.org/officeDocument/2006/relationships/image" Target="../media/image14.png"/><Relationship Id="rId23" Type="http://schemas.openxmlformats.org/officeDocument/2006/relationships/image" Target="../media/image22.png"/><Relationship Id="rId10" Type="http://schemas.openxmlformats.org/officeDocument/2006/relationships/image" Target="../media/image9.png"/><Relationship Id="rId19" Type="http://schemas.openxmlformats.org/officeDocument/2006/relationships/image" Target="../media/image18.png"/><Relationship Id="rId4" Type="http://schemas.openxmlformats.org/officeDocument/2006/relationships/image" Target="../media/image3.png"/><Relationship Id="rId9" Type="http://schemas.openxmlformats.org/officeDocument/2006/relationships/image" Target="../media/image8.png"/><Relationship Id="rId14" Type="http://schemas.openxmlformats.org/officeDocument/2006/relationships/image" Target="../media/image13.png"/><Relationship Id="rId22" Type="http://schemas.openxmlformats.org/officeDocument/2006/relationships/image" Target="../media/image21.png"/></Relationships>
</file>

<file path=ppt/slides/_rels/slide73.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73.xml"/><Relationship Id="rId1" Type="http://schemas.openxmlformats.org/officeDocument/2006/relationships/slideLayout" Target="../slideLayouts/slideLayout2.xml"/><Relationship Id="rId4" Type="http://schemas.openxmlformats.org/officeDocument/2006/relationships/image" Target="../media/image46.png"/></Relationships>
</file>

<file path=ppt/slides/_rels/slide74.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74.xml"/><Relationship Id="rId1" Type="http://schemas.openxmlformats.org/officeDocument/2006/relationships/slideLayout" Target="../slideLayouts/slideLayout2.xml"/><Relationship Id="rId4" Type="http://schemas.openxmlformats.org/officeDocument/2006/relationships/image" Target="../media/image46.png"/></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90.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4.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98.xml"/><Relationship Id="rId1" Type="http://schemas.openxmlformats.org/officeDocument/2006/relationships/slideLayout" Target="../slideLayouts/slideLayout2.xml"/><Relationship Id="rId4" Type="http://schemas.openxmlformats.org/officeDocument/2006/relationships/image" Target="../media/image50.png"/></Relationships>
</file>

<file path=ppt/slides/_rels/slide99.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99.xml"/><Relationship Id="rId1" Type="http://schemas.openxmlformats.org/officeDocument/2006/relationships/slideLayout" Target="../slideLayouts/slideLayout2.xml"/><Relationship Id="rId4" Type="http://schemas.openxmlformats.org/officeDocument/2006/relationships/image" Target="../media/image50.png"/></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4.xml"/></Relationships>
</file>

<file path=ppt/slides/_rels/slide10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01.xml"/><Relationship Id="rId1" Type="http://schemas.openxmlformats.org/officeDocument/2006/relationships/slideLayout" Target="../slideLayouts/slideLayout3.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image" Target="../media/image2.png"/><Relationship Id="rId21" Type="http://schemas.openxmlformats.org/officeDocument/2006/relationships/image" Target="../media/image22.png"/><Relationship Id="rId7" Type="http://schemas.openxmlformats.org/officeDocument/2006/relationships/image" Target="../media/image7.png"/><Relationship Id="rId12" Type="http://schemas.openxmlformats.org/officeDocument/2006/relationships/image" Target="../media/image13.png"/><Relationship Id="rId17" Type="http://schemas.openxmlformats.org/officeDocument/2006/relationships/image" Target="../media/image18.png"/><Relationship Id="rId2" Type="http://schemas.openxmlformats.org/officeDocument/2006/relationships/notesSlide" Target="../notesSlides/notesSlide103.xml"/><Relationship Id="rId16" Type="http://schemas.openxmlformats.org/officeDocument/2006/relationships/image" Target="../media/image17.png"/><Relationship Id="rId20" Type="http://schemas.openxmlformats.org/officeDocument/2006/relationships/image" Target="../media/image21.png"/><Relationship Id="rId1" Type="http://schemas.openxmlformats.org/officeDocument/2006/relationships/slideLayout" Target="../slideLayouts/slideLayout4.xml"/><Relationship Id="rId6" Type="http://schemas.openxmlformats.org/officeDocument/2006/relationships/image" Target="../media/image6.png"/><Relationship Id="rId11" Type="http://schemas.openxmlformats.org/officeDocument/2006/relationships/image" Target="../media/image12.png"/><Relationship Id="rId24" Type="http://schemas.openxmlformats.org/officeDocument/2006/relationships/image" Target="../media/image52.png"/><Relationship Id="rId5" Type="http://schemas.openxmlformats.org/officeDocument/2006/relationships/image" Target="../media/image5.png"/><Relationship Id="rId15" Type="http://schemas.openxmlformats.org/officeDocument/2006/relationships/image" Target="../media/image16.png"/><Relationship Id="rId23" Type="http://schemas.openxmlformats.org/officeDocument/2006/relationships/image" Target="../media/image24.png"/><Relationship Id="rId10" Type="http://schemas.openxmlformats.org/officeDocument/2006/relationships/image" Target="../media/image11.png"/><Relationship Id="rId19" Type="http://schemas.openxmlformats.org/officeDocument/2006/relationships/image" Target="../media/image20.png"/><Relationship Id="rId4" Type="http://schemas.openxmlformats.org/officeDocument/2006/relationships/image" Target="../media/image3.png"/><Relationship Id="rId9" Type="http://schemas.openxmlformats.org/officeDocument/2006/relationships/image" Target="../media/image42.png"/><Relationship Id="rId14" Type="http://schemas.openxmlformats.org/officeDocument/2006/relationships/image" Target="../media/image15.png"/><Relationship Id="rId22" Type="http://schemas.openxmlformats.org/officeDocument/2006/relationships/image" Target="../media/image51.png"/></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4.xml"/></Relationships>
</file>

<file path=ppt/slides/_rels/slide107.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2.png"/><Relationship Id="rId7" Type="http://schemas.openxmlformats.org/officeDocument/2006/relationships/image" Target="../media/image5.png"/><Relationship Id="rId2" Type="http://schemas.openxmlformats.org/officeDocument/2006/relationships/notesSlide" Target="../notesSlides/notesSlide107.xml"/><Relationship Id="rId1" Type="http://schemas.openxmlformats.org/officeDocument/2006/relationships/slideLayout" Target="../slideLayouts/slideLayout2.xml"/><Relationship Id="rId6" Type="http://schemas.openxmlformats.org/officeDocument/2006/relationships/image" Target="../media/image12.png"/><Relationship Id="rId5" Type="http://schemas.openxmlformats.org/officeDocument/2006/relationships/image" Target="../media/image16.png"/><Relationship Id="rId4" Type="http://schemas.openxmlformats.org/officeDocument/2006/relationships/image" Target="../media/image15.png"/><Relationship Id="rId9" Type="http://schemas.openxmlformats.org/officeDocument/2006/relationships/image" Target="../media/image14.png"/></Relationships>
</file>

<file path=ppt/slides/_rels/slide108.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17.png"/><Relationship Id="rId3" Type="http://schemas.openxmlformats.org/officeDocument/2006/relationships/image" Target="../media/image53.png"/><Relationship Id="rId7" Type="http://schemas.openxmlformats.org/officeDocument/2006/relationships/image" Target="../media/image20.png"/><Relationship Id="rId12" Type="http://schemas.openxmlformats.org/officeDocument/2006/relationships/image" Target="../media/image24.png"/><Relationship Id="rId2" Type="http://schemas.openxmlformats.org/officeDocument/2006/relationships/notesSlide" Target="../notesSlides/notesSlide108.xml"/><Relationship Id="rId1" Type="http://schemas.openxmlformats.org/officeDocument/2006/relationships/slideLayout" Target="../slideLayouts/slideLayout2.xml"/><Relationship Id="rId6" Type="http://schemas.openxmlformats.org/officeDocument/2006/relationships/image" Target="../media/image19.png"/><Relationship Id="rId11" Type="http://schemas.openxmlformats.org/officeDocument/2006/relationships/image" Target="../media/image23.png"/><Relationship Id="rId5" Type="http://schemas.openxmlformats.org/officeDocument/2006/relationships/image" Target="../media/image55.png"/><Relationship Id="rId10" Type="http://schemas.openxmlformats.org/officeDocument/2006/relationships/image" Target="../media/image56.png"/><Relationship Id="rId4" Type="http://schemas.openxmlformats.org/officeDocument/2006/relationships/image" Target="../media/image54.png"/><Relationship Id="rId9" Type="http://schemas.openxmlformats.org/officeDocument/2006/relationships/image" Target="../media/image18.png"/></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4.xml"/></Relationships>
</file>

<file path=ppt/slides/_rels/slide1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4</a:t>
            </a:r>
            <a:br>
              <a:rPr lang="en-US" altLang="en-US" sz="6000" b="1" dirty="0">
                <a:solidFill>
                  <a:srgbClr val="000099"/>
                </a:solidFill>
                <a:latin typeface="+mj-lt"/>
              </a:rPr>
            </a:br>
            <a:r>
              <a:rPr lang="en-US" altLang="en-US" sz="5400" b="1" dirty="0">
                <a:solidFill>
                  <a:srgbClr val="000099"/>
                </a:solidFill>
                <a:latin typeface="+mj-lt"/>
              </a:rPr>
              <a:t>Network Layer:</a:t>
            </a:r>
          </a:p>
          <a:p>
            <a:pPr eaLnBrk="1" hangingPunct="1">
              <a:lnSpc>
                <a:spcPct val="85000"/>
              </a:lnSpc>
            </a:pPr>
            <a:r>
              <a:rPr lang="en-US" altLang="en-US" sz="5400" b="1" dirty="0">
                <a:solidFill>
                  <a:srgbClr val="000099"/>
                </a:solidFill>
                <a:latin typeface="+mj-lt"/>
              </a:rPr>
              <a:t>Data Plane</a:t>
            </a:r>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5835834"/>
            <a:ext cx="5378450" cy="460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1400" dirty="0">
                <a:latin typeface="+mn-lt"/>
              </a:rPr>
              <a:t>     All material copyright 1996-2020</a:t>
            </a:r>
          </a:p>
          <a:p>
            <a:pPr>
              <a:lnSpc>
                <a:spcPct val="85000"/>
              </a:lnSpc>
            </a:pPr>
            <a:r>
              <a:rPr lang="en-US" altLang="en-US" sz="1400" dirty="0">
                <a:latin typeface="+mn-lt"/>
              </a:rPr>
              <a:t>     J.F Kurose and K.W. Ross, All Rights Reserved</a:t>
            </a:r>
            <a:endParaRPr lang="en-US" altLang="en-US" sz="1200" dirty="0">
              <a:latin typeface="+mn-lt"/>
            </a:endParaRPr>
          </a:p>
        </p:txBody>
      </p:sp>
      <p:sp>
        <p:nvSpPr>
          <p:cNvPr id="2" name="Text Box 6">
            <a:extLst>
              <a:ext uri="{FF2B5EF4-FFF2-40B4-BE49-F238E27FC236}">
                <a16:creationId xmlns:a16="http://schemas.microsoft.com/office/drawing/2014/main" id="{5034FC90-CEF0-16DF-200C-5B72D48E6CD5}"/>
              </a:ext>
            </a:extLst>
          </p:cNvPr>
          <p:cNvSpPr txBox="1">
            <a:spLocks noChangeArrowheads="1"/>
          </p:cNvSpPr>
          <p:nvPr/>
        </p:nvSpPr>
        <p:spPr bwMode="auto">
          <a:xfrm>
            <a:off x="1435739" y="2976572"/>
            <a:ext cx="5378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zh-CN" dirty="0">
                <a:latin typeface="+mn-lt"/>
              </a:rPr>
              <a:t>Instructor: Tianming Zhao</a:t>
            </a:r>
            <a:endParaRPr lang="en-US" altLang="en-US" sz="1800" dirty="0"/>
          </a:p>
        </p:txBody>
      </p:sp>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Network layer: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network layer services, focusing on data plane:</a:t>
            </a:r>
          </a:p>
          <a:p>
            <a:pPr lvl="1">
              <a:buFont typeface="Arial"/>
              <a:buChar char="•"/>
              <a:defRPr/>
            </a:pPr>
            <a:r>
              <a:rPr lang="en-US" sz="2800" dirty="0"/>
              <a:t>network layer service models</a:t>
            </a:r>
          </a:p>
          <a:p>
            <a:pPr lvl="1">
              <a:buFont typeface="Arial"/>
              <a:buChar char="•"/>
              <a:defRPr/>
            </a:pPr>
            <a:r>
              <a:rPr lang="en-US" sz="2800" dirty="0"/>
              <a:t>forwarding versus routing</a:t>
            </a:r>
          </a:p>
          <a:p>
            <a:pPr lvl="1">
              <a:buFont typeface="Arial"/>
              <a:buChar char="•"/>
              <a:defRPr/>
            </a:pPr>
            <a:r>
              <a:rPr lang="en-US" sz="2800" dirty="0"/>
              <a:t>how a router works</a:t>
            </a:r>
          </a:p>
          <a:p>
            <a:pPr lvl="1">
              <a:buFont typeface="Arial"/>
              <a:buChar char="•"/>
              <a:defRPr/>
            </a:pPr>
            <a:r>
              <a:rPr lang="en-US" sz="2800" dirty="0"/>
              <a:t>addressing</a:t>
            </a:r>
          </a:p>
          <a:p>
            <a:pPr lvl="1">
              <a:buFont typeface="Arial"/>
              <a:buChar char="•"/>
              <a:defRPr/>
            </a:pPr>
            <a:r>
              <a:rPr lang="en-US" sz="2800" dirty="0"/>
              <a:t>generalized forwarding</a:t>
            </a:r>
          </a:p>
          <a:p>
            <a:pPr lvl="1">
              <a:buFont typeface="Arial"/>
              <a:buChar char="•"/>
              <a:defRPr/>
            </a:pPr>
            <a:r>
              <a:rPr lang="en-US" sz="2800" dirty="0"/>
              <a:t>Internet architecture</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172199" y="1572573"/>
            <a:ext cx="5584371" cy="4351338"/>
          </a:xfrm>
        </p:spPr>
        <p:txBody>
          <a:bodyPr>
            <a:normAutofit/>
          </a:bodyPr>
          <a:lstStyle/>
          <a:p>
            <a:pPr marL="407988" indent="-277813"/>
            <a:r>
              <a:rPr lang="en-US" sz="3200" dirty="0"/>
              <a:t>instantiation, implementation in the Internet</a:t>
            </a:r>
          </a:p>
          <a:p>
            <a:pPr lvl="1"/>
            <a:r>
              <a:rPr lang="en-US" sz="2800" dirty="0"/>
              <a:t>IP protocol</a:t>
            </a:r>
          </a:p>
          <a:p>
            <a:pPr lvl="1"/>
            <a:r>
              <a:rPr lang="en-US" sz="2800" dirty="0"/>
              <a:t>NAT, middleboxes</a:t>
            </a:r>
          </a:p>
        </p:txBody>
      </p:sp>
      <p:sp>
        <p:nvSpPr>
          <p:cNvPr id="5" name="Slide Number Placeholder 4">
            <a:extLst>
              <a:ext uri="{FF2B5EF4-FFF2-40B4-BE49-F238E27FC236}">
                <a16:creationId xmlns:a16="http://schemas.microsoft.com/office/drawing/2014/main" id="{AF90DE33-80BA-7C4C-A2DC-16FEA33E29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a:t>
            </a:fld>
            <a:endParaRPr lang="en-US" dirty="0"/>
          </a:p>
        </p:txBody>
      </p:sp>
    </p:spTree>
    <p:extLst>
      <p:ext uri="{BB962C8B-B14F-4D97-AF65-F5344CB8AC3E}">
        <p14:creationId xmlns:p14="http://schemas.microsoft.com/office/powerpoint/2010/main" val="4100286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pPr>
            <a:r>
              <a:rPr lang="en-US" altLang="en-US" sz="3200" dirty="0">
                <a:solidFill>
                  <a:srgbClr val="CC0000"/>
                </a:solidFill>
                <a:ea typeface="ＭＳ Ｐゴシック" panose="020B0600070205080204" pitchFamily="34" charset="-128"/>
                <a:cs typeface="Arial" panose="020B0604020202020204" pitchFamily="34" charset="0"/>
              </a:rPr>
              <a:t>Network layer: overview</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data plane</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control plane</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r>
              <a:rPr lang="en-US" altLang="en-US" sz="3200" dirty="0">
                <a:ea typeface="ＭＳ Ｐゴシック" panose="020B0600070205080204" pitchFamily="34" charset="-128"/>
                <a:cs typeface="ＭＳ Ｐゴシック" panose="020B0600070205080204" pitchFamily="34" charset="-128"/>
              </a:rPr>
              <a:t>Generalized Forwarding, SDN</a:t>
            </a:r>
          </a:p>
          <a:p>
            <a:pPr lvl="1">
              <a:spcBef>
                <a:spcPts val="0"/>
              </a:spcBef>
            </a:pPr>
            <a:r>
              <a:rPr lang="en-US" altLang="en-US" sz="2800" dirty="0" err="1">
                <a:ea typeface="ＭＳ Ｐゴシック" panose="020B0600070205080204" pitchFamily="34" charset="-128"/>
              </a:rPr>
              <a:t>Match+action</a:t>
            </a:r>
            <a:endParaRPr lang="en-US" altLang="en-US" sz="2800" dirty="0">
              <a:ea typeface="ＭＳ Ｐゴシック" panose="020B0600070205080204" pitchFamily="34" charset="-128"/>
            </a:endParaRPr>
          </a:p>
          <a:p>
            <a:pPr lvl="1">
              <a:spcBef>
                <a:spcPts val="0"/>
              </a:spcBef>
            </a:pPr>
            <a:r>
              <a:rPr lang="en-US" altLang="en-US" sz="2800" dirty="0">
                <a:ea typeface="ＭＳ Ｐゴシック" panose="020B0600070205080204" pitchFamily="34" charset="-128"/>
              </a:rPr>
              <a:t>OpenFlow: </a:t>
            </a:r>
            <a:r>
              <a:rPr lang="en-US" altLang="en-US" sz="2800" dirty="0" err="1">
                <a:ea typeface="ＭＳ Ｐゴシック" panose="020B0600070205080204" pitchFamily="34" charset="-128"/>
              </a:rPr>
              <a:t>match+action</a:t>
            </a:r>
            <a:r>
              <a:rPr lang="en-US" altLang="en-US" sz="2800" dirty="0">
                <a:ea typeface="ＭＳ Ｐゴシック" panose="020B0600070205080204" pitchFamily="34" charset="-128"/>
              </a:rPr>
              <a:t> in action</a:t>
            </a:r>
          </a:p>
          <a:p>
            <a:pPr marL="407988" indent="-277813">
              <a:spcBef>
                <a:spcPts val="600"/>
              </a:spcBef>
            </a:pPr>
            <a:r>
              <a:rPr lang="en-US" altLang="en-US" sz="3200" dirty="0">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3</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 ports, switching, output ports</a:t>
            </a:r>
          </a:p>
          <a:p>
            <a:pPr lvl="1">
              <a:spcBef>
                <a:spcPts val="0"/>
              </a:spcBef>
            </a:pPr>
            <a:r>
              <a:rPr lang="en-US" altLang="ja-JP" sz="2800" dirty="0">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0"/>
              </a:spcBef>
            </a:pPr>
            <a:r>
              <a:rPr lang="en-US" altLang="en-US" sz="2800" dirty="0">
                <a:ea typeface="ＭＳ Ｐゴシック" panose="020B0600070205080204" pitchFamily="34" charset="-128"/>
                <a:cs typeface="Arial" panose="020B0604020202020204" pitchFamily="34" charset="0"/>
              </a:rPr>
              <a:t>datagram format</a:t>
            </a:r>
          </a:p>
          <a:p>
            <a:pPr lvl="1">
              <a:spcBef>
                <a:spcPts val="0"/>
              </a:spcBef>
            </a:pPr>
            <a:r>
              <a:rPr lang="en-US" altLang="en-US" sz="2800" dirty="0">
                <a:ea typeface="ＭＳ Ｐゴシック" panose="020B0600070205080204" pitchFamily="34" charset="-128"/>
                <a:cs typeface="Arial" panose="020B0604020202020204" pitchFamily="34" charset="0"/>
              </a:rPr>
              <a:t>addressing</a:t>
            </a:r>
          </a:p>
          <a:p>
            <a:pPr lvl="1">
              <a:spcBef>
                <a:spcPts val="0"/>
              </a:spcBef>
            </a:pPr>
            <a:r>
              <a:rPr lang="en-US" altLang="en-US" sz="2800" dirty="0">
                <a:ea typeface="ＭＳ Ｐゴシック" panose="020B0600070205080204" pitchFamily="34" charset="-128"/>
                <a:cs typeface="Arial" panose="020B0604020202020204" pitchFamily="34" charset="0"/>
              </a:rPr>
              <a:t>network address translation</a:t>
            </a:r>
          </a:p>
          <a:p>
            <a:pPr lvl="1">
              <a:spcBef>
                <a:spcPts val="0"/>
              </a:spcBef>
            </a:pPr>
            <a:r>
              <a:rPr lang="en-US" altLang="en-US" sz="2800" dirty="0">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851074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
                                            <p:txEl>
                                              <p:pRg st="3" end="3"/>
                                            </p:txEl>
                                          </p:spTgt>
                                        </p:tgtEl>
                                        <p:attrNameLst>
                                          <p:attrName>style.visibility</p:attrName>
                                        </p:attrNameLst>
                                      </p:cBhvr>
                                      <p:to>
                                        <p:strVal val="visible"/>
                                      </p:to>
                                    </p:set>
                                    <p:animEffect transition="in" filter="dissolve">
                                      <p:cBhvr>
                                        <p:cTn id="18" dur="500"/>
                                        <p:tgtEl>
                                          <p:spTgt spid="10">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Network-layer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617981" cy="528434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transport segment from sending to receiving host </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sender: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encapsulates segments into datagrams, passes to link layer</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receiver: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delivers segments to transport layer protocol</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 layer protocols in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every Internet device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hosts, routers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routers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examines header fields in all IP datagrams passing through it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moves datagrams from input ports to output ports to transfer datagrams along end-end path</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1">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74" name="Group 473">
            <a:extLst>
              <a:ext uri="{FF2B5EF4-FFF2-40B4-BE49-F238E27FC236}">
                <a16:creationId xmlns:a16="http://schemas.microsoft.com/office/drawing/2014/main" id="{68802756-5E0F-D142-AA8F-2D274E297BB1}"/>
              </a:ext>
            </a:extLst>
          </p:cNvPr>
          <p:cNvGrpSpPr/>
          <p:nvPr/>
        </p:nvGrpSpPr>
        <p:grpSpPr>
          <a:xfrm>
            <a:off x="6571713" y="2686293"/>
            <a:ext cx="1038308" cy="956788"/>
            <a:chOff x="6571713" y="2686293"/>
            <a:chExt cx="1038308" cy="956788"/>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55" name="Group 454">
              <a:extLst>
                <a:ext uri="{FF2B5EF4-FFF2-40B4-BE49-F238E27FC236}">
                  <a16:creationId xmlns:a16="http://schemas.microsoft.com/office/drawing/2014/main" id="{F51EF82F-6B76-1D43-BDCE-36A16F512D10}"/>
                </a:ext>
              </a:extLst>
            </p:cNvPr>
            <p:cNvGrpSpPr/>
            <p:nvPr/>
          </p:nvGrpSpPr>
          <p:grpSpPr>
            <a:xfrm>
              <a:off x="6571713" y="2686293"/>
              <a:ext cx="764135" cy="854075"/>
              <a:chOff x="6571713" y="2686293"/>
              <a:chExt cx="764135" cy="854075"/>
            </a:xfrm>
          </p:grpSpPr>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9" name="Straight Connector 8">
                <a:extLst>
                  <a:ext uri="{FF2B5EF4-FFF2-40B4-BE49-F238E27FC236}">
                    <a16:creationId xmlns:a16="http://schemas.microsoft.com/office/drawing/2014/main" id="{3862EE7F-63B9-EE4A-8A32-E1BB698AA3F2}"/>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929A4F7E-FE01-E545-A0B9-9F724FDE264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BD3F59DE-C12C-D645-AC9D-20A80143D6BE}"/>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7757E2F0-9B94-084A-90A0-8529D1B757E6}"/>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4" name="Group 463">
            <a:extLst>
              <a:ext uri="{FF2B5EF4-FFF2-40B4-BE49-F238E27FC236}">
                <a16:creationId xmlns:a16="http://schemas.microsoft.com/office/drawing/2014/main" id="{6D7E4C2B-1DC3-2A4C-90A6-0BDE31D46D3B}"/>
              </a:ext>
            </a:extLst>
          </p:cNvPr>
          <p:cNvGrpSpPr/>
          <p:nvPr/>
        </p:nvGrpSpPr>
        <p:grpSpPr>
          <a:xfrm>
            <a:off x="10202006" y="5357871"/>
            <a:ext cx="970347" cy="854075"/>
            <a:chOff x="10202006" y="5357871"/>
            <a:chExt cx="970347" cy="854075"/>
          </a:xfrm>
        </p:grpSpPr>
        <p:sp>
          <p:nvSpPr>
            <p:cNvPr id="530" name="Freeform 917">
              <a:extLst>
                <a:ext uri="{FF2B5EF4-FFF2-40B4-BE49-F238E27FC236}">
                  <a16:creationId xmlns:a16="http://schemas.microsoft.com/office/drawing/2014/main" id="{88BB7911-0614-1748-A570-7F1CD9A39BB8}"/>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31" name="Group 530">
              <a:extLst>
                <a:ext uri="{FF2B5EF4-FFF2-40B4-BE49-F238E27FC236}">
                  <a16:creationId xmlns:a16="http://schemas.microsoft.com/office/drawing/2014/main" id="{19A9DE1D-45C9-C144-A1C0-784FDCD971D3}"/>
                </a:ext>
              </a:extLst>
            </p:cNvPr>
            <p:cNvGrpSpPr/>
            <p:nvPr/>
          </p:nvGrpSpPr>
          <p:grpSpPr>
            <a:xfrm>
              <a:off x="10408218" y="5357871"/>
              <a:ext cx="764135" cy="854075"/>
              <a:chOff x="6571713" y="2686293"/>
              <a:chExt cx="764135" cy="854075"/>
            </a:xfrm>
          </p:grpSpPr>
          <p:sp>
            <p:nvSpPr>
              <p:cNvPr id="532" name="Rectangle 228">
                <a:extLst>
                  <a:ext uri="{FF2B5EF4-FFF2-40B4-BE49-F238E27FC236}">
                    <a16:creationId xmlns:a16="http://schemas.microsoft.com/office/drawing/2014/main" id="{5DD713FD-EA40-9B4B-802C-3AF871B580F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3" name="Rectangle 229">
                <a:extLst>
                  <a:ext uri="{FF2B5EF4-FFF2-40B4-BE49-F238E27FC236}">
                    <a16:creationId xmlns:a16="http://schemas.microsoft.com/office/drawing/2014/main" id="{719538F1-BB3F-A747-B46B-E825372287C2}"/>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4" name="Text Box 230">
                <a:extLst>
                  <a:ext uri="{FF2B5EF4-FFF2-40B4-BE49-F238E27FC236}">
                    <a16:creationId xmlns:a16="http://schemas.microsoft.com/office/drawing/2014/main" id="{67AF1768-8AEF-FD44-8A30-E764E9F88B70}"/>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35" name="Straight Connector 534">
                <a:extLst>
                  <a:ext uri="{FF2B5EF4-FFF2-40B4-BE49-F238E27FC236}">
                    <a16:creationId xmlns:a16="http://schemas.microsoft.com/office/drawing/2014/main" id="{22CAF256-C57E-8848-9992-472431799A88}"/>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7573D7D3-A7AB-0B4F-A08C-BA6A7E07CA0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211E2459-6D52-2248-81F0-411DFD34BC1D}"/>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50F9C417-B611-7043-A15F-F361AA3E9B74}"/>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60901EC0-CB41-754B-B4DA-85BC262C3E55}"/>
              </a:ext>
            </a:extLst>
          </p:cNvPr>
          <p:cNvGrpSpPr/>
          <p:nvPr/>
        </p:nvGrpSpPr>
        <p:grpSpPr>
          <a:xfrm>
            <a:off x="7774998" y="3463448"/>
            <a:ext cx="3007624" cy="1690703"/>
            <a:chOff x="7774998" y="3463448"/>
            <a:chExt cx="3007624" cy="1690703"/>
          </a:xfrm>
        </p:grpSpPr>
        <p:grpSp>
          <p:nvGrpSpPr>
            <p:cNvPr id="458" name="Group 457">
              <a:extLst>
                <a:ext uri="{FF2B5EF4-FFF2-40B4-BE49-F238E27FC236}">
                  <a16:creationId xmlns:a16="http://schemas.microsoft.com/office/drawing/2014/main" id="{B4570A0C-5E2B-7C40-89EC-C23D39A482DA}"/>
                </a:ext>
              </a:extLst>
            </p:cNvPr>
            <p:cNvGrpSpPr/>
            <p:nvPr/>
          </p:nvGrpSpPr>
          <p:grpSpPr>
            <a:xfrm>
              <a:off x="7774998" y="4090572"/>
              <a:ext cx="571917" cy="577694"/>
              <a:chOff x="7774998" y="4090572"/>
              <a:chExt cx="571917" cy="577694"/>
            </a:xfrm>
          </p:grpSpPr>
          <p:sp>
            <p:nvSpPr>
              <p:cNvPr id="575" name="Freeform 917">
                <a:extLst>
                  <a:ext uri="{FF2B5EF4-FFF2-40B4-BE49-F238E27FC236}">
                    <a16:creationId xmlns:a16="http://schemas.microsoft.com/office/drawing/2014/main" id="{23F7F5C6-92E3-C040-BD26-8FBF5B6476F1}"/>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76" name="Group 575">
                <a:extLst>
                  <a:ext uri="{FF2B5EF4-FFF2-40B4-BE49-F238E27FC236}">
                    <a16:creationId xmlns:a16="http://schemas.microsoft.com/office/drawing/2014/main" id="{E45930EA-CBF5-A94B-B8A6-7DD15266A71D}"/>
                  </a:ext>
                </a:extLst>
              </p:cNvPr>
              <p:cNvGrpSpPr/>
              <p:nvPr/>
            </p:nvGrpSpPr>
            <p:grpSpPr>
              <a:xfrm>
                <a:off x="7774998" y="4206600"/>
                <a:ext cx="571917" cy="461666"/>
                <a:chOff x="9980560" y="726571"/>
                <a:chExt cx="659732" cy="461666"/>
              </a:xfrm>
            </p:grpSpPr>
            <p:sp>
              <p:nvSpPr>
                <p:cNvPr id="577" name="Rectangle 228">
                  <a:extLst>
                    <a:ext uri="{FF2B5EF4-FFF2-40B4-BE49-F238E27FC236}">
                      <a16:creationId xmlns:a16="http://schemas.microsoft.com/office/drawing/2014/main" id="{7E692C2A-D1BF-0D4C-B32B-089A3522A6A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8" name="Rectangle 229">
                  <a:extLst>
                    <a:ext uri="{FF2B5EF4-FFF2-40B4-BE49-F238E27FC236}">
                      <a16:creationId xmlns:a16="http://schemas.microsoft.com/office/drawing/2014/main" id="{48E2C8F8-BEC3-2F43-8CBC-8EDE87C1274B}"/>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9" name="Text Box 230">
                  <a:extLst>
                    <a:ext uri="{FF2B5EF4-FFF2-40B4-BE49-F238E27FC236}">
                      <a16:creationId xmlns:a16="http://schemas.microsoft.com/office/drawing/2014/main" id="{FDE32090-CC8A-8241-9AA0-5E1A3B04495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0" name="Straight Connector 579">
                  <a:extLst>
                    <a:ext uri="{FF2B5EF4-FFF2-40B4-BE49-F238E27FC236}">
                      <a16:creationId xmlns:a16="http://schemas.microsoft.com/office/drawing/2014/main" id="{C9A663DC-B3E2-E244-A55A-89E7E902796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6DA0B88E-C18A-5449-904A-0022412086E7}"/>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59" name="Group 458">
              <a:extLst>
                <a:ext uri="{FF2B5EF4-FFF2-40B4-BE49-F238E27FC236}">
                  <a16:creationId xmlns:a16="http://schemas.microsoft.com/office/drawing/2014/main" id="{1E322C66-C2C1-C349-B912-5AA0767A8324}"/>
                </a:ext>
              </a:extLst>
            </p:cNvPr>
            <p:cNvGrpSpPr/>
            <p:nvPr/>
          </p:nvGrpSpPr>
          <p:grpSpPr>
            <a:xfrm>
              <a:off x="8692628" y="3463448"/>
              <a:ext cx="571917" cy="574365"/>
              <a:chOff x="8692628" y="3463448"/>
              <a:chExt cx="571917" cy="574365"/>
            </a:xfrm>
          </p:grpSpPr>
          <p:sp>
            <p:nvSpPr>
              <p:cNvPr id="573" name="Freeform 917">
                <a:extLst>
                  <a:ext uri="{FF2B5EF4-FFF2-40B4-BE49-F238E27FC236}">
                    <a16:creationId xmlns:a16="http://schemas.microsoft.com/office/drawing/2014/main" id="{09253F5C-3E18-6A4E-86CE-63A57FDD27F0}"/>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82" name="Group 581">
                <a:extLst>
                  <a:ext uri="{FF2B5EF4-FFF2-40B4-BE49-F238E27FC236}">
                    <a16:creationId xmlns:a16="http://schemas.microsoft.com/office/drawing/2014/main" id="{2B3B79E0-A9CA-8343-BC50-944B3D057C83}"/>
                  </a:ext>
                </a:extLst>
              </p:cNvPr>
              <p:cNvGrpSpPr/>
              <p:nvPr/>
            </p:nvGrpSpPr>
            <p:grpSpPr>
              <a:xfrm>
                <a:off x="8692628" y="3463448"/>
                <a:ext cx="571917" cy="461666"/>
                <a:chOff x="9980560" y="726571"/>
                <a:chExt cx="659732" cy="461666"/>
              </a:xfrm>
            </p:grpSpPr>
            <p:sp>
              <p:nvSpPr>
                <p:cNvPr id="583" name="Rectangle 228">
                  <a:extLst>
                    <a:ext uri="{FF2B5EF4-FFF2-40B4-BE49-F238E27FC236}">
                      <a16:creationId xmlns:a16="http://schemas.microsoft.com/office/drawing/2014/main" id="{E7793237-B524-9348-8D4A-2C1027CD2AC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4" name="Rectangle 229">
                  <a:extLst>
                    <a:ext uri="{FF2B5EF4-FFF2-40B4-BE49-F238E27FC236}">
                      <a16:creationId xmlns:a16="http://schemas.microsoft.com/office/drawing/2014/main" id="{5F0972A7-9FB8-4E4A-9B5E-39F0D7CDC82A}"/>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5" name="Text Box 230">
                  <a:extLst>
                    <a:ext uri="{FF2B5EF4-FFF2-40B4-BE49-F238E27FC236}">
                      <a16:creationId xmlns:a16="http://schemas.microsoft.com/office/drawing/2014/main" id="{B600132A-08D1-5845-B328-72B9C0CEC49A}"/>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6" name="Straight Connector 585">
                  <a:extLst>
                    <a:ext uri="{FF2B5EF4-FFF2-40B4-BE49-F238E27FC236}">
                      <a16:creationId xmlns:a16="http://schemas.microsoft.com/office/drawing/2014/main" id="{0C4F0C12-1A41-BA45-B327-EE0A215695B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4A0EA22A-33EB-C945-8E74-EB8BC9C330C4}"/>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0" name="Group 459">
              <a:extLst>
                <a:ext uri="{FF2B5EF4-FFF2-40B4-BE49-F238E27FC236}">
                  <a16:creationId xmlns:a16="http://schemas.microsoft.com/office/drawing/2014/main" id="{6480027A-C6CF-D74D-A342-F3EE54633FA0}"/>
                </a:ext>
              </a:extLst>
            </p:cNvPr>
            <p:cNvGrpSpPr/>
            <p:nvPr/>
          </p:nvGrpSpPr>
          <p:grpSpPr>
            <a:xfrm>
              <a:off x="9846130" y="3502221"/>
              <a:ext cx="571917" cy="607211"/>
              <a:chOff x="9846130" y="3502221"/>
              <a:chExt cx="571917" cy="607211"/>
            </a:xfrm>
          </p:grpSpPr>
          <p:sp>
            <p:nvSpPr>
              <p:cNvPr id="574" name="Freeform 917">
                <a:extLst>
                  <a:ext uri="{FF2B5EF4-FFF2-40B4-BE49-F238E27FC236}">
                    <a16:creationId xmlns:a16="http://schemas.microsoft.com/office/drawing/2014/main" id="{846385EA-7D91-F547-BC81-FC77126DF237}"/>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89" name="Group 588">
                <a:extLst>
                  <a:ext uri="{FF2B5EF4-FFF2-40B4-BE49-F238E27FC236}">
                    <a16:creationId xmlns:a16="http://schemas.microsoft.com/office/drawing/2014/main" id="{0318DF36-59E8-B646-A5EA-22C52DB7533C}"/>
                  </a:ext>
                </a:extLst>
              </p:cNvPr>
              <p:cNvGrpSpPr/>
              <p:nvPr/>
            </p:nvGrpSpPr>
            <p:grpSpPr>
              <a:xfrm>
                <a:off x="9846130" y="3502221"/>
                <a:ext cx="571917" cy="461666"/>
                <a:chOff x="9980560" y="726571"/>
                <a:chExt cx="659732" cy="461666"/>
              </a:xfrm>
            </p:grpSpPr>
            <p:sp>
              <p:nvSpPr>
                <p:cNvPr id="590" name="Rectangle 228">
                  <a:extLst>
                    <a:ext uri="{FF2B5EF4-FFF2-40B4-BE49-F238E27FC236}">
                      <a16:creationId xmlns:a16="http://schemas.microsoft.com/office/drawing/2014/main" id="{131C8400-834E-5345-B332-0CA44FC7426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1" name="Rectangle 229">
                  <a:extLst>
                    <a:ext uri="{FF2B5EF4-FFF2-40B4-BE49-F238E27FC236}">
                      <a16:creationId xmlns:a16="http://schemas.microsoft.com/office/drawing/2014/main" id="{55AFC556-EB02-774A-AF5B-36D0B2144B8F}"/>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2" name="Text Box 230">
                  <a:extLst>
                    <a:ext uri="{FF2B5EF4-FFF2-40B4-BE49-F238E27FC236}">
                      <a16:creationId xmlns:a16="http://schemas.microsoft.com/office/drawing/2014/main" id="{8D3E0672-2F8A-B948-9454-93F597182C93}"/>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93" name="Straight Connector 592">
                  <a:extLst>
                    <a:ext uri="{FF2B5EF4-FFF2-40B4-BE49-F238E27FC236}">
                      <a16:creationId xmlns:a16="http://schemas.microsoft.com/office/drawing/2014/main" id="{8D2F48EB-4CEE-D44B-8209-C126FF35BBE2}"/>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0248C143-6367-CE41-9442-465AEAB8C7A6}"/>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1" name="Group 460">
              <a:extLst>
                <a:ext uri="{FF2B5EF4-FFF2-40B4-BE49-F238E27FC236}">
                  <a16:creationId xmlns:a16="http://schemas.microsoft.com/office/drawing/2014/main" id="{D0C86AC5-6FCF-FF4A-BC5F-A236021B8F1A}"/>
                </a:ext>
              </a:extLst>
            </p:cNvPr>
            <p:cNvGrpSpPr/>
            <p:nvPr/>
          </p:nvGrpSpPr>
          <p:grpSpPr>
            <a:xfrm>
              <a:off x="9554792" y="4299763"/>
              <a:ext cx="571917" cy="630904"/>
              <a:chOff x="9554792" y="4299763"/>
              <a:chExt cx="571917" cy="630904"/>
            </a:xfrm>
          </p:grpSpPr>
          <p:sp>
            <p:nvSpPr>
              <p:cNvPr id="595" name="Freeform 917">
                <a:extLst>
                  <a:ext uri="{FF2B5EF4-FFF2-40B4-BE49-F238E27FC236}">
                    <a16:creationId xmlns:a16="http://schemas.microsoft.com/office/drawing/2014/main" id="{5ED6F1FC-EC2E-3248-A181-32D9CFD8B2B9}"/>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F3F36025-2038-BC49-AF0C-2475C376E0E9}"/>
                  </a:ext>
                </a:extLst>
              </p:cNvPr>
              <p:cNvGrpSpPr/>
              <p:nvPr/>
            </p:nvGrpSpPr>
            <p:grpSpPr>
              <a:xfrm>
                <a:off x="9554792" y="4299763"/>
                <a:ext cx="571917" cy="461666"/>
                <a:chOff x="9980560" y="726571"/>
                <a:chExt cx="659732" cy="461666"/>
              </a:xfrm>
            </p:grpSpPr>
            <p:sp>
              <p:nvSpPr>
                <p:cNvPr id="568" name="Rectangle 228">
                  <a:extLst>
                    <a:ext uri="{FF2B5EF4-FFF2-40B4-BE49-F238E27FC236}">
                      <a16:creationId xmlns:a16="http://schemas.microsoft.com/office/drawing/2014/main" id="{ED5E50F7-5461-574C-9AF9-CB79813E9BB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9" name="Rectangle 229">
                  <a:extLst>
                    <a:ext uri="{FF2B5EF4-FFF2-40B4-BE49-F238E27FC236}">
                      <a16:creationId xmlns:a16="http://schemas.microsoft.com/office/drawing/2014/main" id="{2F7C9861-2086-4945-8713-75641140A37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0" name="Text Box 230">
                  <a:extLst>
                    <a:ext uri="{FF2B5EF4-FFF2-40B4-BE49-F238E27FC236}">
                      <a16:creationId xmlns:a16="http://schemas.microsoft.com/office/drawing/2014/main" id="{12582F5C-7D7F-2140-8A3F-3E4115557DF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71" name="Straight Connector 570">
                  <a:extLst>
                    <a:ext uri="{FF2B5EF4-FFF2-40B4-BE49-F238E27FC236}">
                      <a16:creationId xmlns:a16="http://schemas.microsoft.com/office/drawing/2014/main" id="{4562A11B-D98F-9E4C-8877-765050F91F2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2D978BF9-AAF0-644C-A151-30CDCA01EAA8}"/>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2" name="Group 461">
              <a:extLst>
                <a:ext uri="{FF2B5EF4-FFF2-40B4-BE49-F238E27FC236}">
                  <a16:creationId xmlns:a16="http://schemas.microsoft.com/office/drawing/2014/main" id="{22F3DB9F-6BFB-3D4D-9EE3-40BAB140C142}"/>
                </a:ext>
              </a:extLst>
            </p:cNvPr>
            <p:cNvGrpSpPr/>
            <p:nvPr/>
          </p:nvGrpSpPr>
          <p:grpSpPr>
            <a:xfrm>
              <a:off x="10153753" y="4577638"/>
              <a:ext cx="628869" cy="576513"/>
              <a:chOff x="10153753" y="4577638"/>
              <a:chExt cx="628869" cy="576513"/>
            </a:xfrm>
          </p:grpSpPr>
          <p:sp>
            <p:nvSpPr>
              <p:cNvPr id="596" name="Freeform 917">
                <a:extLst>
                  <a:ext uri="{FF2B5EF4-FFF2-40B4-BE49-F238E27FC236}">
                    <a16:creationId xmlns:a16="http://schemas.microsoft.com/office/drawing/2014/main" id="{879A7AD4-7015-EA48-8AC1-1D4830161CB6}"/>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1" name="Group 560">
                <a:extLst>
                  <a:ext uri="{FF2B5EF4-FFF2-40B4-BE49-F238E27FC236}">
                    <a16:creationId xmlns:a16="http://schemas.microsoft.com/office/drawing/2014/main" id="{C29EA216-1A13-4648-B304-50B3793355C6}"/>
                  </a:ext>
                </a:extLst>
              </p:cNvPr>
              <p:cNvGrpSpPr/>
              <p:nvPr/>
            </p:nvGrpSpPr>
            <p:grpSpPr>
              <a:xfrm>
                <a:off x="10210705" y="4577638"/>
                <a:ext cx="571917" cy="461666"/>
                <a:chOff x="9980560" y="726571"/>
                <a:chExt cx="659732" cy="461666"/>
              </a:xfrm>
            </p:grpSpPr>
            <p:sp>
              <p:nvSpPr>
                <p:cNvPr id="562" name="Rectangle 228">
                  <a:extLst>
                    <a:ext uri="{FF2B5EF4-FFF2-40B4-BE49-F238E27FC236}">
                      <a16:creationId xmlns:a16="http://schemas.microsoft.com/office/drawing/2014/main" id="{DE075DD4-ED42-6A4D-AE73-7FF16B94014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229">
                  <a:extLst>
                    <a:ext uri="{FF2B5EF4-FFF2-40B4-BE49-F238E27FC236}">
                      <a16:creationId xmlns:a16="http://schemas.microsoft.com/office/drawing/2014/main" id="{F7259EAC-8796-1E43-A2F4-D2BFE8251B24}"/>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4" name="Text Box 230">
                  <a:extLst>
                    <a:ext uri="{FF2B5EF4-FFF2-40B4-BE49-F238E27FC236}">
                      <a16:creationId xmlns:a16="http://schemas.microsoft.com/office/drawing/2014/main" id="{1FFEDBB2-C626-674C-897C-7265632ACAB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65" name="Straight Connector 564">
                  <a:extLst>
                    <a:ext uri="{FF2B5EF4-FFF2-40B4-BE49-F238E27FC236}">
                      <a16:creationId xmlns:a16="http://schemas.microsoft.com/office/drawing/2014/main" id="{219CCEA3-E9D0-E24D-8DA6-838694003D8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3166A4C7-E5AA-FA45-9EA8-29BB7351E88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457" name="Freeform 456">
            <a:extLst>
              <a:ext uri="{FF2B5EF4-FFF2-40B4-BE49-F238E27FC236}">
                <a16:creationId xmlns:a16="http://schemas.microsoft.com/office/drawing/2014/main" id="{C29E3841-9511-CE48-9C97-7A796907B706}"/>
              </a:ext>
            </a:extLst>
          </p:cNvPr>
          <p:cNvSpPr/>
          <p:nvPr/>
        </p:nvSpPr>
        <p:spPr>
          <a:xfrm>
            <a:off x="7288696" y="3114260"/>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B7C8E70B-CD71-5344-8A10-A97CD4A21DD6}"/>
              </a:ext>
            </a:extLst>
          </p:cNvPr>
          <p:cNvGrpSpPr/>
          <p:nvPr/>
        </p:nvGrpSpPr>
        <p:grpSpPr>
          <a:xfrm>
            <a:off x="6543892" y="2922262"/>
            <a:ext cx="3175" cy="379738"/>
            <a:chOff x="6543892" y="2922262"/>
            <a:chExt cx="3175" cy="379738"/>
          </a:xfrm>
        </p:grpSpPr>
        <p:cxnSp>
          <p:nvCxnSpPr>
            <p:cNvPr id="4" name="Straight Arrow Connector 3">
              <a:extLst>
                <a:ext uri="{FF2B5EF4-FFF2-40B4-BE49-F238E27FC236}">
                  <a16:creationId xmlns:a16="http://schemas.microsoft.com/office/drawing/2014/main" id="{6BDA0B02-D308-914F-B9AF-9B30A608DC39}"/>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39" name="Straight Arrow Connector 538">
              <a:extLst>
                <a:ext uri="{FF2B5EF4-FFF2-40B4-BE49-F238E27FC236}">
                  <a16:creationId xmlns:a16="http://schemas.microsoft.com/office/drawing/2014/main" id="{57B8E898-44FB-B841-AE65-AE09A8A0CFEB}"/>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B56D1341-8122-3F4B-B605-EEF86D2EC3FE}"/>
              </a:ext>
            </a:extLst>
          </p:cNvPr>
          <p:cNvGrpSpPr/>
          <p:nvPr/>
        </p:nvGrpSpPr>
        <p:grpSpPr>
          <a:xfrm>
            <a:off x="11233367" y="5608312"/>
            <a:ext cx="3175" cy="379738"/>
            <a:chOff x="6543892" y="2922262"/>
            <a:chExt cx="3175" cy="379738"/>
          </a:xfrm>
        </p:grpSpPr>
        <p:cxnSp>
          <p:nvCxnSpPr>
            <p:cNvPr id="542" name="Straight Arrow Connector 541">
              <a:extLst>
                <a:ext uri="{FF2B5EF4-FFF2-40B4-BE49-F238E27FC236}">
                  <a16:creationId xmlns:a16="http://schemas.microsoft.com/office/drawing/2014/main" id="{8548ACDB-2213-B74B-9620-96BE011EBED2}"/>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43" name="Straight Arrow Connector 542">
              <a:extLst>
                <a:ext uri="{FF2B5EF4-FFF2-40B4-BE49-F238E27FC236}">
                  <a16:creationId xmlns:a16="http://schemas.microsoft.com/office/drawing/2014/main" id="{B997A270-0B54-B346-940E-141C5BCBA349}"/>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544" name="Slide Number Placeholder 4">
            <a:extLst>
              <a:ext uri="{FF2B5EF4-FFF2-40B4-BE49-F238E27FC236}">
                <a16:creationId xmlns:a16="http://schemas.microsoft.com/office/drawing/2014/main" id="{78A6B799-8B01-D64E-9924-2C0FA4115D5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a:t>
            </a:fld>
            <a:endParaRPr lang="en-US" dirty="0"/>
          </a:p>
        </p:txBody>
      </p:sp>
    </p:spTree>
    <p:extLst>
      <p:ext uri="{BB962C8B-B14F-4D97-AF65-F5344CB8AC3E}">
        <p14:creationId xmlns:p14="http://schemas.microsoft.com/office/powerpoint/2010/main" val="2772869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par>
                                <p:cTn id="8" presetID="22" presetClass="entr" presetSubtype="2" fill="hold" nodeType="withEffect">
                                  <p:stCondLst>
                                    <p:cond delay="0"/>
                                  </p:stCondLst>
                                  <p:childTnLst>
                                    <p:set>
                                      <p:cBhvr>
                                        <p:cTn id="9" dur="1" fill="hold">
                                          <p:stCondLst>
                                            <p:cond delay="0"/>
                                          </p:stCondLst>
                                        </p:cTn>
                                        <p:tgtEl>
                                          <p:spTgt spid="474"/>
                                        </p:tgtEl>
                                        <p:attrNameLst>
                                          <p:attrName>style.visibility</p:attrName>
                                        </p:attrNameLst>
                                      </p:cBhvr>
                                      <p:to>
                                        <p:strVal val="visible"/>
                                      </p:to>
                                    </p:set>
                                    <p:animEffect transition="in" filter="wipe(right)">
                                      <p:cBhvr>
                                        <p:cTn id="10" dur="500"/>
                                        <p:tgtEl>
                                          <p:spTgt spid="474"/>
                                        </p:tgtEl>
                                      </p:cBhvr>
                                    </p:animEffect>
                                  </p:childTnLst>
                                </p:cTn>
                              </p:par>
                              <p:par>
                                <p:cTn id="11" presetID="22" presetClass="entr" presetSubtype="8" fill="hold" nodeType="withEffect">
                                  <p:stCondLst>
                                    <p:cond delay="0"/>
                                  </p:stCondLst>
                                  <p:childTnLst>
                                    <p:set>
                                      <p:cBhvr>
                                        <p:cTn id="12" dur="1" fill="hold">
                                          <p:stCondLst>
                                            <p:cond delay="0"/>
                                          </p:stCondLst>
                                        </p:cTn>
                                        <p:tgtEl>
                                          <p:spTgt spid="464"/>
                                        </p:tgtEl>
                                        <p:attrNameLst>
                                          <p:attrName>style.visibility</p:attrName>
                                        </p:attrNameLst>
                                      </p:cBhvr>
                                      <p:to>
                                        <p:strVal val="visible"/>
                                      </p:to>
                                    </p:set>
                                    <p:animEffect transition="in" filter="wipe(left)">
                                      <p:cBhvr>
                                        <p:cTn id="13" dur="500"/>
                                        <p:tgtEl>
                                          <p:spTgt spid="464"/>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1" end="1"/>
                                            </p:txEl>
                                          </p:spTgt>
                                        </p:tgtEl>
                                        <p:attrNameLst>
                                          <p:attrName>style.visibility</p:attrName>
                                        </p:attrNameLst>
                                      </p:cBhvr>
                                      <p:to>
                                        <p:strVal val="visible"/>
                                      </p:to>
                                    </p:set>
                                    <p:animEffect transition="in" filter="dissolve">
                                      <p:cBhvr>
                                        <p:cTn id="16" dur="500"/>
                                        <p:tgtEl>
                                          <p:spTgt spid="6">
                                            <p:txEl>
                                              <p:pRg st="1" end="1"/>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2" end="2"/>
                                            </p:txEl>
                                          </p:spTgt>
                                        </p:tgtEl>
                                        <p:attrNameLst>
                                          <p:attrName>style.visibility</p:attrName>
                                        </p:attrNameLst>
                                      </p:cBhvr>
                                      <p:to>
                                        <p:strVal val="visible"/>
                                      </p:to>
                                    </p:set>
                                    <p:animEffect transition="in" filter="dissolve">
                                      <p:cBhvr>
                                        <p:cTn id="19" dur="500"/>
                                        <p:tgtEl>
                                          <p:spTgt spid="6">
                                            <p:txEl>
                                              <p:pRg st="2" end="2"/>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par>
                                <p:cTn id="23" presetID="9" presetClass="entr" presetSubtype="0" fill="hold" nodeType="withEffect">
                                  <p:stCondLst>
                                    <p:cond delay="0"/>
                                  </p:stCondLst>
                                  <p:childTnLst>
                                    <p:set>
                                      <p:cBhvr>
                                        <p:cTn id="24" dur="1" fill="hold">
                                          <p:stCondLst>
                                            <p:cond delay="0"/>
                                          </p:stCondLst>
                                        </p:cTn>
                                        <p:tgtEl>
                                          <p:spTgt spid="541"/>
                                        </p:tgtEl>
                                        <p:attrNameLst>
                                          <p:attrName>style.visibility</p:attrName>
                                        </p:attrNameLst>
                                      </p:cBhvr>
                                      <p:to>
                                        <p:strVal val="visible"/>
                                      </p:to>
                                    </p:set>
                                    <p:animEffect transition="in" filter="dissolve">
                                      <p:cBhvr>
                                        <p:cTn id="25" dur="500"/>
                                        <p:tgtEl>
                                          <p:spTgt spid="541"/>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par>
                          <p:cTn id="31" fill="hold">
                            <p:stCondLst>
                              <p:cond delay="500"/>
                            </p:stCondLst>
                            <p:childTnLst>
                              <p:par>
                                <p:cTn id="32" presetID="9" presetClass="entr" presetSubtype="0" fill="hold" nodeType="afterEffect">
                                  <p:stCondLst>
                                    <p:cond delay="0"/>
                                  </p:stCondLst>
                                  <p:childTnLst>
                                    <p:set>
                                      <p:cBhvr>
                                        <p:cTn id="33" dur="1" fill="hold">
                                          <p:stCondLst>
                                            <p:cond delay="0"/>
                                          </p:stCondLst>
                                        </p:cTn>
                                        <p:tgtEl>
                                          <p:spTgt spid="473"/>
                                        </p:tgtEl>
                                        <p:attrNameLst>
                                          <p:attrName>style.visibility</p:attrName>
                                        </p:attrNameLst>
                                      </p:cBhvr>
                                      <p:to>
                                        <p:strVal val="visible"/>
                                      </p:to>
                                    </p:set>
                                    <p:animEffect transition="in" filter="dissolve">
                                      <p:cBhvr>
                                        <p:cTn id="34" dur="1000"/>
                                        <p:tgtEl>
                                          <p:spTgt spid="47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6">
                                            <p:txEl>
                                              <p:pRg st="4" end="4"/>
                                            </p:txEl>
                                          </p:spTgt>
                                        </p:tgtEl>
                                        <p:attrNameLst>
                                          <p:attrName>style.visibility</p:attrName>
                                        </p:attrNameLst>
                                      </p:cBhvr>
                                      <p:to>
                                        <p:strVal val="visible"/>
                                      </p:to>
                                    </p:set>
                                    <p:animEffect transition="in" filter="dissolve">
                                      <p:cBhvr>
                                        <p:cTn id="39" dur="500"/>
                                        <p:tgtEl>
                                          <p:spTgt spid="6">
                                            <p:txEl>
                                              <p:pRg st="4" end="4"/>
                                            </p:txEl>
                                          </p:spTgt>
                                        </p:tgtEl>
                                      </p:cBhvr>
                                    </p:animEffect>
                                  </p:childTnLst>
                                </p:cTn>
                              </p:par>
                            </p:childTnLst>
                          </p:cTn>
                        </p:par>
                        <p:par>
                          <p:cTn id="40" fill="hold">
                            <p:stCondLst>
                              <p:cond delay="500"/>
                            </p:stCondLst>
                            <p:childTnLst>
                              <p:par>
                                <p:cTn id="41" presetID="9" presetClass="entr" presetSubtype="0" fill="hold" grpId="0" nodeType="afterEffect">
                                  <p:stCondLst>
                                    <p:cond delay="0"/>
                                  </p:stCondLst>
                                  <p:childTnLst>
                                    <p:set>
                                      <p:cBhvr>
                                        <p:cTn id="42" dur="1" fill="hold">
                                          <p:stCondLst>
                                            <p:cond delay="0"/>
                                          </p:stCondLst>
                                        </p:cTn>
                                        <p:tgtEl>
                                          <p:spTgt spid="457"/>
                                        </p:tgtEl>
                                        <p:attrNameLst>
                                          <p:attrName>style.visibility</p:attrName>
                                        </p:attrNameLst>
                                      </p:cBhvr>
                                      <p:to>
                                        <p:strVal val="visible"/>
                                      </p:to>
                                    </p:set>
                                    <p:animEffect transition="in" filter="dissolve">
                                      <p:cBhvr>
                                        <p:cTn id="43" dur="1000"/>
                                        <p:tgtEl>
                                          <p:spTgt spid="457"/>
                                        </p:tgtEl>
                                      </p:cBhvr>
                                    </p:animEffect>
                                  </p:childTnLst>
                                </p:cTn>
                              </p:par>
                              <p:par>
                                <p:cTn id="44" presetID="9" presetClass="entr" presetSubtype="0" fill="hold" nodeType="withEffect">
                                  <p:stCondLst>
                                    <p:cond delay="0"/>
                                  </p:stCondLst>
                                  <p:childTnLst>
                                    <p:set>
                                      <p:cBhvr>
                                        <p:cTn id="45" dur="1" fill="hold">
                                          <p:stCondLst>
                                            <p:cond delay="0"/>
                                          </p:stCondLst>
                                        </p:cTn>
                                        <p:tgtEl>
                                          <p:spTgt spid="6">
                                            <p:txEl>
                                              <p:pRg st="5" end="5"/>
                                            </p:txEl>
                                          </p:spTgt>
                                        </p:tgtEl>
                                        <p:attrNameLst>
                                          <p:attrName>style.visibility</p:attrName>
                                        </p:attrNameLst>
                                      </p:cBhvr>
                                      <p:to>
                                        <p:strVal val="visible"/>
                                      </p:to>
                                    </p:set>
                                    <p:animEffect transition="in" filter="dissolve">
                                      <p:cBhvr>
                                        <p:cTn id="46" dur="500"/>
                                        <p:tgtEl>
                                          <p:spTgt spid="6">
                                            <p:txEl>
                                              <p:pRg st="5" end="5"/>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6">
                                            <p:txEl>
                                              <p:pRg st="6" end="6"/>
                                            </p:txEl>
                                          </p:spTgt>
                                        </p:tgtEl>
                                        <p:attrNameLst>
                                          <p:attrName>style.visibility</p:attrName>
                                        </p:attrNameLst>
                                      </p:cBhvr>
                                      <p:to>
                                        <p:strVal val="visible"/>
                                      </p:to>
                                    </p:set>
                                    <p:animEffect transition="in" filter="dissolve">
                                      <p:cBhvr>
                                        <p:cTn id="49"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Two key network-layer functions</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77956" y="1666601"/>
            <a:ext cx="5181600" cy="1890791"/>
          </a:xfrm>
        </p:spPr>
        <p:txBody>
          <a:bodyPr/>
          <a:lstStyle/>
          <a:p>
            <a:pPr marL="0" indent="0">
              <a:spcBef>
                <a:spcPts val="600"/>
              </a:spcBef>
              <a:buNone/>
            </a:pPr>
            <a:r>
              <a:rPr lang="en-US" altLang="en-US" sz="3200" dirty="0">
                <a:solidFill>
                  <a:srgbClr val="CC0000"/>
                </a:solidFill>
                <a:ea typeface="ＭＳ Ｐゴシック" panose="020B0600070205080204" pitchFamily="34" charset="-128"/>
                <a:cs typeface="ＭＳ Ｐゴシック" panose="020B0600070205080204" pitchFamily="34" charset="-128"/>
              </a:rPr>
              <a:t>network-layer functions:</a:t>
            </a:r>
          </a:p>
          <a:p>
            <a:pPr indent="-234950">
              <a:spcBef>
                <a:spcPts val="600"/>
              </a:spcBef>
            </a:pPr>
            <a:r>
              <a:rPr lang="en-US" altLang="en-US" i="1" dirty="0">
                <a:solidFill>
                  <a:srgbClr val="000099"/>
                </a:solidFill>
                <a:ea typeface="ＭＳ Ｐゴシック" panose="020B0600070205080204" pitchFamily="34" charset="-128"/>
                <a:cs typeface="ＭＳ Ｐゴシック" panose="020B0600070205080204" pitchFamily="34" charset="-128"/>
              </a:rPr>
              <a:t>forwarding:</a:t>
            </a:r>
            <a:r>
              <a:rPr lang="en-US" altLang="en-US" dirty="0">
                <a:ea typeface="ＭＳ Ｐゴシック" panose="020B0600070205080204" pitchFamily="34" charset="-128"/>
                <a:cs typeface="ＭＳ Ｐゴシック" panose="020B0600070205080204" pitchFamily="34" charset="-128"/>
              </a:rPr>
              <a:t> move packets from a router’</a:t>
            </a:r>
            <a:r>
              <a:rPr lang="en-US" altLang="ja-JP" dirty="0">
                <a:ea typeface="ＭＳ Ｐゴシック" panose="020B0600070205080204" pitchFamily="34" charset="-128"/>
                <a:cs typeface="ＭＳ Ｐゴシック" panose="020B0600070205080204" pitchFamily="34" charset="-128"/>
              </a:rPr>
              <a:t>s input link to appropriate router output link</a:t>
            </a:r>
          </a:p>
          <a:p>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172200" y="1693105"/>
            <a:ext cx="5181600" cy="4351338"/>
          </a:xfrm>
        </p:spPr>
        <p:txBody>
          <a:bodyPr/>
          <a:lstStyle/>
          <a:p>
            <a:pPr marL="342900" indent="-342900">
              <a:lnSpc>
                <a:spcPct val="85000"/>
              </a:lnSpc>
              <a:spcBef>
                <a:spcPts val="600"/>
              </a:spcBef>
              <a:buClr>
                <a:srgbClr val="000099"/>
              </a:buClr>
              <a:buSzPct val="65000"/>
              <a:buFont typeface="Wingdings" charset="0"/>
              <a:buNone/>
              <a:defRPr/>
            </a:pPr>
            <a:r>
              <a:rPr lang="en-US" sz="3200" dirty="0">
                <a:solidFill>
                  <a:srgbClr val="CC0000"/>
                </a:solidFill>
                <a:ea typeface="ＭＳ Ｐゴシック" charset="0"/>
                <a:cs typeface="ＭＳ Ｐゴシック" charset="0"/>
              </a:rPr>
              <a:t>analogy: taking a trip</a:t>
            </a:r>
          </a:p>
          <a:p>
            <a:pPr indent="-234950">
              <a:lnSpc>
                <a:spcPct val="85000"/>
              </a:lnSpc>
              <a:spcBef>
                <a:spcPts val="600"/>
              </a:spcBef>
              <a:buClr>
                <a:srgbClr val="000099"/>
              </a:buClr>
              <a:buSzPct val="100000"/>
              <a:buFont typeface="Wingdings" charset="2"/>
              <a:buChar char="§"/>
              <a:defRPr/>
            </a:pPr>
            <a:r>
              <a:rPr lang="en-US" i="1" dirty="0">
                <a:solidFill>
                  <a:srgbClr val="000099"/>
                </a:solidFill>
                <a:ea typeface="ＭＳ Ｐゴシック" charset="0"/>
                <a:cs typeface="ＭＳ Ｐゴシック" charset="0"/>
              </a:rPr>
              <a:t>forwarding</a:t>
            </a:r>
            <a:r>
              <a:rPr lang="en-US" i="1" dirty="0">
                <a:solidFill>
                  <a:schemeClr val="accent2"/>
                </a:solidFill>
                <a:ea typeface="ＭＳ Ｐゴシック" charset="0"/>
                <a:cs typeface="ＭＳ Ｐゴシック" charset="0"/>
              </a:rPr>
              <a:t>:</a:t>
            </a:r>
            <a:r>
              <a:rPr lang="en-US" dirty="0">
                <a:ea typeface="ＭＳ Ｐゴシック" charset="0"/>
                <a:cs typeface="ＭＳ Ｐゴシック" charset="0"/>
              </a:rPr>
              <a:t> process of getting through single interchange</a:t>
            </a:r>
          </a:p>
          <a:p>
            <a:pPr marL="130175" indent="0">
              <a:buNone/>
            </a:pPr>
            <a:endParaRPr lang="en-US" dirty="0"/>
          </a:p>
        </p:txBody>
      </p:sp>
      <p:grpSp>
        <p:nvGrpSpPr>
          <p:cNvPr id="12" name="Group 11">
            <a:extLst>
              <a:ext uri="{FF2B5EF4-FFF2-40B4-BE49-F238E27FC236}">
                <a16:creationId xmlns:a16="http://schemas.microsoft.com/office/drawing/2014/main" id="{68371013-A5FC-6449-8EBD-FFD24F88C1EA}"/>
              </a:ext>
            </a:extLst>
          </p:cNvPr>
          <p:cNvGrpSpPr/>
          <p:nvPr/>
        </p:nvGrpSpPr>
        <p:grpSpPr>
          <a:xfrm>
            <a:off x="6519334" y="4075932"/>
            <a:ext cx="2227101" cy="1745933"/>
            <a:chOff x="6519334" y="4075932"/>
            <a:chExt cx="2227101" cy="1745933"/>
          </a:xfrm>
        </p:grpSpPr>
        <p:pic>
          <p:nvPicPr>
            <p:cNvPr id="7" name="Picture 4" descr="Why traffic apps make congestion worse | Berkeley News">
              <a:extLst>
                <a:ext uri="{FF2B5EF4-FFF2-40B4-BE49-F238E27FC236}">
                  <a16:creationId xmlns:a16="http://schemas.microsoft.com/office/drawing/2014/main" id="{CD6CA999-26EA-C043-A05F-7FF647C236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06213" y="4075932"/>
              <a:ext cx="2140222" cy="142681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296BA12-D229-844C-A5E1-61D8CC428F53}"/>
                </a:ext>
              </a:extLst>
            </p:cNvPr>
            <p:cNvSpPr txBox="1"/>
            <p:nvPr/>
          </p:nvSpPr>
          <p:spPr>
            <a:xfrm>
              <a:off x="6519334" y="5452533"/>
              <a:ext cx="12092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forwarding</a:t>
              </a:r>
            </a:p>
          </p:txBody>
        </p:sp>
      </p:grpSp>
      <p:grpSp>
        <p:nvGrpSpPr>
          <p:cNvPr id="13" name="Group 12">
            <a:extLst>
              <a:ext uri="{FF2B5EF4-FFF2-40B4-BE49-F238E27FC236}">
                <a16:creationId xmlns:a16="http://schemas.microsoft.com/office/drawing/2014/main" id="{88DBC121-CDA2-B741-8F45-B80ACE3E69DE}"/>
              </a:ext>
            </a:extLst>
          </p:cNvPr>
          <p:cNvGrpSpPr/>
          <p:nvPr/>
        </p:nvGrpSpPr>
        <p:grpSpPr>
          <a:xfrm>
            <a:off x="8314267" y="4706696"/>
            <a:ext cx="2953118" cy="1640102"/>
            <a:chOff x="8314267" y="4706696"/>
            <a:chExt cx="2953118" cy="1640102"/>
          </a:xfrm>
        </p:grpSpPr>
        <p:pic>
          <p:nvPicPr>
            <p:cNvPr id="9" name="Picture 8">
              <a:extLst>
                <a:ext uri="{FF2B5EF4-FFF2-40B4-BE49-F238E27FC236}">
                  <a16:creationId xmlns:a16="http://schemas.microsoft.com/office/drawing/2014/main" id="{7884099A-DDCA-7547-BE60-5A9CFCE7F631}"/>
                </a:ext>
              </a:extLst>
            </p:cNvPr>
            <p:cNvPicPr>
              <a:picLocks noChangeAspect="1"/>
            </p:cNvPicPr>
            <p:nvPr/>
          </p:nvPicPr>
          <p:blipFill>
            <a:blip r:embed="rId4"/>
            <a:stretch>
              <a:fillRect/>
            </a:stretch>
          </p:blipFill>
          <p:spPr>
            <a:xfrm>
              <a:off x="8415131" y="4706696"/>
              <a:ext cx="2852254" cy="1323319"/>
            </a:xfrm>
            <a:prstGeom prst="rect">
              <a:avLst/>
            </a:prstGeom>
          </p:spPr>
        </p:pic>
        <p:sp>
          <p:nvSpPr>
            <p:cNvPr id="10" name="TextBox 9">
              <a:extLst>
                <a:ext uri="{FF2B5EF4-FFF2-40B4-BE49-F238E27FC236}">
                  <a16:creationId xmlns:a16="http://schemas.microsoft.com/office/drawing/2014/main" id="{781A4B5F-43BE-FB43-AF10-E92F839A199B}"/>
                </a:ext>
              </a:extLst>
            </p:cNvPr>
            <p:cNvSpPr txBox="1"/>
            <p:nvPr/>
          </p:nvSpPr>
          <p:spPr>
            <a:xfrm>
              <a:off x="8314267" y="5977466"/>
              <a:ext cx="86543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routing</a:t>
              </a:r>
            </a:p>
          </p:txBody>
        </p:sp>
      </p:grpSp>
      <p:sp>
        <p:nvSpPr>
          <p:cNvPr id="11" name="Content Placeholder 3">
            <a:extLst>
              <a:ext uri="{FF2B5EF4-FFF2-40B4-BE49-F238E27FC236}">
                <a16:creationId xmlns:a16="http://schemas.microsoft.com/office/drawing/2014/main" id="{D007BA21-27F4-4642-B902-0EF872DFA1E0}"/>
              </a:ext>
            </a:extLst>
          </p:cNvPr>
          <p:cNvSpPr txBox="1">
            <a:spLocks/>
          </p:cNvSpPr>
          <p:nvPr/>
        </p:nvSpPr>
        <p:spPr>
          <a:xfrm>
            <a:off x="6183682" y="3026965"/>
            <a:ext cx="5181600" cy="8792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routing:</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process of planning trip from source to destination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Content Placeholder 2">
            <a:extLst>
              <a:ext uri="{FF2B5EF4-FFF2-40B4-BE49-F238E27FC236}">
                <a16:creationId xmlns:a16="http://schemas.microsoft.com/office/drawing/2014/main" id="{E9D472C9-435D-D347-A485-D65E6F2FE2CE}"/>
              </a:ext>
            </a:extLst>
          </p:cNvPr>
          <p:cNvSpPr txBox="1">
            <a:spLocks/>
          </p:cNvSpPr>
          <p:nvPr/>
        </p:nvSpPr>
        <p:spPr>
          <a:xfrm>
            <a:off x="880044" y="3441526"/>
            <a:ext cx="5181600" cy="18569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routing: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determine route taken by packets from source to destination</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algorithms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Slide Number Placeholder 4">
            <a:extLst>
              <a:ext uri="{FF2B5EF4-FFF2-40B4-BE49-F238E27FC236}">
                <a16:creationId xmlns:a16="http://schemas.microsoft.com/office/drawing/2014/main" id="{5320A79B-30CD-5748-9442-313B2CD2B8B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a:t>
            </a:fld>
            <a:endParaRPr lang="en-US" dirty="0"/>
          </a:p>
        </p:txBody>
      </p:sp>
    </p:spTree>
    <p:extLst>
      <p:ext uri="{BB962C8B-B14F-4D97-AF65-F5344CB8AC3E}">
        <p14:creationId xmlns:p14="http://schemas.microsoft.com/office/powerpoint/2010/main" val="912255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dissolve">
                                      <p:cBhvr>
                                        <p:cTn id="20" dur="500"/>
                                        <p:tgtEl>
                                          <p:spTgt spid="11"/>
                                        </p:tgtEl>
                                      </p:cBhvr>
                                    </p:animEffect>
                                  </p:childTnLst>
                                </p:cTn>
                              </p:par>
                              <p:par>
                                <p:cTn id="21" presetID="9"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dissolve">
                                      <p:cBhvr>
                                        <p:cTn id="2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Network layer: data plane, control plane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771938" y="1534078"/>
            <a:ext cx="4621697" cy="4351338"/>
          </a:xfrm>
        </p:spPr>
        <p:txBody>
          <a:bodyPr>
            <a:normAutofit/>
          </a:bodyPr>
          <a:lstStyle/>
          <a:p>
            <a:pPr marL="0" indent="0">
              <a:buFont typeface="Wingdings" charset="2"/>
              <a:buNone/>
              <a:defRPr/>
            </a:pPr>
            <a:r>
              <a:rPr lang="en-US" sz="3200" dirty="0">
                <a:solidFill>
                  <a:srgbClr val="CC0000"/>
                </a:solidFill>
              </a:rPr>
              <a:t>Data plane:</a:t>
            </a:r>
          </a:p>
          <a:p>
            <a:pPr marL="292100" indent="-292100">
              <a:spcBef>
                <a:spcPts val="600"/>
              </a:spcBef>
              <a:buFont typeface="Wingdings" charset="2"/>
              <a:buChar char="§"/>
              <a:defRPr/>
            </a:pPr>
            <a:r>
              <a:rPr lang="en-US" i="1" dirty="0">
                <a:solidFill>
                  <a:srgbClr val="0000A3"/>
                </a:solidFill>
              </a:rPr>
              <a:t>local</a:t>
            </a:r>
            <a:r>
              <a:rPr lang="en-US" dirty="0"/>
              <a:t>, per-router function</a:t>
            </a:r>
          </a:p>
          <a:p>
            <a:pPr marL="292100" indent="-292100">
              <a:spcBef>
                <a:spcPts val="600"/>
              </a:spcBef>
              <a:buFont typeface="Wingdings" charset="2"/>
              <a:buChar char="§"/>
              <a:defRPr/>
            </a:pPr>
            <a:r>
              <a:rPr lang="en-US" dirty="0"/>
              <a:t>determines how datagram arriving on router input port is forwarded to router output port</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1547331"/>
            <a:ext cx="5502965" cy="4614932"/>
          </a:xfrm>
        </p:spPr>
        <p:txBody>
          <a:bodyPr>
            <a:normAutofit/>
          </a:bodyPr>
          <a:lstStyle/>
          <a:p>
            <a:pPr marL="0" indent="0">
              <a:buFont typeface="Wingdings" charset="2"/>
              <a:buNone/>
              <a:defRPr/>
            </a:pPr>
            <a:r>
              <a:rPr lang="en-US" sz="3200" dirty="0">
                <a:solidFill>
                  <a:srgbClr val="CC0000"/>
                </a:solidFill>
              </a:rPr>
              <a:t>Control plane</a:t>
            </a:r>
          </a:p>
          <a:p>
            <a:pPr marL="228600" indent="-228600">
              <a:spcBef>
                <a:spcPts val="600"/>
              </a:spcBef>
              <a:defRPr/>
            </a:pPr>
            <a:r>
              <a:rPr lang="en-US" i="1" dirty="0">
                <a:solidFill>
                  <a:srgbClr val="0000A3"/>
                </a:solidFill>
              </a:rPr>
              <a:t>network-wide</a:t>
            </a:r>
            <a:r>
              <a:rPr lang="en-US" dirty="0"/>
              <a:t> logic</a:t>
            </a:r>
          </a:p>
          <a:p>
            <a:pPr marL="228600" indent="-228600">
              <a:spcBef>
                <a:spcPts val="600"/>
              </a:spcBef>
              <a:defRPr/>
            </a:pPr>
            <a:r>
              <a:rPr lang="en-US" dirty="0"/>
              <a:t>determines how datagram is routed among routers along end-end path from source host to destination host</a:t>
            </a:r>
          </a:p>
          <a:p>
            <a:endParaRPr lang="en-US" dirty="0"/>
          </a:p>
        </p:txBody>
      </p:sp>
      <p:grpSp>
        <p:nvGrpSpPr>
          <p:cNvPr id="34" name="Group 8">
            <a:extLst>
              <a:ext uri="{FF2B5EF4-FFF2-40B4-BE49-F238E27FC236}">
                <a16:creationId xmlns:a16="http://schemas.microsoft.com/office/drawing/2014/main" id="{A631C563-0189-334C-BAD6-5E7863CB03FA}"/>
              </a:ext>
            </a:extLst>
          </p:cNvPr>
          <p:cNvGrpSpPr>
            <a:grpSpLocks/>
          </p:cNvGrpSpPr>
          <p:nvPr/>
        </p:nvGrpSpPr>
        <p:grpSpPr bwMode="auto">
          <a:xfrm>
            <a:off x="1181100" y="4260145"/>
            <a:ext cx="3643313" cy="1582738"/>
            <a:chOff x="842050" y="4767952"/>
            <a:chExt cx="3644169" cy="1582996"/>
          </a:xfrm>
        </p:grpSpPr>
        <p:sp>
          <p:nvSpPr>
            <p:cNvPr id="35" name="Freeform 2">
              <a:extLst>
                <a:ext uri="{FF2B5EF4-FFF2-40B4-BE49-F238E27FC236}">
                  <a16:creationId xmlns:a16="http://schemas.microsoft.com/office/drawing/2014/main" id="{4BAC525B-86C4-444C-8006-DE0779B6AF01}"/>
                </a:ext>
              </a:extLst>
            </p:cNvPr>
            <p:cNvSpPr>
              <a:spLocks/>
            </p:cNvSpPr>
            <p:nvPr/>
          </p:nvSpPr>
          <p:spPr bwMode="auto">
            <a:xfrm>
              <a:off x="2591886" y="5436399"/>
              <a:ext cx="1894333" cy="914549"/>
            </a:xfrm>
            <a:custGeom>
              <a:avLst/>
              <a:gdLst>
                <a:gd name="T0" fmla="*/ 1611 w 10001"/>
                <a:gd name="T1" fmla="*/ 374679 h 10125"/>
                <a:gd name="T2" fmla="*/ 287991 w 10001"/>
                <a:gd name="T3" fmla="*/ 147961 h 10125"/>
                <a:gd name="T4" fmla="*/ 1260716 w 10001"/>
                <a:gd name="T5" fmla="*/ 93322 h 10125"/>
                <a:gd name="T6" fmla="*/ 2011909 w 10001"/>
                <a:gd name="T7" fmla="*/ 0 h 10125"/>
                <a:gd name="T8" fmla="*/ 2706712 w 10001"/>
                <a:gd name="T9" fmla="*/ 93600 h 10125"/>
                <a:gd name="T10" fmla="*/ 3255305 w 10001"/>
                <a:gd name="T11" fmla="*/ 46104 h 10125"/>
                <a:gd name="T12" fmla="*/ 4023415 w 10001"/>
                <a:gd name="T13" fmla="*/ 277276 h 10125"/>
                <a:gd name="T14" fmla="*/ 3463544 w 10001"/>
                <a:gd name="T15" fmla="*/ 630526 h 10125"/>
                <a:gd name="T16" fmla="*/ 2817478 w 10001"/>
                <a:gd name="T17" fmla="*/ 864758 h 10125"/>
                <a:gd name="T18" fmla="*/ 2137577 w 10001"/>
                <a:gd name="T19" fmla="*/ 820324 h 10125"/>
                <a:gd name="T20" fmla="*/ 1760571 w 10001"/>
                <a:gd name="T21" fmla="*/ 919490 h 10125"/>
                <a:gd name="T22" fmla="*/ 1264743 w 10001"/>
                <a:gd name="T23" fmla="*/ 929416 h 10125"/>
                <a:gd name="T24" fmla="*/ 877667 w 10001"/>
                <a:gd name="T25" fmla="*/ 732382 h 10125"/>
                <a:gd name="T26" fmla="*/ 478105 w 10001"/>
                <a:gd name="T27" fmla="*/ 695276 h 10125"/>
                <a:gd name="T28" fmla="*/ 1611 w 10001"/>
                <a:gd name="T29" fmla="*/ 374679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gradFill flip="none" rotWithShape="1">
              <a:gsLst>
                <a:gs pos="0">
                  <a:srgbClr val="66CCFF"/>
                </a:gs>
                <a:gs pos="100000">
                  <a:srgbClr val="FFFFFF"/>
                </a:gs>
                <a:gs pos="50000">
                  <a:srgbClr val="FFFFFF"/>
                </a:gs>
              </a:gsLst>
              <a:lin ang="0" scaled="1"/>
              <a:tileRect/>
            </a:gra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cxnSp>
          <p:nvCxnSpPr>
            <p:cNvPr id="36" name="Straight Connector 35">
              <a:extLst>
                <a:ext uri="{FF2B5EF4-FFF2-40B4-BE49-F238E27FC236}">
                  <a16:creationId xmlns:a16="http://schemas.microsoft.com/office/drawing/2014/main" id="{7D15FAE8-03F8-BA4A-951E-9D4D23E6D586}"/>
                </a:ext>
              </a:extLst>
            </p:cNvPr>
            <p:cNvCxnSpPr/>
            <p:nvPr/>
          </p:nvCxnSpPr>
          <p:spPr>
            <a:xfrm flipV="1">
              <a:off x="3261968" y="5558656"/>
              <a:ext cx="500180" cy="157189"/>
            </a:xfrm>
            <a:prstGeom prst="line">
              <a:avLst/>
            </a:prstGeom>
            <a:noFill/>
            <a:ln w="12700" cap="flat" cmpd="sng" algn="ctr">
              <a:solidFill>
                <a:srgbClr val="000000"/>
              </a:solidFill>
              <a:prstDash val="solid"/>
            </a:ln>
            <a:effectLst/>
          </p:spPr>
        </p:cxnSp>
        <p:cxnSp>
          <p:nvCxnSpPr>
            <p:cNvPr id="37" name="Straight Connector 36">
              <a:extLst>
                <a:ext uri="{FF2B5EF4-FFF2-40B4-BE49-F238E27FC236}">
                  <a16:creationId xmlns:a16="http://schemas.microsoft.com/office/drawing/2014/main" id="{2744B5FC-216C-3645-866B-ECC6E4613BA8}"/>
                </a:ext>
              </a:extLst>
            </p:cNvPr>
            <p:cNvCxnSpPr/>
            <p:nvPr/>
          </p:nvCxnSpPr>
          <p:spPr>
            <a:xfrm>
              <a:off x="3111121" y="5774591"/>
              <a:ext cx="862215" cy="104792"/>
            </a:xfrm>
            <a:prstGeom prst="line">
              <a:avLst/>
            </a:prstGeom>
            <a:noFill/>
            <a:ln w="12700" cap="flat" cmpd="sng" algn="ctr">
              <a:solidFill>
                <a:srgbClr val="000000"/>
              </a:solidFill>
              <a:prstDash val="solid"/>
            </a:ln>
            <a:effectLst/>
          </p:spPr>
        </p:cxnSp>
        <p:cxnSp>
          <p:nvCxnSpPr>
            <p:cNvPr id="38" name="Straight Connector 37">
              <a:extLst>
                <a:ext uri="{FF2B5EF4-FFF2-40B4-BE49-F238E27FC236}">
                  <a16:creationId xmlns:a16="http://schemas.microsoft.com/office/drawing/2014/main" id="{6AF9B2C2-7AB9-604B-B4AE-5D6F8CA0DFF9}"/>
                </a:ext>
              </a:extLst>
            </p:cNvPr>
            <p:cNvCxnSpPr/>
            <p:nvPr/>
          </p:nvCxnSpPr>
          <p:spPr>
            <a:xfrm>
              <a:off x="3123824" y="5880971"/>
              <a:ext cx="714543" cy="274682"/>
            </a:xfrm>
            <a:prstGeom prst="line">
              <a:avLst/>
            </a:prstGeom>
            <a:noFill/>
            <a:ln w="12700" cap="flat" cmpd="sng" algn="ctr">
              <a:solidFill>
                <a:srgbClr val="000000"/>
              </a:solidFill>
              <a:prstDash val="solid"/>
            </a:ln>
            <a:effectLst/>
          </p:spPr>
        </p:cxnSp>
        <p:cxnSp>
          <p:nvCxnSpPr>
            <p:cNvPr id="39" name="Straight Connector 38">
              <a:extLst>
                <a:ext uri="{FF2B5EF4-FFF2-40B4-BE49-F238E27FC236}">
                  <a16:creationId xmlns:a16="http://schemas.microsoft.com/office/drawing/2014/main" id="{650A0971-27B1-0A40-B11B-F30D52475911}"/>
                </a:ext>
              </a:extLst>
            </p:cNvPr>
            <p:cNvCxnSpPr/>
            <p:nvPr/>
          </p:nvCxnSpPr>
          <p:spPr>
            <a:xfrm flipH="1">
              <a:off x="1283479" y="5801583"/>
              <a:ext cx="1506892" cy="1587"/>
            </a:xfrm>
            <a:prstGeom prst="line">
              <a:avLst/>
            </a:prstGeom>
            <a:noFill/>
            <a:ln w="9525" cap="flat" cmpd="sng" algn="ctr">
              <a:solidFill>
                <a:srgbClr val="000000"/>
              </a:solidFill>
              <a:prstDash val="solid"/>
            </a:ln>
            <a:effectLst/>
          </p:spPr>
        </p:cxnSp>
        <p:sp>
          <p:nvSpPr>
            <p:cNvPr id="40" name="TextBox 265">
              <a:extLst>
                <a:ext uri="{FF2B5EF4-FFF2-40B4-BE49-F238E27FC236}">
                  <a16:creationId xmlns:a16="http://schemas.microsoft.com/office/drawing/2014/main" id="{4BD8D488-F9B4-5D47-8E0A-48546209837D}"/>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1" name="TextBox 281">
              <a:extLst>
                <a:ext uri="{FF2B5EF4-FFF2-40B4-BE49-F238E27FC236}">
                  <a16:creationId xmlns:a16="http://schemas.microsoft.com/office/drawing/2014/main" id="{AD5D47CA-82AD-DC4E-A2CC-F6555ADBB73E}"/>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sp>
          <p:nvSpPr>
            <p:cNvPr id="42" name="TextBox 282">
              <a:extLst>
                <a:ext uri="{FF2B5EF4-FFF2-40B4-BE49-F238E27FC236}">
                  <a16:creationId xmlns:a16="http://schemas.microsoft.com/office/drawing/2014/main" id="{755C7E60-8A5C-5B4E-BCD3-83EC372268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nvGrpSpPr>
            <p:cNvPr id="43" name="Group 5">
              <a:extLst>
                <a:ext uri="{FF2B5EF4-FFF2-40B4-BE49-F238E27FC236}">
                  <a16:creationId xmlns:a16="http://schemas.microsoft.com/office/drawing/2014/main" id="{DA838191-9D78-6E40-B146-38B5229893F5}"/>
                </a:ext>
              </a:extLst>
            </p:cNvPr>
            <p:cNvGrpSpPr>
              <a:grpSpLocks/>
            </p:cNvGrpSpPr>
            <p:nvPr/>
          </p:nvGrpSpPr>
          <p:grpSpPr bwMode="auto">
            <a:xfrm>
              <a:off x="938213" y="5237163"/>
              <a:ext cx="1616075" cy="487362"/>
              <a:chOff x="-4079003" y="2717403"/>
              <a:chExt cx="1616718" cy="488475"/>
            </a:xfrm>
          </p:grpSpPr>
          <p:sp>
            <p:nvSpPr>
              <p:cNvPr id="56" name="Rectangle 97">
                <a:extLst>
                  <a:ext uri="{FF2B5EF4-FFF2-40B4-BE49-F238E27FC236}">
                    <a16:creationId xmlns:a16="http://schemas.microsoft.com/office/drawing/2014/main" id="{79AE2BC3-C380-EE40-9462-41F3726CC38E}"/>
                  </a:ext>
                </a:extLst>
              </p:cNvPr>
              <p:cNvSpPr>
                <a:spLocks noChangeArrowheads="1"/>
              </p:cNvSpPr>
              <p:nvPr/>
            </p:nvSpPr>
            <p:spPr bwMode="auto">
              <a:xfrm>
                <a:off x="-4052413" y="2965119"/>
                <a:ext cx="1290538" cy="208750"/>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Rectangle 98">
                <a:extLst>
                  <a:ext uri="{FF2B5EF4-FFF2-40B4-BE49-F238E27FC236}">
                    <a16:creationId xmlns:a16="http://schemas.microsoft.com/office/drawing/2014/main" id="{2D568618-D5B3-354C-974C-0C2355EDED34}"/>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Line 99">
                <a:extLst>
                  <a:ext uri="{FF2B5EF4-FFF2-40B4-BE49-F238E27FC236}">
                    <a16:creationId xmlns:a16="http://schemas.microsoft.com/office/drawing/2014/main" id="{D67E4958-4052-B649-83B2-2706B277FB1C}"/>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Rectangle 104">
                <a:extLst>
                  <a:ext uri="{FF2B5EF4-FFF2-40B4-BE49-F238E27FC236}">
                    <a16:creationId xmlns:a16="http://schemas.microsoft.com/office/drawing/2014/main" id="{A6E72E22-A826-4E49-AA53-8A5FCBA23E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 name="Text Box 105">
                <a:extLst>
                  <a:ext uri="{FF2B5EF4-FFF2-40B4-BE49-F238E27FC236}">
                    <a16:creationId xmlns:a16="http://schemas.microsoft.com/office/drawing/2014/main" id="{1BBEBC69-F691-7B4E-AA1F-3F1CFFF5C6D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61" name="Line 119">
                <a:extLst>
                  <a:ext uri="{FF2B5EF4-FFF2-40B4-BE49-F238E27FC236}">
                    <a16:creationId xmlns:a16="http://schemas.microsoft.com/office/drawing/2014/main" id="{4522617A-F9E8-6C4D-890C-B40CD1F2DA2B}"/>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 name="TextBox 6">
              <a:extLst>
                <a:ext uri="{FF2B5EF4-FFF2-40B4-BE49-F238E27FC236}">
                  <a16:creationId xmlns:a16="http://schemas.microsoft.com/office/drawing/2014/main" id="{E04647EA-CE57-8E43-979A-6EBC3F213DDC}"/>
                </a:ext>
              </a:extLst>
            </p:cNvPr>
            <p:cNvSpPr txBox="1">
              <a:spLocks noChangeArrowheads="1"/>
            </p:cNvSpPr>
            <p:nvPr/>
          </p:nvSpPr>
          <p:spPr bwMode="auto">
            <a:xfrm>
              <a:off x="842050" y="4767952"/>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 name="Group 357">
              <a:extLst>
                <a:ext uri="{FF2B5EF4-FFF2-40B4-BE49-F238E27FC236}">
                  <a16:creationId xmlns:a16="http://schemas.microsoft.com/office/drawing/2014/main" id="{09AF8C17-7E42-874A-B83C-5931470E1EC4}"/>
                </a:ext>
              </a:extLst>
            </p:cNvPr>
            <p:cNvGrpSpPr>
              <a:grpSpLocks/>
            </p:cNvGrpSpPr>
            <p:nvPr/>
          </p:nvGrpSpPr>
          <p:grpSpPr bwMode="auto">
            <a:xfrm>
              <a:off x="2714625" y="5659438"/>
              <a:ext cx="565150" cy="293687"/>
              <a:chOff x="1871277" y="1576300"/>
              <a:chExt cx="1128371" cy="437861"/>
            </a:xfrm>
          </p:grpSpPr>
          <p:sp>
            <p:nvSpPr>
              <p:cNvPr id="47" name="Oval 46">
                <a:extLst>
                  <a:ext uri="{FF2B5EF4-FFF2-40B4-BE49-F238E27FC236}">
                    <a16:creationId xmlns:a16="http://schemas.microsoft.com/office/drawing/2014/main" id="{442B41FA-D8CE-DA4F-BCCC-0C4BA14A7880}"/>
                  </a:ext>
                </a:extLst>
              </p:cNvPr>
              <p:cNvSpPr>
                <a:spLocks noChangeArrowheads="1"/>
              </p:cNvSpPr>
              <p:nvPr/>
            </p:nvSpPr>
            <p:spPr bwMode="auto">
              <a:xfrm flipV="1">
                <a:off x="1873504" y="1693538"/>
                <a:ext cx="1125467" cy="319572"/>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8" name="Rectangle 47">
                <a:extLst>
                  <a:ext uri="{FF2B5EF4-FFF2-40B4-BE49-F238E27FC236}">
                    <a16:creationId xmlns:a16="http://schemas.microsoft.com/office/drawing/2014/main" id="{A77B4157-033B-B042-B386-C7E81265D594}"/>
                  </a:ext>
                </a:extLst>
              </p:cNvPr>
              <p:cNvSpPr/>
              <p:nvPr/>
            </p:nvSpPr>
            <p:spPr bwMode="auto">
              <a:xfrm>
                <a:off x="1870334" y="1738514"/>
                <a:ext cx="1128637" cy="11599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9" name="Oval 48">
                <a:extLst>
                  <a:ext uri="{FF2B5EF4-FFF2-40B4-BE49-F238E27FC236}">
                    <a16:creationId xmlns:a16="http://schemas.microsoft.com/office/drawing/2014/main" id="{2D486A47-1979-CC46-BE7C-FE1EE9FB3502}"/>
                  </a:ext>
                </a:extLst>
              </p:cNvPr>
              <p:cNvSpPr>
                <a:spLocks noChangeArrowheads="1"/>
              </p:cNvSpPr>
              <p:nvPr/>
            </p:nvSpPr>
            <p:spPr bwMode="auto">
              <a:xfrm flipV="1">
                <a:off x="1870334" y="1575177"/>
                <a:ext cx="1125465" cy="31957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0" name="Freeform 49">
                <a:extLst>
                  <a:ext uri="{FF2B5EF4-FFF2-40B4-BE49-F238E27FC236}">
                    <a16:creationId xmlns:a16="http://schemas.microsoft.com/office/drawing/2014/main" id="{573261F5-AADE-5B49-B26C-73A061CB4A13}"/>
                  </a:ext>
                </a:extLst>
              </p:cNvPr>
              <p:cNvSpPr/>
              <p:nvPr/>
            </p:nvSpPr>
            <p:spPr bwMode="auto">
              <a:xfrm>
                <a:off x="2158833" y="1672232"/>
                <a:ext cx="548468" cy="16097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1" name="Freeform 50">
                <a:extLst>
                  <a:ext uri="{FF2B5EF4-FFF2-40B4-BE49-F238E27FC236}">
                    <a16:creationId xmlns:a16="http://schemas.microsoft.com/office/drawing/2014/main" id="{1AFE4CA0-422C-BB45-8378-5923AFA3A2D6}"/>
                  </a:ext>
                </a:extLst>
              </p:cNvPr>
              <p:cNvSpPr>
                <a:spLocks/>
              </p:cNvSpPr>
              <p:nvPr/>
            </p:nvSpPr>
            <p:spPr bwMode="auto">
              <a:xfrm>
                <a:off x="2101767" y="1631990"/>
                <a:ext cx="662599" cy="111258"/>
              </a:xfrm>
              <a:custGeom>
                <a:avLst/>
                <a:gdLst>
                  <a:gd name="T0" fmla="*/ 0 w 3723451"/>
                  <a:gd name="T1" fmla="*/ 27219 h 932950"/>
                  <a:gd name="T2" fmla="*/ 116589 w 3723451"/>
                  <a:gd name="T3" fmla="*/ 321 h 932950"/>
                  <a:gd name="T4" fmla="*/ 330241 w 3723451"/>
                  <a:gd name="T5" fmla="*/ 62079 h 932950"/>
                  <a:gd name="T6" fmla="*/ 534068 w 3723451"/>
                  <a:gd name="T7" fmla="*/ 0 h 932950"/>
                  <a:gd name="T8" fmla="*/ 662599 w 3723451"/>
                  <a:gd name="T9" fmla="*/ 24703 h 932950"/>
                  <a:gd name="T10" fmla="*/ 566972 w 3723451"/>
                  <a:gd name="T11" fmla="*/ 55080 h 932950"/>
                  <a:gd name="T12" fmla="*/ 536184 w 3723451"/>
                  <a:gd name="T13" fmla="*/ 46891 h 932950"/>
                  <a:gd name="T14" fmla="*/ 333995 w 3723451"/>
                  <a:gd name="T15" fmla="*/ 111258 h 932950"/>
                  <a:gd name="T16" fmla="*/ 126634 w 3723451"/>
                  <a:gd name="T17" fmla="*/ 49258 h 932950"/>
                  <a:gd name="T18" fmla="*/ 93107 w 3723451"/>
                  <a:gd name="T19" fmla="*/ 55950 h 932950"/>
                  <a:gd name="T20" fmla="*/ 0 w 3723451"/>
                  <a:gd name="T21" fmla="*/ 272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Freeform 51">
                <a:extLst>
                  <a:ext uri="{FF2B5EF4-FFF2-40B4-BE49-F238E27FC236}">
                    <a16:creationId xmlns:a16="http://schemas.microsoft.com/office/drawing/2014/main" id="{C2270E51-2490-C240-AD5F-825154ECC122}"/>
                  </a:ext>
                </a:extLst>
              </p:cNvPr>
              <p:cNvSpPr>
                <a:spLocks/>
              </p:cNvSpPr>
              <p:nvPr/>
            </p:nvSpPr>
            <p:spPr bwMode="auto">
              <a:xfrm>
                <a:off x="2536103" y="1726678"/>
                <a:ext cx="244114" cy="97055"/>
              </a:xfrm>
              <a:custGeom>
                <a:avLst/>
                <a:gdLst>
                  <a:gd name="T0" fmla="*/ 0 w 1366596"/>
                  <a:gd name="T1" fmla="*/ 0 h 809868"/>
                  <a:gd name="T2" fmla="*/ 244114 w 1366596"/>
                  <a:gd name="T3" fmla="*/ 74997 h 809868"/>
                  <a:gd name="T4" fmla="*/ 154523 w 1366596"/>
                  <a:gd name="T5" fmla="*/ 97055 h 809868"/>
                  <a:gd name="T6" fmla="*/ 822 w 1366596"/>
                  <a:gd name="T7" fmla="*/ 5128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Freeform 52">
                <a:extLst>
                  <a:ext uri="{FF2B5EF4-FFF2-40B4-BE49-F238E27FC236}">
                    <a16:creationId xmlns:a16="http://schemas.microsoft.com/office/drawing/2014/main" id="{008859F4-DF2D-4347-8249-C929496F3B2F}"/>
                  </a:ext>
                </a:extLst>
              </p:cNvPr>
              <p:cNvSpPr>
                <a:spLocks/>
              </p:cNvSpPr>
              <p:nvPr/>
            </p:nvSpPr>
            <p:spPr bwMode="auto">
              <a:xfrm>
                <a:off x="2089086" y="1729045"/>
                <a:ext cx="240945" cy="97056"/>
              </a:xfrm>
              <a:custGeom>
                <a:avLst/>
                <a:gdLst>
                  <a:gd name="T0" fmla="*/ 237656 w 1348191"/>
                  <a:gd name="T1" fmla="*/ 0 h 791462"/>
                  <a:gd name="T2" fmla="*/ 240945 w 1348191"/>
                  <a:gd name="T3" fmla="*/ 46835 h 791462"/>
                  <a:gd name="T4" fmla="*/ 87168 w 1348191"/>
                  <a:gd name="T5" fmla="*/ 97056 h 791462"/>
                  <a:gd name="T6" fmla="*/ 0 w 1348191"/>
                  <a:gd name="T7" fmla="*/ 75049 h 791462"/>
                  <a:gd name="T8" fmla="*/ 237656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 name="Straight Connector 53">
                <a:extLst>
                  <a:ext uri="{FF2B5EF4-FFF2-40B4-BE49-F238E27FC236}">
                    <a16:creationId xmlns:a16="http://schemas.microsoft.com/office/drawing/2014/main" id="{8255DA76-192D-044B-8762-92700C24A73E}"/>
                  </a:ext>
                </a:extLst>
              </p:cNvPr>
              <p:cNvCxnSpPr>
                <a:cxnSpLocks noChangeShapeType="1"/>
                <a:endCxn id="49" idx="2"/>
              </p:cNvCxnSpPr>
              <p:nvPr/>
            </p:nvCxnSpPr>
            <p:spPr bwMode="auto">
              <a:xfrm flipH="1" flipV="1">
                <a:off x="1870334" y="1736147"/>
                <a:ext cx="3169"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 name="Straight Connector 54">
                <a:extLst>
                  <a:ext uri="{FF2B5EF4-FFF2-40B4-BE49-F238E27FC236}">
                    <a16:creationId xmlns:a16="http://schemas.microsoft.com/office/drawing/2014/main" id="{B8121134-CF29-9643-A097-AC1724B9BC6C}"/>
                  </a:ext>
                </a:extLst>
              </p:cNvPr>
              <p:cNvCxnSpPr>
                <a:cxnSpLocks noChangeShapeType="1"/>
              </p:cNvCxnSpPr>
              <p:nvPr/>
            </p:nvCxnSpPr>
            <p:spPr bwMode="auto">
              <a:xfrm flipH="1" flipV="1">
                <a:off x="2995800" y="1733779"/>
                <a:ext cx="3171"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 name="Freeform 120">
              <a:extLst>
                <a:ext uri="{FF2B5EF4-FFF2-40B4-BE49-F238E27FC236}">
                  <a16:creationId xmlns:a16="http://schemas.microsoft.com/office/drawing/2014/main" id="{AA8DABE2-7520-5C45-941C-F8EFCE33F9A2}"/>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Content Placeholder 3">
            <a:extLst>
              <a:ext uri="{FF2B5EF4-FFF2-40B4-BE49-F238E27FC236}">
                <a16:creationId xmlns:a16="http://schemas.microsoft.com/office/drawing/2014/main" id="{A06F5D4D-83A2-064D-AF5B-6B67A6A12AB8}"/>
              </a:ext>
            </a:extLst>
          </p:cNvPr>
          <p:cNvSpPr txBox="1">
            <a:spLocks/>
          </p:cNvSpPr>
          <p:nvPr/>
        </p:nvSpPr>
        <p:spPr>
          <a:xfrm>
            <a:off x="6255252" y="4142307"/>
            <a:ext cx="5502965" cy="20956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two control-plane approaches: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traditional routing algorithms: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implemented in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software-defined networking (SDN)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implemented in (remote)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Slide Number Placeholder 4">
            <a:extLst>
              <a:ext uri="{FF2B5EF4-FFF2-40B4-BE49-F238E27FC236}">
                <a16:creationId xmlns:a16="http://schemas.microsoft.com/office/drawing/2014/main" id="{E1DA7C3D-A185-DD42-9D1C-17140F6215E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a:t>
            </a:fld>
            <a:endParaRPr lang="en-US" dirty="0"/>
          </a:p>
        </p:txBody>
      </p:sp>
    </p:spTree>
    <p:extLst>
      <p:ext uri="{BB962C8B-B14F-4D97-AF65-F5344CB8AC3E}">
        <p14:creationId xmlns:p14="http://schemas.microsoft.com/office/powerpoint/2010/main" val="804502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200" y="279543"/>
            <a:ext cx="10515600" cy="894622"/>
          </a:xfrm>
        </p:spPr>
        <p:txBody>
          <a:bodyPr>
            <a:normAutofit/>
          </a:bodyPr>
          <a:lstStyle/>
          <a:p>
            <a:r>
              <a:rPr lang="en-US" sz="4800" dirty="0"/>
              <a:t>Per-router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80773" y="1101105"/>
            <a:ext cx="1098715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Individual routing algorithm components </a:t>
            </a:r>
            <a:r>
              <a:rPr kumimoji="0" lang="en-US" altLang="en-US" sz="3200" b="0" i="1"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in each and every router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 in the control plane</a:t>
            </a:r>
          </a:p>
        </p:txBody>
      </p:sp>
      <p:sp>
        <p:nvSpPr>
          <p:cNvPr id="238" name="Freeform 2">
            <a:extLst>
              <a:ext uri="{FF2B5EF4-FFF2-40B4-BE49-F238E27FC236}">
                <a16:creationId xmlns:a16="http://schemas.microsoft.com/office/drawing/2014/main" id="{66A80B54-F93B-A94A-938E-DFA6C3C90E64}"/>
              </a:ext>
            </a:extLst>
          </p:cNvPr>
          <p:cNvSpPr>
            <a:spLocks/>
          </p:cNvSpPr>
          <p:nvPr/>
        </p:nvSpPr>
        <p:spPr bwMode="auto">
          <a:xfrm>
            <a:off x="4182648" y="5476945"/>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39" name="Straight Connector 238">
            <a:extLst>
              <a:ext uri="{FF2B5EF4-FFF2-40B4-BE49-F238E27FC236}">
                <a16:creationId xmlns:a16="http://schemas.microsoft.com/office/drawing/2014/main" id="{6B89A56E-4B45-1449-B1CC-C8EF7ABE50B3}"/>
              </a:ext>
            </a:extLst>
          </p:cNvPr>
          <p:cNvCxnSpPr/>
          <p:nvPr/>
        </p:nvCxnSpPr>
        <p:spPr>
          <a:xfrm flipV="1">
            <a:off x="4812885" y="5629345"/>
            <a:ext cx="1316038" cy="131762"/>
          </a:xfrm>
          <a:prstGeom prst="line">
            <a:avLst/>
          </a:prstGeom>
          <a:noFill/>
          <a:ln w="12700" cap="flat" cmpd="sng" algn="ctr">
            <a:solidFill>
              <a:srgbClr val="000000"/>
            </a:solidFill>
            <a:prstDash val="solid"/>
          </a:ln>
          <a:effectLst/>
        </p:spPr>
      </p:cxnSp>
      <p:cxnSp>
        <p:nvCxnSpPr>
          <p:cNvPr id="240" name="Straight Connector 239">
            <a:extLst>
              <a:ext uri="{FF2B5EF4-FFF2-40B4-BE49-F238E27FC236}">
                <a16:creationId xmlns:a16="http://schemas.microsoft.com/office/drawing/2014/main" id="{2740CBE6-0A59-E645-A69D-A9AE662529A8}"/>
              </a:ext>
            </a:extLst>
          </p:cNvPr>
          <p:cNvCxnSpPr/>
          <p:nvPr/>
        </p:nvCxnSpPr>
        <p:spPr>
          <a:xfrm>
            <a:off x="4701760" y="5815082"/>
            <a:ext cx="2259013" cy="300038"/>
          </a:xfrm>
          <a:prstGeom prst="line">
            <a:avLst/>
          </a:prstGeom>
          <a:noFill/>
          <a:ln w="12700" cap="flat" cmpd="sng" algn="ctr">
            <a:solidFill>
              <a:srgbClr val="000000"/>
            </a:solidFill>
            <a:prstDash val="solid"/>
          </a:ln>
          <a:effectLst/>
        </p:spPr>
      </p:cxnSp>
      <p:cxnSp>
        <p:nvCxnSpPr>
          <p:cNvPr id="241" name="Straight Connector 240">
            <a:extLst>
              <a:ext uri="{FF2B5EF4-FFF2-40B4-BE49-F238E27FC236}">
                <a16:creationId xmlns:a16="http://schemas.microsoft.com/office/drawing/2014/main" id="{FEDEF0D8-C674-7A42-948E-7E305FE7E98D}"/>
              </a:ext>
            </a:extLst>
          </p:cNvPr>
          <p:cNvCxnSpPr/>
          <p:nvPr/>
        </p:nvCxnSpPr>
        <p:spPr>
          <a:xfrm>
            <a:off x="4714460" y="5921445"/>
            <a:ext cx="714375" cy="274637"/>
          </a:xfrm>
          <a:prstGeom prst="line">
            <a:avLst/>
          </a:prstGeom>
          <a:noFill/>
          <a:ln w="12700" cap="flat" cmpd="sng" algn="ctr">
            <a:solidFill>
              <a:srgbClr val="000000"/>
            </a:solidFill>
            <a:prstDash val="solid"/>
          </a:ln>
          <a:effectLst/>
        </p:spPr>
      </p:cxnSp>
      <p:cxnSp>
        <p:nvCxnSpPr>
          <p:cNvPr id="242" name="Straight Connector 241">
            <a:extLst>
              <a:ext uri="{FF2B5EF4-FFF2-40B4-BE49-F238E27FC236}">
                <a16:creationId xmlns:a16="http://schemas.microsoft.com/office/drawing/2014/main" id="{88FEC270-B253-8E44-A411-9C7971EEB2C5}"/>
              </a:ext>
            </a:extLst>
          </p:cNvPr>
          <p:cNvCxnSpPr/>
          <p:nvPr/>
        </p:nvCxnSpPr>
        <p:spPr>
          <a:xfrm flipV="1">
            <a:off x="5732048" y="6115120"/>
            <a:ext cx="1247775" cy="80962"/>
          </a:xfrm>
          <a:prstGeom prst="line">
            <a:avLst/>
          </a:prstGeom>
          <a:noFill/>
          <a:ln w="12700" cap="flat" cmpd="sng" algn="ctr">
            <a:solidFill>
              <a:srgbClr val="000000"/>
            </a:solidFill>
            <a:prstDash val="solid"/>
          </a:ln>
          <a:effectLst/>
        </p:spPr>
      </p:cxnSp>
      <p:cxnSp>
        <p:nvCxnSpPr>
          <p:cNvPr id="243" name="Straight Connector 242">
            <a:extLst>
              <a:ext uri="{FF2B5EF4-FFF2-40B4-BE49-F238E27FC236}">
                <a16:creationId xmlns:a16="http://schemas.microsoft.com/office/drawing/2014/main" id="{829E7CD6-E2DF-3F41-969B-DA845A408D9F}"/>
              </a:ext>
            </a:extLst>
          </p:cNvPr>
          <p:cNvCxnSpPr/>
          <p:nvPr/>
        </p:nvCxnSpPr>
        <p:spPr>
          <a:xfrm>
            <a:off x="6392448" y="5661095"/>
            <a:ext cx="1057275" cy="123825"/>
          </a:xfrm>
          <a:prstGeom prst="line">
            <a:avLst/>
          </a:prstGeom>
          <a:noFill/>
          <a:ln w="12700" cap="flat" cmpd="sng" algn="ctr">
            <a:solidFill>
              <a:srgbClr val="000000"/>
            </a:solidFill>
            <a:prstDash val="solid"/>
          </a:ln>
          <a:effectLst/>
        </p:spPr>
      </p:cxnSp>
      <p:cxnSp>
        <p:nvCxnSpPr>
          <p:cNvPr id="244" name="Straight Connector 243">
            <a:extLst>
              <a:ext uri="{FF2B5EF4-FFF2-40B4-BE49-F238E27FC236}">
                <a16:creationId xmlns:a16="http://schemas.microsoft.com/office/drawing/2014/main" id="{DE601DF1-8D2D-2A46-BC8F-F868A11F76CA}"/>
              </a:ext>
            </a:extLst>
          </p:cNvPr>
          <p:cNvCxnSpPr/>
          <p:nvPr/>
        </p:nvCxnSpPr>
        <p:spPr>
          <a:xfrm flipV="1">
            <a:off x="5676485" y="5815082"/>
            <a:ext cx="1790700" cy="300038"/>
          </a:xfrm>
          <a:prstGeom prst="line">
            <a:avLst/>
          </a:prstGeom>
          <a:noFill/>
          <a:ln w="12700" cap="flat" cmpd="sng" algn="ctr">
            <a:solidFill>
              <a:srgbClr val="000000"/>
            </a:solidFill>
            <a:prstDash val="solid"/>
          </a:ln>
          <a:effectLst/>
        </p:spPr>
      </p:cxnSp>
      <p:cxnSp>
        <p:nvCxnSpPr>
          <p:cNvPr id="245" name="Straight Connector 244">
            <a:extLst>
              <a:ext uri="{FF2B5EF4-FFF2-40B4-BE49-F238E27FC236}">
                <a16:creationId xmlns:a16="http://schemas.microsoft.com/office/drawing/2014/main" id="{A11DDE0B-F575-FA48-8F6B-03D4A7733DCF}"/>
              </a:ext>
            </a:extLst>
          </p:cNvPr>
          <p:cNvCxnSpPr/>
          <p:nvPr/>
        </p:nvCxnSpPr>
        <p:spPr>
          <a:xfrm flipV="1">
            <a:off x="7003635" y="5843657"/>
            <a:ext cx="588963" cy="271463"/>
          </a:xfrm>
          <a:prstGeom prst="line">
            <a:avLst/>
          </a:prstGeom>
          <a:noFill/>
          <a:ln w="12700" cap="flat" cmpd="sng" algn="ctr">
            <a:solidFill>
              <a:srgbClr val="000000"/>
            </a:solidFill>
            <a:prstDash val="solid"/>
          </a:ln>
          <a:effectLst/>
        </p:spPr>
      </p:cxnSp>
      <p:cxnSp>
        <p:nvCxnSpPr>
          <p:cNvPr id="246" name="Straight Connector 245">
            <a:extLst>
              <a:ext uri="{FF2B5EF4-FFF2-40B4-BE49-F238E27FC236}">
                <a16:creationId xmlns:a16="http://schemas.microsoft.com/office/drawing/2014/main" id="{ADA6CD88-616E-B24E-8E41-831DCFC74F88}"/>
              </a:ext>
            </a:extLst>
          </p:cNvPr>
          <p:cNvCxnSpPr/>
          <p:nvPr/>
        </p:nvCxnSpPr>
        <p:spPr>
          <a:xfrm>
            <a:off x="6146385" y="5629345"/>
            <a:ext cx="814388" cy="400050"/>
          </a:xfrm>
          <a:prstGeom prst="line">
            <a:avLst/>
          </a:prstGeom>
          <a:noFill/>
          <a:ln w="12700" cap="flat" cmpd="sng" algn="ctr">
            <a:solidFill>
              <a:srgbClr val="000000"/>
            </a:solidFill>
            <a:prstDash val="solid"/>
          </a:ln>
          <a:effectLst/>
        </p:spPr>
      </p:cxnSp>
      <p:grpSp>
        <p:nvGrpSpPr>
          <p:cNvPr id="247" name="Group 7">
            <a:extLst>
              <a:ext uri="{FF2B5EF4-FFF2-40B4-BE49-F238E27FC236}">
                <a16:creationId xmlns:a16="http://schemas.microsoft.com/office/drawing/2014/main" id="{F23FF8D1-2C6B-9448-B97C-26AA0FF38328}"/>
              </a:ext>
            </a:extLst>
          </p:cNvPr>
          <p:cNvGrpSpPr>
            <a:grpSpLocks/>
          </p:cNvGrpSpPr>
          <p:nvPr/>
        </p:nvGrpSpPr>
        <p:grpSpPr bwMode="auto">
          <a:xfrm>
            <a:off x="5271673" y="6054795"/>
            <a:ext cx="563562" cy="293687"/>
            <a:chOff x="1871277" y="1576300"/>
            <a:chExt cx="1128371" cy="437861"/>
          </a:xfrm>
        </p:grpSpPr>
        <p:sp>
          <p:nvSpPr>
            <p:cNvPr id="248" name="Oval 247">
              <a:extLst>
                <a:ext uri="{FF2B5EF4-FFF2-40B4-BE49-F238E27FC236}">
                  <a16:creationId xmlns:a16="http://schemas.microsoft.com/office/drawing/2014/main" id="{F781E7E0-A5A4-AD4A-A844-E9A7BB7A7970}"/>
                </a:ext>
              </a:extLst>
            </p:cNvPr>
            <p:cNvSpPr>
              <a:spLocks noChangeArrowheads="1"/>
            </p:cNvSpPr>
            <p:nvPr/>
          </p:nvSpPr>
          <p:spPr bwMode="auto">
            <a:xfrm flipV="1">
              <a:off x="1874455" y="1694641"/>
              <a:ext cx="1125193"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49" name="Rectangle 248">
              <a:extLst>
                <a:ext uri="{FF2B5EF4-FFF2-40B4-BE49-F238E27FC236}">
                  <a16:creationId xmlns:a16="http://schemas.microsoft.com/office/drawing/2014/main" id="{3D5BD08E-FA2E-E04F-A545-2E0866784F9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50" name="Oval 249">
              <a:extLst>
                <a:ext uri="{FF2B5EF4-FFF2-40B4-BE49-F238E27FC236}">
                  <a16:creationId xmlns:a16="http://schemas.microsoft.com/office/drawing/2014/main" id="{01E234FF-7C0E-FD47-9DA3-FA9619013171}"/>
                </a:ext>
              </a:extLst>
            </p:cNvPr>
            <p:cNvSpPr>
              <a:spLocks noChangeArrowheads="1"/>
            </p:cNvSpPr>
            <p:nvPr/>
          </p:nvSpPr>
          <p:spPr bwMode="auto">
            <a:xfrm flipV="1">
              <a:off x="1871277" y="1576300"/>
              <a:ext cx="1125193"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1" name="Freeform 250">
              <a:extLst>
                <a:ext uri="{FF2B5EF4-FFF2-40B4-BE49-F238E27FC236}">
                  <a16:creationId xmlns:a16="http://schemas.microsoft.com/office/drawing/2014/main" id="{563210E5-D710-8E45-8417-02EB79B5C81A}"/>
                </a:ext>
              </a:extLst>
            </p:cNvPr>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52" name="Freeform 251">
              <a:extLst>
                <a:ext uri="{FF2B5EF4-FFF2-40B4-BE49-F238E27FC236}">
                  <a16:creationId xmlns:a16="http://schemas.microsoft.com/office/drawing/2014/main" id="{430FD04E-46A2-3749-B589-BEE902C8D592}"/>
                </a:ext>
              </a:extLst>
            </p:cNvPr>
            <p:cNvSpPr>
              <a:spLocks/>
            </p:cNvSpPr>
            <p:nvPr/>
          </p:nvSpPr>
          <p:spPr bwMode="auto">
            <a:xfrm>
              <a:off x="2103307" y="1633104"/>
              <a:ext cx="661131" cy="111240"/>
            </a:xfrm>
            <a:custGeom>
              <a:avLst/>
              <a:gdLst>
                <a:gd name="T0" fmla="*/ 0 w 3723451"/>
                <a:gd name="T1" fmla="*/ 27215 h 932950"/>
                <a:gd name="T2" fmla="*/ 116331 w 3723451"/>
                <a:gd name="T3" fmla="*/ 321 h 932950"/>
                <a:gd name="T4" fmla="*/ 329509 w 3723451"/>
                <a:gd name="T5" fmla="*/ 62069 h 932950"/>
                <a:gd name="T6" fmla="*/ 532884 w 3723451"/>
                <a:gd name="T7" fmla="*/ 0 h 932950"/>
                <a:gd name="T8" fmla="*/ 661131 w 3723451"/>
                <a:gd name="T9" fmla="*/ 24699 h 932950"/>
                <a:gd name="T10" fmla="*/ 565716 w 3723451"/>
                <a:gd name="T11" fmla="*/ 55071 h 932950"/>
                <a:gd name="T12" fmla="*/ 534996 w 3723451"/>
                <a:gd name="T13" fmla="*/ 46883 h 932950"/>
                <a:gd name="T14" fmla="*/ 333255 w 3723451"/>
                <a:gd name="T15" fmla="*/ 111240 h 932950"/>
                <a:gd name="T16" fmla="*/ 126353 w 3723451"/>
                <a:gd name="T17" fmla="*/ 49250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Freeform 252">
              <a:extLst>
                <a:ext uri="{FF2B5EF4-FFF2-40B4-BE49-F238E27FC236}">
                  <a16:creationId xmlns:a16="http://schemas.microsoft.com/office/drawing/2014/main" id="{BDBA4CA4-485A-D94A-B148-5C44318A1988}"/>
                </a:ext>
              </a:extLst>
            </p:cNvPr>
            <p:cNvSpPr>
              <a:spLocks/>
            </p:cNvSpPr>
            <p:nvPr/>
          </p:nvSpPr>
          <p:spPr bwMode="auto">
            <a:xfrm>
              <a:off x="2538765" y="1727776"/>
              <a:ext cx="241567" cy="97039"/>
            </a:xfrm>
            <a:custGeom>
              <a:avLst/>
              <a:gdLst>
                <a:gd name="T0" fmla="*/ 0 w 1366596"/>
                <a:gd name="T1" fmla="*/ 0 h 809868"/>
                <a:gd name="T2" fmla="*/ 241567 w 1366596"/>
                <a:gd name="T3" fmla="*/ 74985 h 809868"/>
                <a:gd name="T4" fmla="*/ 152911 w 1366596"/>
                <a:gd name="T5" fmla="*/ 97039 h 809868"/>
                <a:gd name="T6" fmla="*/ 813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Freeform 253">
              <a:extLst>
                <a:ext uri="{FF2B5EF4-FFF2-40B4-BE49-F238E27FC236}">
                  <a16:creationId xmlns:a16="http://schemas.microsoft.com/office/drawing/2014/main" id="{4F7BCFB0-4862-0040-98EF-79148CCE20CE}"/>
                </a:ext>
              </a:extLst>
            </p:cNvPr>
            <p:cNvSpPr>
              <a:spLocks/>
            </p:cNvSpPr>
            <p:nvPr/>
          </p:nvSpPr>
          <p:spPr bwMode="auto">
            <a:xfrm>
              <a:off x="2090593" y="1730143"/>
              <a:ext cx="238389" cy="97040"/>
            </a:xfrm>
            <a:custGeom>
              <a:avLst/>
              <a:gdLst>
                <a:gd name="T0" fmla="*/ 235135 w 1348191"/>
                <a:gd name="T1" fmla="*/ 0 h 791462"/>
                <a:gd name="T2" fmla="*/ 238389 w 1348191"/>
                <a:gd name="T3" fmla="*/ 46827 h 791462"/>
                <a:gd name="T4" fmla="*/ 86243 w 1348191"/>
                <a:gd name="T5" fmla="*/ 97040 h 791462"/>
                <a:gd name="T6" fmla="*/ 0 w 1348191"/>
                <a:gd name="T7" fmla="*/ 75037 h 791462"/>
                <a:gd name="T8" fmla="*/ 23513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55" name="Straight Connector 254">
              <a:extLst>
                <a:ext uri="{FF2B5EF4-FFF2-40B4-BE49-F238E27FC236}">
                  <a16:creationId xmlns:a16="http://schemas.microsoft.com/office/drawing/2014/main" id="{FA80ECE7-29EF-E045-8DE9-443E8B56CBA4}"/>
                </a:ext>
              </a:extLst>
            </p:cNvPr>
            <p:cNvCxnSpPr>
              <a:cxnSpLocks noChangeShapeType="1"/>
              <a:endCxn id="250" idx="2"/>
            </p:cNvCxnSpPr>
            <p:nvPr/>
          </p:nvCxnSpPr>
          <p:spPr bwMode="auto">
            <a:xfrm flipH="1" flipV="1">
              <a:off x="1871277" y="1737244"/>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56" name="Straight Connector 255">
              <a:extLst>
                <a:ext uri="{FF2B5EF4-FFF2-40B4-BE49-F238E27FC236}">
                  <a16:creationId xmlns:a16="http://schemas.microsoft.com/office/drawing/2014/main" id="{886C4C8B-81F8-494E-B3C9-F2C152BA755D}"/>
                </a:ext>
              </a:extLst>
            </p:cNvPr>
            <p:cNvCxnSpPr>
              <a:cxnSpLocks noChangeShapeType="1"/>
            </p:cNvCxnSpPr>
            <p:nvPr/>
          </p:nvCxnSpPr>
          <p:spPr bwMode="auto">
            <a:xfrm flipH="1" flipV="1">
              <a:off x="2996470" y="1734876"/>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57" name="Group 327">
            <a:extLst>
              <a:ext uri="{FF2B5EF4-FFF2-40B4-BE49-F238E27FC236}">
                <a16:creationId xmlns:a16="http://schemas.microsoft.com/office/drawing/2014/main" id="{C6D6E434-396F-824D-B42D-39B257E17412}"/>
              </a:ext>
            </a:extLst>
          </p:cNvPr>
          <p:cNvGrpSpPr>
            <a:grpSpLocks/>
          </p:cNvGrpSpPr>
          <p:nvPr/>
        </p:nvGrpSpPr>
        <p:grpSpPr bwMode="auto">
          <a:xfrm>
            <a:off x="5966998" y="5513457"/>
            <a:ext cx="565150" cy="292100"/>
            <a:chOff x="1871277" y="1576300"/>
            <a:chExt cx="1128371" cy="437861"/>
          </a:xfrm>
        </p:grpSpPr>
        <p:sp>
          <p:nvSpPr>
            <p:cNvPr id="258" name="Oval 257">
              <a:extLst>
                <a:ext uri="{FF2B5EF4-FFF2-40B4-BE49-F238E27FC236}">
                  <a16:creationId xmlns:a16="http://schemas.microsoft.com/office/drawing/2014/main" id="{BD523501-0761-ED43-9FA5-AEA15E2D1C9C}"/>
                </a:ext>
              </a:extLst>
            </p:cNvPr>
            <p:cNvSpPr>
              <a:spLocks noChangeArrowheads="1"/>
            </p:cNvSpPr>
            <p:nvPr/>
          </p:nvSpPr>
          <p:spPr bwMode="auto">
            <a:xfrm flipV="1">
              <a:off x="1874446" y="1692905"/>
              <a:ext cx="1125202" cy="32125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9" name="Rectangle 258">
              <a:extLst>
                <a:ext uri="{FF2B5EF4-FFF2-40B4-BE49-F238E27FC236}">
                  <a16:creationId xmlns:a16="http://schemas.microsoft.com/office/drawing/2014/main" id="{1B2C53EE-99C4-9041-B078-E1DEA73E56F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60" name="Oval 259">
              <a:extLst>
                <a:ext uri="{FF2B5EF4-FFF2-40B4-BE49-F238E27FC236}">
                  <a16:creationId xmlns:a16="http://schemas.microsoft.com/office/drawing/2014/main" id="{27361595-2FF4-1B46-839D-326969B484FA}"/>
                </a:ext>
              </a:extLst>
            </p:cNvPr>
            <p:cNvSpPr>
              <a:spLocks noChangeArrowheads="1"/>
            </p:cNvSpPr>
            <p:nvPr/>
          </p:nvSpPr>
          <p:spPr bwMode="auto">
            <a:xfrm flipV="1">
              <a:off x="1871277" y="1576300"/>
              <a:ext cx="1125200" cy="3212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1" name="Freeform 260">
              <a:extLst>
                <a:ext uri="{FF2B5EF4-FFF2-40B4-BE49-F238E27FC236}">
                  <a16:creationId xmlns:a16="http://schemas.microsoft.com/office/drawing/2014/main" id="{89642470-FD74-1047-9747-D0EB2363B80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62" name="Freeform 261">
              <a:extLst>
                <a:ext uri="{FF2B5EF4-FFF2-40B4-BE49-F238E27FC236}">
                  <a16:creationId xmlns:a16="http://schemas.microsoft.com/office/drawing/2014/main" id="{12E17BAF-3675-9946-91CF-C0BD05A47A02}"/>
                </a:ext>
              </a:extLst>
            </p:cNvPr>
            <p:cNvSpPr>
              <a:spLocks/>
            </p:cNvSpPr>
            <p:nvPr/>
          </p:nvSpPr>
          <p:spPr bwMode="auto">
            <a:xfrm>
              <a:off x="2102655" y="1633412"/>
              <a:ext cx="662444" cy="111846"/>
            </a:xfrm>
            <a:custGeom>
              <a:avLst/>
              <a:gdLst>
                <a:gd name="T0" fmla="*/ 0 w 3723451"/>
                <a:gd name="T1" fmla="*/ 27363 h 932950"/>
                <a:gd name="T2" fmla="*/ 116562 w 3723451"/>
                <a:gd name="T3" fmla="*/ 322 h 932950"/>
                <a:gd name="T4" fmla="*/ 330164 w 3723451"/>
                <a:gd name="T5" fmla="*/ 62407 h 932950"/>
                <a:gd name="T6" fmla="*/ 533943 w 3723451"/>
                <a:gd name="T7" fmla="*/ 0 h 932950"/>
                <a:gd name="T8" fmla="*/ 662444 w 3723451"/>
                <a:gd name="T9" fmla="*/ 24834 h 932950"/>
                <a:gd name="T10" fmla="*/ 566839 w 3723451"/>
                <a:gd name="T11" fmla="*/ 55371 h 932950"/>
                <a:gd name="T12" fmla="*/ 536059 w 3723451"/>
                <a:gd name="T13" fmla="*/ 47138 h 932950"/>
                <a:gd name="T14" fmla="*/ 333917 w 3723451"/>
                <a:gd name="T15" fmla="*/ 111846 h 932950"/>
                <a:gd name="T16" fmla="*/ 126604 w 3723451"/>
                <a:gd name="T17" fmla="*/ 49519 h 932950"/>
                <a:gd name="T18" fmla="*/ 93086 w 3723451"/>
                <a:gd name="T19" fmla="*/ 56246 h 932950"/>
                <a:gd name="T20" fmla="*/ 0 w 3723451"/>
                <a:gd name="T21" fmla="*/ 2736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Freeform 262">
              <a:extLst>
                <a:ext uri="{FF2B5EF4-FFF2-40B4-BE49-F238E27FC236}">
                  <a16:creationId xmlns:a16="http://schemas.microsoft.com/office/drawing/2014/main" id="{FB02D5C9-E16C-D545-9658-9B08CD700FC7}"/>
                </a:ext>
              </a:extLst>
            </p:cNvPr>
            <p:cNvSpPr>
              <a:spLocks/>
            </p:cNvSpPr>
            <p:nvPr/>
          </p:nvSpPr>
          <p:spPr bwMode="auto">
            <a:xfrm>
              <a:off x="2536889" y="1728599"/>
              <a:ext cx="244057" cy="97568"/>
            </a:xfrm>
            <a:custGeom>
              <a:avLst/>
              <a:gdLst>
                <a:gd name="T0" fmla="*/ 0 w 1366596"/>
                <a:gd name="T1" fmla="*/ 0 h 809868"/>
                <a:gd name="T2" fmla="*/ 244057 w 1366596"/>
                <a:gd name="T3" fmla="*/ 75393 h 809868"/>
                <a:gd name="T4" fmla="*/ 154487 w 1366596"/>
                <a:gd name="T5" fmla="*/ 97568 h 809868"/>
                <a:gd name="T6" fmla="*/ 822 w 1366596"/>
                <a:gd name="T7" fmla="*/ 5155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263">
              <a:extLst>
                <a:ext uri="{FF2B5EF4-FFF2-40B4-BE49-F238E27FC236}">
                  <a16:creationId xmlns:a16="http://schemas.microsoft.com/office/drawing/2014/main" id="{43C530C6-57F7-D943-BF8C-3B8BE501FC32}"/>
                </a:ext>
              </a:extLst>
            </p:cNvPr>
            <p:cNvSpPr>
              <a:spLocks/>
            </p:cNvSpPr>
            <p:nvPr/>
          </p:nvSpPr>
          <p:spPr bwMode="auto">
            <a:xfrm>
              <a:off x="2089977" y="1730980"/>
              <a:ext cx="240888" cy="95187"/>
            </a:xfrm>
            <a:custGeom>
              <a:avLst/>
              <a:gdLst>
                <a:gd name="T0" fmla="*/ 237599 w 1348191"/>
                <a:gd name="T1" fmla="*/ 0 h 791462"/>
                <a:gd name="T2" fmla="*/ 240888 w 1348191"/>
                <a:gd name="T3" fmla="*/ 45933 h 791462"/>
                <a:gd name="T4" fmla="*/ 87147 w 1348191"/>
                <a:gd name="T5" fmla="*/ 95187 h 791462"/>
                <a:gd name="T6" fmla="*/ 0 w 1348191"/>
                <a:gd name="T7" fmla="*/ 73604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04998C4B-6CC3-804D-8149-EB9753D18CA7}"/>
                </a:ext>
              </a:extLst>
            </p:cNvPr>
            <p:cNvCxnSpPr>
              <a:cxnSpLocks noChangeShapeType="1"/>
              <a:endCxn id="260" idx="2"/>
            </p:cNvCxnSpPr>
            <p:nvPr/>
          </p:nvCxnSpPr>
          <p:spPr bwMode="auto">
            <a:xfrm flipH="1" flipV="1">
              <a:off x="1871277" y="1735739"/>
              <a:ext cx="3169"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66" name="Straight Connector 265">
              <a:extLst>
                <a:ext uri="{FF2B5EF4-FFF2-40B4-BE49-F238E27FC236}">
                  <a16:creationId xmlns:a16="http://schemas.microsoft.com/office/drawing/2014/main" id="{565D2A47-CC6C-8440-A5DF-83E670BCAF12}"/>
                </a:ext>
              </a:extLst>
            </p:cNvPr>
            <p:cNvCxnSpPr>
              <a:cxnSpLocks noChangeShapeType="1"/>
            </p:cNvCxnSpPr>
            <p:nvPr/>
          </p:nvCxnSpPr>
          <p:spPr bwMode="auto">
            <a:xfrm flipH="1" flipV="1">
              <a:off x="2996477" y="1733359"/>
              <a:ext cx="3171"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67" name="Group 337">
            <a:extLst>
              <a:ext uri="{FF2B5EF4-FFF2-40B4-BE49-F238E27FC236}">
                <a16:creationId xmlns:a16="http://schemas.microsoft.com/office/drawing/2014/main" id="{82B40A4C-BCB9-0F49-86D8-65358510B247}"/>
              </a:ext>
            </a:extLst>
          </p:cNvPr>
          <p:cNvGrpSpPr>
            <a:grpSpLocks/>
          </p:cNvGrpSpPr>
          <p:nvPr/>
        </p:nvGrpSpPr>
        <p:grpSpPr bwMode="auto">
          <a:xfrm>
            <a:off x="6609935" y="5967482"/>
            <a:ext cx="563563" cy="293688"/>
            <a:chOff x="1871277" y="1576300"/>
            <a:chExt cx="1128371" cy="437861"/>
          </a:xfrm>
        </p:grpSpPr>
        <p:sp>
          <p:nvSpPr>
            <p:cNvPr id="268" name="Oval 267">
              <a:extLst>
                <a:ext uri="{FF2B5EF4-FFF2-40B4-BE49-F238E27FC236}">
                  <a16:creationId xmlns:a16="http://schemas.microsoft.com/office/drawing/2014/main" id="{683F4F4C-42FD-9846-A017-5B90A1CDF30A}"/>
                </a:ext>
              </a:extLst>
            </p:cNvPr>
            <p:cNvSpPr>
              <a:spLocks noChangeArrowheads="1"/>
            </p:cNvSpPr>
            <p:nvPr/>
          </p:nvSpPr>
          <p:spPr bwMode="auto">
            <a:xfrm flipV="1">
              <a:off x="1874457" y="1694641"/>
              <a:ext cx="1125191"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9" name="Rectangle 268">
              <a:extLst>
                <a:ext uri="{FF2B5EF4-FFF2-40B4-BE49-F238E27FC236}">
                  <a16:creationId xmlns:a16="http://schemas.microsoft.com/office/drawing/2014/main" id="{3F600344-6D5A-5149-9480-8AD325F910A2}"/>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70" name="Oval 269">
              <a:extLst>
                <a:ext uri="{FF2B5EF4-FFF2-40B4-BE49-F238E27FC236}">
                  <a16:creationId xmlns:a16="http://schemas.microsoft.com/office/drawing/2014/main" id="{358912A5-2365-7548-98D1-05C254AB8C93}"/>
                </a:ext>
              </a:extLst>
            </p:cNvPr>
            <p:cNvSpPr>
              <a:spLocks noChangeArrowheads="1"/>
            </p:cNvSpPr>
            <p:nvPr/>
          </p:nvSpPr>
          <p:spPr bwMode="auto">
            <a:xfrm flipV="1">
              <a:off x="1871277" y="1576300"/>
              <a:ext cx="1125191"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1" name="Freeform 270">
              <a:extLst>
                <a:ext uri="{FF2B5EF4-FFF2-40B4-BE49-F238E27FC236}">
                  <a16:creationId xmlns:a16="http://schemas.microsoft.com/office/drawing/2014/main" id="{856A4118-FA0A-BF49-876A-9D235E6C6E2E}"/>
                </a:ext>
              </a:extLst>
            </p:cNvPr>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72" name="Freeform 271">
              <a:extLst>
                <a:ext uri="{FF2B5EF4-FFF2-40B4-BE49-F238E27FC236}">
                  <a16:creationId xmlns:a16="http://schemas.microsoft.com/office/drawing/2014/main" id="{73066D64-2E3F-F24D-B741-44F8F9E6C32A}"/>
                </a:ext>
              </a:extLst>
            </p:cNvPr>
            <p:cNvSpPr>
              <a:spLocks/>
            </p:cNvSpPr>
            <p:nvPr/>
          </p:nvSpPr>
          <p:spPr bwMode="auto">
            <a:xfrm>
              <a:off x="2103309" y="1633103"/>
              <a:ext cx="661129" cy="111241"/>
            </a:xfrm>
            <a:custGeom>
              <a:avLst/>
              <a:gdLst>
                <a:gd name="T0" fmla="*/ 0 w 3723451"/>
                <a:gd name="T1" fmla="*/ 27215 h 932950"/>
                <a:gd name="T2" fmla="*/ 116330 w 3723451"/>
                <a:gd name="T3" fmla="*/ 321 h 932950"/>
                <a:gd name="T4" fmla="*/ 329508 w 3723451"/>
                <a:gd name="T5" fmla="*/ 62070 h 932950"/>
                <a:gd name="T6" fmla="*/ 532883 w 3723451"/>
                <a:gd name="T7" fmla="*/ 0 h 932950"/>
                <a:gd name="T8" fmla="*/ 661129 w 3723451"/>
                <a:gd name="T9" fmla="*/ 24700 h 932950"/>
                <a:gd name="T10" fmla="*/ 565714 w 3723451"/>
                <a:gd name="T11" fmla="*/ 55072 h 932950"/>
                <a:gd name="T12" fmla="*/ 534995 w 3723451"/>
                <a:gd name="T13" fmla="*/ 46883 h 932950"/>
                <a:gd name="T14" fmla="*/ 333254 w 3723451"/>
                <a:gd name="T15" fmla="*/ 111241 h 932950"/>
                <a:gd name="T16" fmla="*/ 126353 w 3723451"/>
                <a:gd name="T17" fmla="*/ 49251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3" name="Freeform 272">
              <a:extLst>
                <a:ext uri="{FF2B5EF4-FFF2-40B4-BE49-F238E27FC236}">
                  <a16:creationId xmlns:a16="http://schemas.microsoft.com/office/drawing/2014/main" id="{63C7C818-A6BA-5B46-8663-C7EB1B1CEB1A}"/>
                </a:ext>
              </a:extLst>
            </p:cNvPr>
            <p:cNvSpPr>
              <a:spLocks/>
            </p:cNvSpPr>
            <p:nvPr/>
          </p:nvSpPr>
          <p:spPr bwMode="auto">
            <a:xfrm>
              <a:off x="2538763" y="1727776"/>
              <a:ext cx="241567" cy="97040"/>
            </a:xfrm>
            <a:custGeom>
              <a:avLst/>
              <a:gdLst>
                <a:gd name="T0" fmla="*/ 0 w 1366596"/>
                <a:gd name="T1" fmla="*/ 0 h 809868"/>
                <a:gd name="T2" fmla="*/ 241567 w 1366596"/>
                <a:gd name="T3" fmla="*/ 74985 h 809868"/>
                <a:gd name="T4" fmla="*/ 152911 w 1366596"/>
                <a:gd name="T5" fmla="*/ 97040 h 809868"/>
                <a:gd name="T6" fmla="*/ 813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Freeform 273">
              <a:extLst>
                <a:ext uri="{FF2B5EF4-FFF2-40B4-BE49-F238E27FC236}">
                  <a16:creationId xmlns:a16="http://schemas.microsoft.com/office/drawing/2014/main" id="{958FEB88-75FB-2D44-9A10-0367FDB3A463}"/>
                </a:ext>
              </a:extLst>
            </p:cNvPr>
            <p:cNvSpPr>
              <a:spLocks/>
            </p:cNvSpPr>
            <p:nvPr/>
          </p:nvSpPr>
          <p:spPr bwMode="auto">
            <a:xfrm>
              <a:off x="2090595" y="1730144"/>
              <a:ext cx="238387" cy="97039"/>
            </a:xfrm>
            <a:custGeom>
              <a:avLst/>
              <a:gdLst>
                <a:gd name="T0" fmla="*/ 235133 w 1348191"/>
                <a:gd name="T1" fmla="*/ 0 h 791462"/>
                <a:gd name="T2" fmla="*/ 238387 w 1348191"/>
                <a:gd name="T3" fmla="*/ 46827 h 791462"/>
                <a:gd name="T4" fmla="*/ 86242 w 1348191"/>
                <a:gd name="T5" fmla="*/ 97039 h 791462"/>
                <a:gd name="T6" fmla="*/ 0 w 1348191"/>
                <a:gd name="T7" fmla="*/ 75036 h 791462"/>
                <a:gd name="T8" fmla="*/ 23513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75" name="Straight Connector 274">
              <a:extLst>
                <a:ext uri="{FF2B5EF4-FFF2-40B4-BE49-F238E27FC236}">
                  <a16:creationId xmlns:a16="http://schemas.microsoft.com/office/drawing/2014/main" id="{E5F8810D-58B9-1B41-9069-743A57CBD942}"/>
                </a:ext>
              </a:extLst>
            </p:cNvPr>
            <p:cNvCxnSpPr>
              <a:cxnSpLocks noChangeShapeType="1"/>
              <a:endCxn id="270" idx="2"/>
            </p:cNvCxnSpPr>
            <p:nvPr/>
          </p:nvCxnSpPr>
          <p:spPr bwMode="auto">
            <a:xfrm flipH="1" flipV="1">
              <a:off x="1871277" y="1737243"/>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76" name="Straight Connector 275">
              <a:extLst>
                <a:ext uri="{FF2B5EF4-FFF2-40B4-BE49-F238E27FC236}">
                  <a16:creationId xmlns:a16="http://schemas.microsoft.com/office/drawing/2014/main" id="{B7248C01-1BC9-084D-9C19-4C517E66801B}"/>
                </a:ext>
              </a:extLst>
            </p:cNvPr>
            <p:cNvCxnSpPr>
              <a:cxnSpLocks noChangeShapeType="1"/>
            </p:cNvCxnSpPr>
            <p:nvPr/>
          </p:nvCxnSpPr>
          <p:spPr bwMode="auto">
            <a:xfrm flipH="1" flipV="1">
              <a:off x="2996468" y="1734877"/>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77" name="Group 347">
            <a:extLst>
              <a:ext uri="{FF2B5EF4-FFF2-40B4-BE49-F238E27FC236}">
                <a16:creationId xmlns:a16="http://schemas.microsoft.com/office/drawing/2014/main" id="{EA66C38A-2A9F-054D-B190-0607C48440C0}"/>
              </a:ext>
            </a:extLst>
          </p:cNvPr>
          <p:cNvGrpSpPr>
            <a:grpSpLocks/>
          </p:cNvGrpSpPr>
          <p:nvPr/>
        </p:nvGrpSpPr>
        <p:grpSpPr bwMode="auto">
          <a:xfrm>
            <a:off x="7332248" y="5653157"/>
            <a:ext cx="565150" cy="293688"/>
            <a:chOff x="1871277" y="1576300"/>
            <a:chExt cx="1128371" cy="437861"/>
          </a:xfrm>
        </p:grpSpPr>
        <p:sp>
          <p:nvSpPr>
            <p:cNvPr id="278" name="Oval 277">
              <a:extLst>
                <a:ext uri="{FF2B5EF4-FFF2-40B4-BE49-F238E27FC236}">
                  <a16:creationId xmlns:a16="http://schemas.microsoft.com/office/drawing/2014/main" id="{578C6C8A-3C2C-CA47-A52F-E5336E397A8C}"/>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9" name="Rectangle 278">
              <a:extLst>
                <a:ext uri="{FF2B5EF4-FFF2-40B4-BE49-F238E27FC236}">
                  <a16:creationId xmlns:a16="http://schemas.microsoft.com/office/drawing/2014/main" id="{40527894-E8D6-8847-A758-9F4A98B89D5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80" name="Oval 279">
              <a:extLst>
                <a:ext uri="{FF2B5EF4-FFF2-40B4-BE49-F238E27FC236}">
                  <a16:creationId xmlns:a16="http://schemas.microsoft.com/office/drawing/2014/main" id="{50FCBF9F-6CE0-7B47-94FC-CD5787B788A2}"/>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81" name="Freeform 280">
              <a:extLst>
                <a:ext uri="{FF2B5EF4-FFF2-40B4-BE49-F238E27FC236}">
                  <a16:creationId xmlns:a16="http://schemas.microsoft.com/office/drawing/2014/main" id="{5D5ADD21-3F21-8E47-B87D-2BDC146712B9}"/>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82" name="Freeform 281">
              <a:extLst>
                <a:ext uri="{FF2B5EF4-FFF2-40B4-BE49-F238E27FC236}">
                  <a16:creationId xmlns:a16="http://schemas.microsoft.com/office/drawing/2014/main" id="{0FF22D66-78A9-2245-ACA6-A35063B9545F}"/>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82">
              <a:extLst>
                <a:ext uri="{FF2B5EF4-FFF2-40B4-BE49-F238E27FC236}">
                  <a16:creationId xmlns:a16="http://schemas.microsoft.com/office/drawing/2014/main" id="{A86BA2E2-E459-454D-98E3-2CB0E41E1ED3}"/>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Freeform 283">
              <a:extLst>
                <a:ext uri="{FF2B5EF4-FFF2-40B4-BE49-F238E27FC236}">
                  <a16:creationId xmlns:a16="http://schemas.microsoft.com/office/drawing/2014/main" id="{32EB212F-0575-FD42-B1AF-F3AAD1FDE604}"/>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85" name="Straight Connector 284">
              <a:extLst>
                <a:ext uri="{FF2B5EF4-FFF2-40B4-BE49-F238E27FC236}">
                  <a16:creationId xmlns:a16="http://schemas.microsoft.com/office/drawing/2014/main" id="{913FC001-18AF-3A49-BFB4-0B914F19FFD8}"/>
                </a:ext>
              </a:extLst>
            </p:cNvPr>
            <p:cNvCxnSpPr>
              <a:cxnSpLocks noChangeShapeType="1"/>
              <a:endCxn id="280"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86" name="Straight Connector 285">
              <a:extLst>
                <a:ext uri="{FF2B5EF4-FFF2-40B4-BE49-F238E27FC236}">
                  <a16:creationId xmlns:a16="http://schemas.microsoft.com/office/drawing/2014/main" id="{7194EB53-3E3D-024D-B0D2-5596DAD2A331}"/>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87" name="Group 286">
            <a:extLst>
              <a:ext uri="{FF2B5EF4-FFF2-40B4-BE49-F238E27FC236}">
                <a16:creationId xmlns:a16="http://schemas.microsoft.com/office/drawing/2014/main" id="{7169FC3C-178E-6048-AB6C-8493893B17E5}"/>
              </a:ext>
            </a:extLst>
          </p:cNvPr>
          <p:cNvGrpSpPr>
            <a:grpSpLocks/>
          </p:cNvGrpSpPr>
          <p:nvPr/>
        </p:nvGrpSpPr>
        <p:grpSpPr bwMode="auto">
          <a:xfrm>
            <a:off x="3347623" y="2370207"/>
            <a:ext cx="5270500" cy="3805238"/>
            <a:chOff x="1757805" y="2331054"/>
            <a:chExt cx="5270058" cy="3804634"/>
          </a:xfrm>
        </p:grpSpPr>
        <p:sp>
          <p:nvSpPr>
            <p:cNvPr id="288" name="Freeform 287">
              <a:extLst>
                <a:ext uri="{FF2B5EF4-FFF2-40B4-BE49-F238E27FC236}">
                  <a16:creationId xmlns:a16="http://schemas.microsoft.com/office/drawing/2014/main" id="{440C625E-763F-DC45-B239-42BFE9E9081B}"/>
                </a:ext>
              </a:extLst>
            </p:cNvPr>
            <p:cNvSpPr/>
            <p:nvPr/>
          </p:nvSpPr>
          <p:spPr>
            <a:xfrm>
              <a:off x="1776853" y="4829382"/>
              <a:ext cx="1220685" cy="92060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89" name="Freeform 288">
              <a:extLst>
                <a:ext uri="{FF2B5EF4-FFF2-40B4-BE49-F238E27FC236}">
                  <a16:creationId xmlns:a16="http://schemas.microsoft.com/office/drawing/2014/main" id="{7B2A49C4-873B-2743-B356-AA474598AAC7}"/>
                </a:ext>
              </a:extLst>
            </p:cNvPr>
            <p:cNvSpPr/>
            <p:nvPr/>
          </p:nvSpPr>
          <p:spPr>
            <a:xfrm>
              <a:off x="6102428" y="4916682"/>
              <a:ext cx="925435" cy="75711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90" name="Freeform 289">
              <a:extLst>
                <a:ext uri="{FF2B5EF4-FFF2-40B4-BE49-F238E27FC236}">
                  <a16:creationId xmlns:a16="http://schemas.microsoft.com/office/drawing/2014/main" id="{0D9AB348-D7F2-A742-9B0C-84535C1F8A96}"/>
                </a:ext>
              </a:extLst>
            </p:cNvPr>
            <p:cNvSpPr/>
            <p:nvPr/>
          </p:nvSpPr>
          <p:spPr>
            <a:xfrm>
              <a:off x="5288109" y="4937315"/>
              <a:ext cx="725426" cy="109996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91" name="Freeform 290">
              <a:extLst>
                <a:ext uri="{FF2B5EF4-FFF2-40B4-BE49-F238E27FC236}">
                  <a16:creationId xmlns:a16="http://schemas.microsoft.com/office/drawing/2014/main" id="{98F06BD2-BA43-1144-B69F-BF325541EB43}"/>
                </a:ext>
              </a:extLst>
            </p:cNvPr>
            <p:cNvSpPr/>
            <p:nvPr/>
          </p:nvSpPr>
          <p:spPr>
            <a:xfrm>
              <a:off x="4300767" y="4956362"/>
              <a:ext cx="514307" cy="57775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92" name="Freeform 291">
              <a:extLst>
                <a:ext uri="{FF2B5EF4-FFF2-40B4-BE49-F238E27FC236}">
                  <a16:creationId xmlns:a16="http://schemas.microsoft.com/office/drawing/2014/main" id="{57135A78-79C3-CB4B-8E8E-D9A274265F07}"/>
                </a:ext>
              </a:extLst>
            </p:cNvPr>
            <p:cNvSpPr/>
            <p:nvPr/>
          </p:nvSpPr>
          <p:spPr>
            <a:xfrm>
              <a:off x="3521369" y="4919856"/>
              <a:ext cx="593675" cy="121583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293" name="Group 17">
              <a:extLst>
                <a:ext uri="{FF2B5EF4-FFF2-40B4-BE49-F238E27FC236}">
                  <a16:creationId xmlns:a16="http://schemas.microsoft.com/office/drawing/2014/main" id="{3DCFE7AC-3DDA-544E-9FBA-E2013CB1F765}"/>
                </a:ext>
              </a:extLst>
            </p:cNvPr>
            <p:cNvGrpSpPr>
              <a:grpSpLocks/>
            </p:cNvGrpSpPr>
            <p:nvPr/>
          </p:nvGrpSpPr>
          <p:grpSpPr bwMode="auto">
            <a:xfrm>
              <a:off x="1757805" y="2331054"/>
              <a:ext cx="1079500" cy="2674334"/>
              <a:chOff x="1757805" y="2331054"/>
              <a:chExt cx="1079500" cy="2674334"/>
            </a:xfrm>
          </p:grpSpPr>
          <p:sp>
            <p:nvSpPr>
              <p:cNvPr id="380" name="Rectangle 379">
                <a:extLst>
                  <a:ext uri="{FF2B5EF4-FFF2-40B4-BE49-F238E27FC236}">
                    <a16:creationId xmlns:a16="http://schemas.microsoft.com/office/drawing/2014/main" id="{4A6C83BC-7EC5-0F45-B8BB-C3B547B3E007}"/>
                  </a:ext>
                </a:extLst>
              </p:cNvPr>
              <p:cNvSpPr/>
              <p:nvPr/>
            </p:nvSpPr>
            <p:spPr bwMode="auto">
              <a:xfrm rot="10800000">
                <a:off x="1789552" y="2580252"/>
                <a:ext cx="1027025" cy="108409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381" name="Group 104">
                <a:extLst>
                  <a:ext uri="{FF2B5EF4-FFF2-40B4-BE49-F238E27FC236}">
                    <a16:creationId xmlns:a16="http://schemas.microsoft.com/office/drawing/2014/main" id="{C49CCBB3-581C-F744-9C12-88066A544A1A}"/>
                  </a:ext>
                </a:extLst>
              </p:cNvPr>
              <p:cNvGrpSpPr>
                <a:grpSpLocks/>
              </p:cNvGrpSpPr>
              <p:nvPr/>
            </p:nvGrpSpPr>
            <p:grpSpPr bwMode="auto">
              <a:xfrm>
                <a:off x="1782739" y="4616206"/>
                <a:ext cx="1034710" cy="389182"/>
                <a:chOff x="4128636" y="3606589"/>
                <a:chExt cx="568145" cy="338667"/>
              </a:xfrm>
            </p:grpSpPr>
            <p:sp>
              <p:nvSpPr>
                <p:cNvPr id="395" name="Oval 394">
                  <a:extLst>
                    <a:ext uri="{FF2B5EF4-FFF2-40B4-BE49-F238E27FC236}">
                      <a16:creationId xmlns:a16="http://schemas.microsoft.com/office/drawing/2014/main" id="{1360C793-55DD-E448-BB09-2AF9F40ABA16}"/>
                    </a:ext>
                  </a:extLst>
                </p:cNvPr>
                <p:cNvSpPr/>
                <p:nvPr/>
              </p:nvSpPr>
              <p:spPr>
                <a:xfrm>
                  <a:off x="4128891" y="3720271"/>
                  <a:ext cx="565669" cy="22514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96" name="Rectangle 395">
                  <a:extLst>
                    <a:ext uri="{FF2B5EF4-FFF2-40B4-BE49-F238E27FC236}">
                      <a16:creationId xmlns:a16="http://schemas.microsoft.com/office/drawing/2014/main" id="{B5E5E126-5712-074A-827E-49B7AB6291A3}"/>
                    </a:ext>
                  </a:extLst>
                </p:cNvPr>
                <p:cNvSpPr/>
                <p:nvPr/>
              </p:nvSpPr>
              <p:spPr>
                <a:xfrm>
                  <a:off x="4128891" y="3720271"/>
                  <a:ext cx="565669" cy="111880"/>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97" name="Oval 396">
                  <a:extLst>
                    <a:ext uri="{FF2B5EF4-FFF2-40B4-BE49-F238E27FC236}">
                      <a16:creationId xmlns:a16="http://schemas.microsoft.com/office/drawing/2014/main" id="{90782D44-406D-1A44-B8FA-7DABB141B919}"/>
                    </a:ext>
                  </a:extLst>
                </p:cNvPr>
                <p:cNvSpPr/>
                <p:nvPr/>
              </p:nvSpPr>
              <p:spPr>
                <a:xfrm>
                  <a:off x="4128891" y="3607011"/>
                  <a:ext cx="565669" cy="225140"/>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98" name="Straight Connector 397">
                  <a:extLst>
                    <a:ext uri="{FF2B5EF4-FFF2-40B4-BE49-F238E27FC236}">
                      <a16:creationId xmlns:a16="http://schemas.microsoft.com/office/drawing/2014/main" id="{91CE1BD1-E198-874C-A63D-F01D330549A7}"/>
                    </a:ext>
                  </a:extLst>
                </p:cNvPr>
                <p:cNvCxnSpPr/>
                <p:nvPr/>
              </p:nvCxnSpPr>
              <p:spPr>
                <a:xfrm>
                  <a:off x="4694560" y="3720271"/>
                  <a:ext cx="0" cy="111880"/>
                </a:xfrm>
                <a:prstGeom prst="line">
                  <a:avLst/>
                </a:prstGeom>
                <a:noFill/>
                <a:ln w="6350" cap="flat" cmpd="sng" algn="ctr">
                  <a:solidFill>
                    <a:srgbClr val="000000"/>
                  </a:solidFill>
                  <a:prstDash val="solid"/>
                </a:ln>
                <a:effectLst/>
              </p:spPr>
            </p:cxnSp>
            <p:cxnSp>
              <p:nvCxnSpPr>
                <p:cNvPr id="399" name="Straight Connector 398">
                  <a:extLst>
                    <a:ext uri="{FF2B5EF4-FFF2-40B4-BE49-F238E27FC236}">
                      <a16:creationId xmlns:a16="http://schemas.microsoft.com/office/drawing/2014/main" id="{5C32A76A-C218-CD4F-A5EA-5F04BEBB7C8B}"/>
                    </a:ext>
                  </a:extLst>
                </p:cNvPr>
                <p:cNvCxnSpPr/>
                <p:nvPr/>
              </p:nvCxnSpPr>
              <p:spPr>
                <a:xfrm>
                  <a:off x="4128891" y="3720271"/>
                  <a:ext cx="0" cy="111880"/>
                </a:xfrm>
                <a:prstGeom prst="line">
                  <a:avLst/>
                </a:prstGeom>
                <a:noFill/>
                <a:ln w="6350" cap="flat" cmpd="sng" algn="ctr">
                  <a:solidFill>
                    <a:srgbClr val="000000"/>
                  </a:solidFill>
                  <a:prstDash val="solid"/>
                </a:ln>
                <a:effectLst/>
              </p:spPr>
            </p:cxnSp>
          </p:grpSp>
          <p:sp>
            <p:nvSpPr>
              <p:cNvPr id="382" name="Rectangle 381">
                <a:extLst>
                  <a:ext uri="{FF2B5EF4-FFF2-40B4-BE49-F238E27FC236}">
                    <a16:creationId xmlns:a16="http://schemas.microsoft.com/office/drawing/2014/main" id="{9568C327-A8B8-714A-9EC6-981C762ACAD5}"/>
                  </a:ext>
                </a:extLst>
              </p:cNvPr>
              <p:cNvSpPr/>
              <p:nvPr/>
            </p:nvSpPr>
            <p:spPr bwMode="auto">
              <a:xfrm>
                <a:off x="1802251" y="3602440"/>
                <a:ext cx="1027025" cy="1163452"/>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83" name="Straight Connector 382">
                <a:extLst>
                  <a:ext uri="{FF2B5EF4-FFF2-40B4-BE49-F238E27FC236}">
                    <a16:creationId xmlns:a16="http://schemas.microsoft.com/office/drawing/2014/main" id="{CE43604B-D39F-7044-94F2-CD4AD82F1987}"/>
                  </a:ext>
                </a:extLst>
              </p:cNvPr>
              <p:cNvCxnSpPr/>
              <p:nvPr/>
            </p:nvCxnSpPr>
            <p:spPr bwMode="auto">
              <a:xfrm>
                <a:off x="1781615" y="2805642"/>
                <a:ext cx="20636" cy="2020566"/>
              </a:xfrm>
              <a:prstGeom prst="line">
                <a:avLst/>
              </a:prstGeom>
              <a:noFill/>
              <a:ln w="3175" cap="flat" cmpd="sng" algn="ctr">
                <a:solidFill>
                  <a:srgbClr val="000000"/>
                </a:solidFill>
                <a:prstDash val="sysDash"/>
              </a:ln>
              <a:effectLst/>
            </p:spPr>
          </p:cxnSp>
          <p:cxnSp>
            <p:nvCxnSpPr>
              <p:cNvPr id="384" name="Straight Connector 383">
                <a:extLst>
                  <a:ext uri="{FF2B5EF4-FFF2-40B4-BE49-F238E27FC236}">
                    <a16:creationId xmlns:a16="http://schemas.microsoft.com/office/drawing/2014/main" id="{5C4C1EF2-5AB5-114F-AE30-53470A226E36}"/>
                  </a:ext>
                </a:extLst>
              </p:cNvPr>
              <p:cNvCxnSpPr/>
              <p:nvPr/>
            </p:nvCxnSpPr>
            <p:spPr bwMode="auto">
              <a:xfrm flipH="1">
                <a:off x="2818166" y="2805642"/>
                <a:ext cx="4762" cy="1976123"/>
              </a:xfrm>
              <a:prstGeom prst="line">
                <a:avLst/>
              </a:prstGeom>
              <a:noFill/>
              <a:ln w="3175" cap="flat" cmpd="sng" algn="ctr">
                <a:solidFill>
                  <a:srgbClr val="000000"/>
                </a:solidFill>
                <a:prstDash val="sysDash"/>
              </a:ln>
              <a:effectLst/>
            </p:spPr>
          </p:cxnSp>
          <p:grpSp>
            <p:nvGrpSpPr>
              <p:cNvPr id="385" name="Group 9">
                <a:extLst>
                  <a:ext uri="{FF2B5EF4-FFF2-40B4-BE49-F238E27FC236}">
                    <a16:creationId xmlns:a16="http://schemas.microsoft.com/office/drawing/2014/main" id="{052F022E-CD26-8744-AC3E-C859146E3805}"/>
                  </a:ext>
                </a:extLst>
              </p:cNvPr>
              <p:cNvGrpSpPr>
                <a:grpSpLocks/>
              </p:cNvGrpSpPr>
              <p:nvPr/>
            </p:nvGrpSpPr>
            <p:grpSpPr bwMode="auto">
              <a:xfrm>
                <a:off x="1757805" y="2331054"/>
                <a:ext cx="1079500" cy="430213"/>
                <a:chOff x="2183302" y="1574638"/>
                <a:chExt cx="1200154" cy="430181"/>
              </a:xfrm>
            </p:grpSpPr>
            <p:sp>
              <p:nvSpPr>
                <p:cNvPr id="386" name="Oval 385">
                  <a:extLst>
                    <a:ext uri="{FF2B5EF4-FFF2-40B4-BE49-F238E27FC236}">
                      <a16:creationId xmlns:a16="http://schemas.microsoft.com/office/drawing/2014/main" id="{80AE789D-EAFB-F44C-ACC8-D4E9E127F29B}"/>
                    </a:ext>
                  </a:extLst>
                </p:cNvPr>
                <p:cNvSpPr/>
                <p:nvPr/>
              </p:nvSpPr>
              <p:spPr bwMode="auto">
                <a:xfrm flipV="1">
                  <a:off x="2186832" y="1690499"/>
                  <a:ext cx="1194758" cy="314252"/>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7" name="Rectangle 386">
                  <a:extLst>
                    <a:ext uri="{FF2B5EF4-FFF2-40B4-BE49-F238E27FC236}">
                      <a16:creationId xmlns:a16="http://schemas.microsoft.com/office/drawing/2014/main" id="{5F200699-ED1E-0245-9D7A-C9227AC90EC0}"/>
                    </a:ext>
                  </a:extLst>
                </p:cNvPr>
                <p:cNvSpPr/>
                <p:nvPr/>
              </p:nvSpPr>
              <p:spPr bwMode="auto">
                <a:xfrm>
                  <a:off x="2183302" y="1734939"/>
                  <a:ext cx="1198287" cy="112686"/>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88" name="Oval 387">
                  <a:extLst>
                    <a:ext uri="{FF2B5EF4-FFF2-40B4-BE49-F238E27FC236}">
                      <a16:creationId xmlns:a16="http://schemas.microsoft.com/office/drawing/2014/main" id="{1653876D-5808-4845-8D45-41E30CCABC5A}"/>
                    </a:ext>
                  </a:extLst>
                </p:cNvPr>
                <p:cNvSpPr>
                  <a:spLocks noChangeArrowheads="1"/>
                </p:cNvSpPr>
                <p:nvPr/>
              </p:nvSpPr>
              <p:spPr bwMode="auto">
                <a:xfrm flipV="1">
                  <a:off x="2183302" y="1574638"/>
                  <a:ext cx="1196523" cy="31425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89" name="Freeform 388">
                  <a:extLst>
                    <a:ext uri="{FF2B5EF4-FFF2-40B4-BE49-F238E27FC236}">
                      <a16:creationId xmlns:a16="http://schemas.microsoft.com/office/drawing/2014/main" id="{B63C1A57-A326-E44D-89A7-AE4E169A70AE}"/>
                    </a:ext>
                  </a:extLst>
                </p:cNvPr>
                <p:cNvSpPr/>
                <p:nvPr/>
              </p:nvSpPr>
              <p:spPr bwMode="auto">
                <a:xfrm>
                  <a:off x="2490374" y="1671453"/>
                  <a:ext cx="582379" cy="15712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90" name="Freeform 389">
                  <a:extLst>
                    <a:ext uri="{FF2B5EF4-FFF2-40B4-BE49-F238E27FC236}">
                      <a16:creationId xmlns:a16="http://schemas.microsoft.com/office/drawing/2014/main" id="{C060360D-64F4-6C46-9C73-B1B076DAA15D}"/>
                    </a:ext>
                  </a:extLst>
                </p:cNvPr>
                <p:cNvSpPr>
                  <a:spLocks/>
                </p:cNvSpPr>
                <p:nvPr/>
              </p:nvSpPr>
              <p:spPr bwMode="auto">
                <a:xfrm>
                  <a:off x="2430372" y="1630188"/>
                  <a:ext cx="702384" cy="109512"/>
                </a:xfrm>
                <a:custGeom>
                  <a:avLst/>
                  <a:gdLst>
                    <a:gd name="T0" fmla="*/ 0 w 3723451"/>
                    <a:gd name="T1" fmla="*/ 26792 h 932950"/>
                    <a:gd name="T2" fmla="*/ 123590 w 3723451"/>
                    <a:gd name="T3" fmla="*/ 316 h 932950"/>
                    <a:gd name="T4" fmla="*/ 350070 w 3723451"/>
                    <a:gd name="T5" fmla="*/ 61105 h 932950"/>
                    <a:gd name="T6" fmla="*/ 566135 w 3723451"/>
                    <a:gd name="T7" fmla="*/ 0 h 932950"/>
                    <a:gd name="T8" fmla="*/ 702384 w 3723451"/>
                    <a:gd name="T9" fmla="*/ 24316 h 932950"/>
                    <a:gd name="T10" fmla="*/ 601015 w 3723451"/>
                    <a:gd name="T11" fmla="*/ 54216 h 932950"/>
                    <a:gd name="T12" fmla="*/ 568379 w 3723451"/>
                    <a:gd name="T13" fmla="*/ 46155 h 932950"/>
                    <a:gd name="T14" fmla="*/ 354049 w 3723451"/>
                    <a:gd name="T15" fmla="*/ 109512 h 932950"/>
                    <a:gd name="T16" fmla="*/ 134237 w 3723451"/>
                    <a:gd name="T17" fmla="*/ 48485 h 932950"/>
                    <a:gd name="T18" fmla="*/ 98698 w 3723451"/>
                    <a:gd name="T19" fmla="*/ 55072 h 932950"/>
                    <a:gd name="T20" fmla="*/ 0 w 3723451"/>
                    <a:gd name="T21" fmla="*/ 2679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Freeform 390">
                  <a:extLst>
                    <a:ext uri="{FF2B5EF4-FFF2-40B4-BE49-F238E27FC236}">
                      <a16:creationId xmlns:a16="http://schemas.microsoft.com/office/drawing/2014/main" id="{6762EEAF-2C47-B149-8689-0C95EC53C318}"/>
                    </a:ext>
                  </a:extLst>
                </p:cNvPr>
                <p:cNvSpPr>
                  <a:spLocks/>
                </p:cNvSpPr>
                <p:nvPr/>
              </p:nvSpPr>
              <p:spPr bwMode="auto">
                <a:xfrm>
                  <a:off x="2892745" y="1723828"/>
                  <a:ext cx="257658" cy="95228"/>
                </a:xfrm>
                <a:custGeom>
                  <a:avLst/>
                  <a:gdLst>
                    <a:gd name="T0" fmla="*/ 0 w 1366596"/>
                    <a:gd name="T1" fmla="*/ 0 h 809868"/>
                    <a:gd name="T2" fmla="*/ 257658 w 1366596"/>
                    <a:gd name="T3" fmla="*/ 73585 h 809868"/>
                    <a:gd name="T4" fmla="*/ 163097 w 1366596"/>
                    <a:gd name="T5" fmla="*/ 95228 h 809868"/>
                    <a:gd name="T6" fmla="*/ 867 w 1366596"/>
                    <a:gd name="T7" fmla="*/ 5031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Freeform 391">
                  <a:extLst>
                    <a:ext uri="{FF2B5EF4-FFF2-40B4-BE49-F238E27FC236}">
                      <a16:creationId xmlns:a16="http://schemas.microsoft.com/office/drawing/2014/main" id="{EEF29461-B5AA-2744-A3DA-2814904A2E2F}"/>
                    </a:ext>
                  </a:extLst>
                </p:cNvPr>
                <p:cNvSpPr>
                  <a:spLocks/>
                </p:cNvSpPr>
                <p:nvPr/>
              </p:nvSpPr>
              <p:spPr bwMode="auto">
                <a:xfrm>
                  <a:off x="2418018" y="1725416"/>
                  <a:ext cx="254129" cy="95228"/>
                </a:xfrm>
                <a:custGeom>
                  <a:avLst/>
                  <a:gdLst>
                    <a:gd name="T0" fmla="*/ 250660 w 1348191"/>
                    <a:gd name="T1" fmla="*/ 0 h 791462"/>
                    <a:gd name="T2" fmla="*/ 254129 w 1348191"/>
                    <a:gd name="T3" fmla="*/ 45953 h 791462"/>
                    <a:gd name="T4" fmla="*/ 91938 w 1348191"/>
                    <a:gd name="T5" fmla="*/ 95228 h 791462"/>
                    <a:gd name="T6" fmla="*/ 0 w 1348191"/>
                    <a:gd name="T7" fmla="*/ 73636 h 791462"/>
                    <a:gd name="T8" fmla="*/ 25066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93" name="Straight Connector 392">
                  <a:extLst>
                    <a:ext uri="{FF2B5EF4-FFF2-40B4-BE49-F238E27FC236}">
                      <a16:creationId xmlns:a16="http://schemas.microsoft.com/office/drawing/2014/main" id="{BE5A273A-2FEE-9545-BB88-87C7E505179F}"/>
                    </a:ext>
                  </a:extLst>
                </p:cNvPr>
                <p:cNvCxnSpPr>
                  <a:cxnSpLocks noChangeShapeType="1"/>
                  <a:endCxn id="388" idx="2"/>
                </p:cNvCxnSpPr>
                <p:nvPr/>
              </p:nvCxnSpPr>
              <p:spPr bwMode="auto">
                <a:xfrm flipH="1" flipV="1">
                  <a:off x="2183302" y="1731764"/>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94" name="Straight Connector 393">
                  <a:extLst>
                    <a:ext uri="{FF2B5EF4-FFF2-40B4-BE49-F238E27FC236}">
                      <a16:creationId xmlns:a16="http://schemas.microsoft.com/office/drawing/2014/main" id="{3C46EAE7-509B-4E45-A6E7-9A33E4F0FC70}"/>
                    </a:ext>
                  </a:extLst>
                </p:cNvPr>
                <p:cNvCxnSpPr>
                  <a:cxnSpLocks noChangeShapeType="1"/>
                </p:cNvCxnSpPr>
                <p:nvPr/>
              </p:nvCxnSpPr>
              <p:spPr bwMode="auto">
                <a:xfrm flipH="1" flipV="1">
                  <a:off x="3379825" y="1728590"/>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4" name="Group 18">
              <a:extLst>
                <a:ext uri="{FF2B5EF4-FFF2-40B4-BE49-F238E27FC236}">
                  <a16:creationId xmlns:a16="http://schemas.microsoft.com/office/drawing/2014/main" id="{482172DC-CB77-9547-9B55-AA80104E7E80}"/>
                </a:ext>
              </a:extLst>
            </p:cNvPr>
            <p:cNvGrpSpPr>
              <a:grpSpLocks/>
            </p:cNvGrpSpPr>
            <p:nvPr/>
          </p:nvGrpSpPr>
          <p:grpSpPr bwMode="auto">
            <a:xfrm>
              <a:off x="3500438" y="3174091"/>
              <a:ext cx="522287" cy="1831297"/>
              <a:chOff x="3500438" y="3174091"/>
              <a:chExt cx="522287" cy="1831297"/>
            </a:xfrm>
          </p:grpSpPr>
          <p:sp>
            <p:nvSpPr>
              <p:cNvPr id="359" name="Rectangle 358">
                <a:extLst>
                  <a:ext uri="{FF2B5EF4-FFF2-40B4-BE49-F238E27FC236}">
                    <a16:creationId xmlns:a16="http://schemas.microsoft.com/office/drawing/2014/main" id="{62075464-1A4E-BF45-A532-01A9C76E55CE}"/>
                  </a:ext>
                </a:extLst>
              </p:cNvPr>
              <p:cNvSpPr/>
              <p:nvPr/>
            </p:nvSpPr>
            <p:spPr bwMode="auto">
              <a:xfrm rot="10800000">
                <a:off x="3507320" y="3287221"/>
                <a:ext cx="498349" cy="30662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60" name="Straight Connector 359">
                <a:extLst>
                  <a:ext uri="{FF2B5EF4-FFF2-40B4-BE49-F238E27FC236}">
                    <a16:creationId xmlns:a16="http://schemas.microsoft.com/office/drawing/2014/main" id="{E6476089-4E8D-9748-8A20-B65AB809DCB0}"/>
                  </a:ext>
                </a:extLst>
              </p:cNvPr>
              <p:cNvCxnSpPr/>
              <p:nvPr/>
            </p:nvCxnSpPr>
            <p:spPr bwMode="auto">
              <a:xfrm flipH="1">
                <a:off x="4019802" y="3321497"/>
                <a:ext cx="1588" cy="1536456"/>
              </a:xfrm>
              <a:prstGeom prst="line">
                <a:avLst/>
              </a:prstGeom>
              <a:noFill/>
              <a:ln w="3175" cap="flat" cmpd="sng" algn="ctr">
                <a:solidFill>
                  <a:srgbClr val="000000"/>
                </a:solidFill>
                <a:prstDash val="sysDash"/>
              </a:ln>
              <a:effectLst/>
            </p:spPr>
          </p:cxnSp>
          <p:pic>
            <p:nvPicPr>
              <p:cNvPr id="361" name="Picture 86" descr="router_top.png">
                <a:extLst>
                  <a:ext uri="{FF2B5EF4-FFF2-40B4-BE49-F238E27FC236}">
                    <a16:creationId xmlns:a16="http://schemas.microsoft.com/office/drawing/2014/main" id="{903307E4-A9C2-9644-824F-D336213F448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62" name="Group 82">
                <a:extLst>
                  <a:ext uri="{FF2B5EF4-FFF2-40B4-BE49-F238E27FC236}">
                    <a16:creationId xmlns:a16="http://schemas.microsoft.com/office/drawing/2014/main" id="{F71CE2FF-B936-C547-A3CE-97AE0CF5BB65}"/>
                  </a:ext>
                </a:extLst>
              </p:cNvPr>
              <p:cNvGrpSpPr>
                <a:grpSpLocks/>
              </p:cNvGrpSpPr>
              <p:nvPr/>
            </p:nvGrpSpPr>
            <p:grpSpPr bwMode="auto">
              <a:xfrm>
                <a:off x="3511442" y="4783543"/>
                <a:ext cx="507858" cy="221845"/>
                <a:chOff x="4128636" y="3606589"/>
                <a:chExt cx="568145" cy="338667"/>
              </a:xfrm>
            </p:grpSpPr>
            <p:sp>
              <p:nvSpPr>
                <p:cNvPr id="375" name="Oval 374">
                  <a:extLst>
                    <a:ext uri="{FF2B5EF4-FFF2-40B4-BE49-F238E27FC236}">
                      <a16:creationId xmlns:a16="http://schemas.microsoft.com/office/drawing/2014/main" id="{586404AE-C86C-2743-98EF-9CF4A95F4440}"/>
                    </a:ext>
                  </a:extLst>
                </p:cNvPr>
                <p:cNvSpPr/>
                <p:nvPr/>
              </p:nvSpPr>
              <p:spPr>
                <a:xfrm>
                  <a:off x="4129087" y="3720182"/>
                  <a:ext cx="568256" cy="22534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76" name="Rectangle 375">
                  <a:extLst>
                    <a:ext uri="{FF2B5EF4-FFF2-40B4-BE49-F238E27FC236}">
                      <a16:creationId xmlns:a16="http://schemas.microsoft.com/office/drawing/2014/main" id="{5396A314-1026-4E4E-A149-99672789B306}"/>
                    </a:ext>
                  </a:extLst>
                </p:cNvPr>
                <p:cNvSpPr/>
                <p:nvPr/>
              </p:nvSpPr>
              <p:spPr>
                <a:xfrm>
                  <a:off x="4129087" y="3720182"/>
                  <a:ext cx="568256" cy="111462"/>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77" name="Oval 376">
                  <a:extLst>
                    <a:ext uri="{FF2B5EF4-FFF2-40B4-BE49-F238E27FC236}">
                      <a16:creationId xmlns:a16="http://schemas.microsoft.com/office/drawing/2014/main" id="{23054A25-C068-9244-9B31-DD0F45D202D9}"/>
                    </a:ext>
                  </a:extLst>
                </p:cNvPr>
                <p:cNvSpPr/>
                <p:nvPr/>
              </p:nvSpPr>
              <p:spPr>
                <a:xfrm>
                  <a:off x="4129087" y="3606297"/>
                  <a:ext cx="568256" cy="22534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78" name="Straight Connector 377">
                  <a:extLst>
                    <a:ext uri="{FF2B5EF4-FFF2-40B4-BE49-F238E27FC236}">
                      <a16:creationId xmlns:a16="http://schemas.microsoft.com/office/drawing/2014/main" id="{CD4A2AA1-5618-3140-9C21-11DC36124DCC}"/>
                    </a:ext>
                  </a:extLst>
                </p:cNvPr>
                <p:cNvCxnSpPr/>
                <p:nvPr/>
              </p:nvCxnSpPr>
              <p:spPr>
                <a:xfrm>
                  <a:off x="4697343" y="3720182"/>
                  <a:ext cx="0" cy="111462"/>
                </a:xfrm>
                <a:prstGeom prst="line">
                  <a:avLst/>
                </a:prstGeom>
                <a:noFill/>
                <a:ln w="6350" cap="flat" cmpd="sng" algn="ctr">
                  <a:solidFill>
                    <a:srgbClr val="000000"/>
                  </a:solidFill>
                  <a:prstDash val="solid"/>
                </a:ln>
                <a:effectLst/>
              </p:spPr>
            </p:cxnSp>
            <p:cxnSp>
              <p:nvCxnSpPr>
                <p:cNvPr id="379" name="Straight Connector 378">
                  <a:extLst>
                    <a:ext uri="{FF2B5EF4-FFF2-40B4-BE49-F238E27FC236}">
                      <a16:creationId xmlns:a16="http://schemas.microsoft.com/office/drawing/2014/main" id="{C0356843-B7EB-A343-9F3C-424592CF11BD}"/>
                    </a:ext>
                  </a:extLst>
                </p:cNvPr>
                <p:cNvCxnSpPr/>
                <p:nvPr/>
              </p:nvCxnSpPr>
              <p:spPr>
                <a:xfrm>
                  <a:off x="4129087" y="3720182"/>
                  <a:ext cx="0" cy="111462"/>
                </a:xfrm>
                <a:prstGeom prst="line">
                  <a:avLst/>
                </a:prstGeom>
                <a:noFill/>
                <a:ln w="6350" cap="flat" cmpd="sng" algn="ctr">
                  <a:solidFill>
                    <a:srgbClr val="000000"/>
                  </a:solidFill>
                  <a:prstDash val="solid"/>
                </a:ln>
                <a:effectLst/>
              </p:spPr>
            </p:cxnSp>
          </p:grpSp>
          <p:sp>
            <p:nvSpPr>
              <p:cNvPr id="363" name="Rectangle 362">
                <a:extLst>
                  <a:ext uri="{FF2B5EF4-FFF2-40B4-BE49-F238E27FC236}">
                    <a16:creationId xmlns:a16="http://schemas.microsoft.com/office/drawing/2014/main" id="{AC6DBBE1-F8C8-7C49-A55E-1A360F9F0FF8}"/>
                  </a:ext>
                </a:extLst>
              </p:cNvPr>
              <p:cNvSpPr/>
              <p:nvPr/>
            </p:nvSpPr>
            <p:spPr bwMode="auto">
              <a:xfrm>
                <a:off x="3516608" y="3697675"/>
                <a:ext cx="498433" cy="116345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64" name="Straight Connector 363">
                <a:extLst>
                  <a:ext uri="{FF2B5EF4-FFF2-40B4-BE49-F238E27FC236}">
                    <a16:creationId xmlns:a16="http://schemas.microsoft.com/office/drawing/2014/main" id="{30264003-6422-A246-8128-339027C2EFE4}"/>
                  </a:ext>
                </a:extLst>
              </p:cNvPr>
              <p:cNvCxnSpPr>
                <a:stCxn id="368" idx="2"/>
              </p:cNvCxnSpPr>
              <p:nvPr/>
            </p:nvCxnSpPr>
            <p:spPr bwMode="auto">
              <a:xfrm flipH="1">
                <a:off x="3507083" y="3262769"/>
                <a:ext cx="4762" cy="1688832"/>
              </a:xfrm>
              <a:prstGeom prst="line">
                <a:avLst/>
              </a:prstGeom>
              <a:noFill/>
              <a:ln w="3175" cap="flat" cmpd="sng" algn="ctr">
                <a:solidFill>
                  <a:srgbClr val="000000"/>
                </a:solidFill>
                <a:prstDash val="sysDash"/>
              </a:ln>
              <a:effectLst/>
            </p:spPr>
          </p:cxnSp>
          <p:grpSp>
            <p:nvGrpSpPr>
              <p:cNvPr id="365" name="Group 377">
                <a:extLst>
                  <a:ext uri="{FF2B5EF4-FFF2-40B4-BE49-F238E27FC236}">
                    <a16:creationId xmlns:a16="http://schemas.microsoft.com/office/drawing/2014/main" id="{39ED4179-25C2-BD40-8CB0-2D2D19D3B89E}"/>
                  </a:ext>
                </a:extLst>
              </p:cNvPr>
              <p:cNvGrpSpPr>
                <a:grpSpLocks/>
              </p:cNvGrpSpPr>
              <p:nvPr/>
            </p:nvGrpSpPr>
            <p:grpSpPr bwMode="auto">
              <a:xfrm>
                <a:off x="3511057" y="3174091"/>
                <a:ext cx="504096" cy="242719"/>
                <a:chOff x="2183302" y="1574638"/>
                <a:chExt cx="1200154" cy="430218"/>
              </a:xfrm>
            </p:grpSpPr>
            <p:sp>
              <p:nvSpPr>
                <p:cNvPr id="366" name="Oval 365">
                  <a:extLst>
                    <a:ext uri="{FF2B5EF4-FFF2-40B4-BE49-F238E27FC236}">
                      <a16:creationId xmlns:a16="http://schemas.microsoft.com/office/drawing/2014/main" id="{8E546C63-6051-664A-A3B3-09898899A0F6}"/>
                    </a:ext>
                  </a:extLst>
                </p:cNvPr>
                <p:cNvSpPr/>
                <p:nvPr/>
              </p:nvSpPr>
              <p:spPr bwMode="auto">
                <a:xfrm flipV="1">
                  <a:off x="2188958" y="1689617"/>
                  <a:ext cx="1194231" cy="3150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7" name="Rectangle 366">
                  <a:extLst>
                    <a:ext uri="{FF2B5EF4-FFF2-40B4-BE49-F238E27FC236}">
                      <a16:creationId xmlns:a16="http://schemas.microsoft.com/office/drawing/2014/main" id="{F85D8891-4691-274F-8A4C-6EB421E1A629}"/>
                    </a:ext>
                  </a:extLst>
                </p:cNvPr>
                <p:cNvSpPr/>
                <p:nvPr/>
              </p:nvSpPr>
              <p:spPr bwMode="auto">
                <a:xfrm>
                  <a:off x="2185178" y="1734631"/>
                  <a:ext cx="1198011" cy="11253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68" name="Oval 367">
                  <a:extLst>
                    <a:ext uri="{FF2B5EF4-FFF2-40B4-BE49-F238E27FC236}">
                      <a16:creationId xmlns:a16="http://schemas.microsoft.com/office/drawing/2014/main" id="{F6D6309A-F621-8F43-966A-42EE2F5341A2}"/>
                    </a:ext>
                  </a:extLst>
                </p:cNvPr>
                <p:cNvSpPr>
                  <a:spLocks noChangeArrowheads="1"/>
                </p:cNvSpPr>
                <p:nvPr/>
              </p:nvSpPr>
              <p:spPr bwMode="auto">
                <a:xfrm flipV="1">
                  <a:off x="2185178" y="1574269"/>
                  <a:ext cx="1194231" cy="3150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69" name="Freeform 368">
                  <a:extLst>
                    <a:ext uri="{FF2B5EF4-FFF2-40B4-BE49-F238E27FC236}">
                      <a16:creationId xmlns:a16="http://schemas.microsoft.com/office/drawing/2014/main" id="{E0967AA3-A871-A446-BBBF-E652596BA5E0}"/>
                    </a:ext>
                  </a:extLst>
                </p:cNvPr>
                <p:cNvSpPr/>
                <p:nvPr/>
              </p:nvSpPr>
              <p:spPr bwMode="auto">
                <a:xfrm>
                  <a:off x="2491295" y="1669924"/>
                  <a:ext cx="581999" cy="15754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70" name="Freeform 369">
                  <a:extLst>
                    <a:ext uri="{FF2B5EF4-FFF2-40B4-BE49-F238E27FC236}">
                      <a16:creationId xmlns:a16="http://schemas.microsoft.com/office/drawing/2014/main" id="{928F9198-71DD-1048-BF0F-138BFE3045B5}"/>
                    </a:ext>
                  </a:extLst>
                </p:cNvPr>
                <p:cNvSpPr>
                  <a:spLocks/>
                </p:cNvSpPr>
                <p:nvPr/>
              </p:nvSpPr>
              <p:spPr bwMode="auto">
                <a:xfrm>
                  <a:off x="2430828" y="1630537"/>
                  <a:ext cx="702933" cy="109721"/>
                </a:xfrm>
                <a:custGeom>
                  <a:avLst/>
                  <a:gdLst>
                    <a:gd name="T0" fmla="*/ 0 w 3723451"/>
                    <a:gd name="T1" fmla="*/ 26843 h 932950"/>
                    <a:gd name="T2" fmla="*/ 123686 w 3723451"/>
                    <a:gd name="T3" fmla="*/ 316 h 932950"/>
                    <a:gd name="T4" fmla="*/ 350344 w 3723451"/>
                    <a:gd name="T5" fmla="*/ 61221 h 932950"/>
                    <a:gd name="T6" fmla="*/ 566578 w 3723451"/>
                    <a:gd name="T7" fmla="*/ 0 h 932950"/>
                    <a:gd name="T8" fmla="*/ 702933 w 3723451"/>
                    <a:gd name="T9" fmla="*/ 24362 h 932950"/>
                    <a:gd name="T10" fmla="*/ 601485 w 3723451"/>
                    <a:gd name="T11" fmla="*/ 54319 h 932950"/>
                    <a:gd name="T12" fmla="*/ 568823 w 3723451"/>
                    <a:gd name="T13" fmla="*/ 46243 h 932950"/>
                    <a:gd name="T14" fmla="*/ 354326 w 3723451"/>
                    <a:gd name="T15" fmla="*/ 109721 h 932950"/>
                    <a:gd name="T16" fmla="*/ 134342 w 3723451"/>
                    <a:gd name="T17" fmla="*/ 48578 h 932950"/>
                    <a:gd name="T18" fmla="*/ 98775 w 3723451"/>
                    <a:gd name="T19" fmla="*/ 55177 h 932950"/>
                    <a:gd name="T20" fmla="*/ 0 w 3723451"/>
                    <a:gd name="T21" fmla="*/ 2684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Freeform 370">
                  <a:extLst>
                    <a:ext uri="{FF2B5EF4-FFF2-40B4-BE49-F238E27FC236}">
                      <a16:creationId xmlns:a16="http://schemas.microsoft.com/office/drawing/2014/main" id="{1C72F53E-6D8A-1247-85AD-4F6DFA9BC40F}"/>
                    </a:ext>
                  </a:extLst>
                </p:cNvPr>
                <p:cNvSpPr>
                  <a:spLocks/>
                </p:cNvSpPr>
                <p:nvPr/>
              </p:nvSpPr>
              <p:spPr bwMode="auto">
                <a:xfrm>
                  <a:off x="2891892" y="1723378"/>
                  <a:ext cx="260764" cy="95655"/>
                </a:xfrm>
                <a:custGeom>
                  <a:avLst/>
                  <a:gdLst>
                    <a:gd name="T0" fmla="*/ 0 w 1366596"/>
                    <a:gd name="T1" fmla="*/ 0 h 809868"/>
                    <a:gd name="T2" fmla="*/ 260764 w 1366596"/>
                    <a:gd name="T3" fmla="*/ 73915 h 809868"/>
                    <a:gd name="T4" fmla="*/ 165063 w 1366596"/>
                    <a:gd name="T5" fmla="*/ 95655 h 809868"/>
                    <a:gd name="T6" fmla="*/ 878 w 1366596"/>
                    <a:gd name="T7" fmla="*/ 5054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Freeform 371">
                  <a:extLst>
                    <a:ext uri="{FF2B5EF4-FFF2-40B4-BE49-F238E27FC236}">
                      <a16:creationId xmlns:a16="http://schemas.microsoft.com/office/drawing/2014/main" id="{AC38375A-6308-3C42-8428-1BC8EF1E3EF6}"/>
                    </a:ext>
                  </a:extLst>
                </p:cNvPr>
                <p:cNvSpPr>
                  <a:spLocks/>
                </p:cNvSpPr>
                <p:nvPr/>
              </p:nvSpPr>
              <p:spPr bwMode="auto">
                <a:xfrm>
                  <a:off x="2419489" y="1726192"/>
                  <a:ext cx="253208" cy="92841"/>
                </a:xfrm>
                <a:custGeom>
                  <a:avLst/>
                  <a:gdLst>
                    <a:gd name="T0" fmla="*/ 249751 w 1348191"/>
                    <a:gd name="T1" fmla="*/ 0 h 791462"/>
                    <a:gd name="T2" fmla="*/ 253208 w 1348191"/>
                    <a:gd name="T3" fmla="*/ 44801 h 791462"/>
                    <a:gd name="T4" fmla="*/ 91604 w 1348191"/>
                    <a:gd name="T5" fmla="*/ 92841 h 791462"/>
                    <a:gd name="T6" fmla="*/ 0 w 1348191"/>
                    <a:gd name="T7" fmla="*/ 71790 h 791462"/>
                    <a:gd name="T8" fmla="*/ 24975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73" name="Straight Connector 372">
                  <a:extLst>
                    <a:ext uri="{FF2B5EF4-FFF2-40B4-BE49-F238E27FC236}">
                      <a16:creationId xmlns:a16="http://schemas.microsoft.com/office/drawing/2014/main" id="{2676B342-72B9-EC4E-BEB9-884A31061112}"/>
                    </a:ext>
                  </a:extLst>
                </p:cNvPr>
                <p:cNvCxnSpPr>
                  <a:cxnSpLocks noChangeShapeType="1"/>
                  <a:endCxn id="368" idx="2"/>
                </p:cNvCxnSpPr>
                <p:nvPr/>
              </p:nvCxnSpPr>
              <p:spPr bwMode="auto">
                <a:xfrm flipH="1" flipV="1">
                  <a:off x="2185178" y="1731819"/>
                  <a:ext cx="3780" cy="1209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74" name="Straight Connector 373">
                  <a:extLst>
                    <a:ext uri="{FF2B5EF4-FFF2-40B4-BE49-F238E27FC236}">
                      <a16:creationId xmlns:a16="http://schemas.microsoft.com/office/drawing/2014/main" id="{C9E5ACD2-0571-394B-B54A-E4FD99B680A6}"/>
                    </a:ext>
                  </a:extLst>
                </p:cNvPr>
                <p:cNvCxnSpPr>
                  <a:cxnSpLocks noChangeShapeType="1"/>
                </p:cNvCxnSpPr>
                <p:nvPr/>
              </p:nvCxnSpPr>
              <p:spPr bwMode="auto">
                <a:xfrm flipH="1" flipV="1">
                  <a:off x="3379409" y="1729005"/>
                  <a:ext cx="3780" cy="120976"/>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5" name="Group 19">
              <a:extLst>
                <a:ext uri="{FF2B5EF4-FFF2-40B4-BE49-F238E27FC236}">
                  <a16:creationId xmlns:a16="http://schemas.microsoft.com/office/drawing/2014/main" id="{3F4E53BA-5956-854C-B31F-6EC1D0D219D1}"/>
                </a:ext>
              </a:extLst>
            </p:cNvPr>
            <p:cNvGrpSpPr>
              <a:grpSpLocks/>
            </p:cNvGrpSpPr>
            <p:nvPr/>
          </p:nvGrpSpPr>
          <p:grpSpPr bwMode="auto">
            <a:xfrm>
              <a:off x="4299212" y="2486508"/>
              <a:ext cx="528376" cy="2517292"/>
              <a:chOff x="4299212" y="2486508"/>
              <a:chExt cx="528376" cy="2517292"/>
            </a:xfrm>
          </p:grpSpPr>
          <p:sp>
            <p:nvSpPr>
              <p:cNvPr id="339" name="Rectangle 338">
                <a:extLst>
                  <a:ext uri="{FF2B5EF4-FFF2-40B4-BE49-F238E27FC236}">
                    <a16:creationId xmlns:a16="http://schemas.microsoft.com/office/drawing/2014/main" id="{E47F6DBD-7B1F-E84E-80B1-B0007CEE2ECA}"/>
                  </a:ext>
                </a:extLst>
              </p:cNvPr>
              <p:cNvSpPr/>
              <p:nvPr/>
            </p:nvSpPr>
            <p:spPr bwMode="auto">
              <a:xfrm rot="10800000">
                <a:off x="4315358" y="2675960"/>
                <a:ext cx="498350" cy="91657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40" name="Straight Connector 339">
                <a:extLst>
                  <a:ext uri="{FF2B5EF4-FFF2-40B4-BE49-F238E27FC236}">
                    <a16:creationId xmlns:a16="http://schemas.microsoft.com/office/drawing/2014/main" id="{AD6BA39E-C72A-2B46-89AC-72BC6ECE8737}"/>
                  </a:ext>
                </a:extLst>
              </p:cNvPr>
              <p:cNvCxnSpPr/>
              <p:nvPr/>
            </p:nvCxnSpPr>
            <p:spPr bwMode="auto">
              <a:xfrm>
                <a:off x="4821424" y="2642154"/>
                <a:ext cx="6349" cy="2214211"/>
              </a:xfrm>
              <a:prstGeom prst="line">
                <a:avLst/>
              </a:prstGeom>
              <a:noFill/>
              <a:ln w="3175" cap="flat" cmpd="sng" algn="ctr">
                <a:solidFill>
                  <a:srgbClr val="000000"/>
                </a:solidFill>
                <a:prstDash val="sysDash"/>
              </a:ln>
              <a:effectLst/>
            </p:spPr>
          </p:cxnSp>
          <p:grpSp>
            <p:nvGrpSpPr>
              <p:cNvPr id="341" name="Group 442">
                <a:extLst>
                  <a:ext uri="{FF2B5EF4-FFF2-40B4-BE49-F238E27FC236}">
                    <a16:creationId xmlns:a16="http://schemas.microsoft.com/office/drawing/2014/main" id="{3A2CD557-2097-8643-A2CC-2FC42E115686}"/>
                  </a:ext>
                </a:extLst>
              </p:cNvPr>
              <p:cNvGrpSpPr>
                <a:grpSpLocks/>
              </p:cNvGrpSpPr>
              <p:nvPr/>
            </p:nvGrpSpPr>
            <p:grpSpPr bwMode="auto">
              <a:xfrm>
                <a:off x="4319479" y="4781999"/>
                <a:ext cx="507859" cy="221801"/>
                <a:chOff x="4128636" y="3606589"/>
                <a:chExt cx="568145" cy="338667"/>
              </a:xfrm>
            </p:grpSpPr>
            <p:sp>
              <p:nvSpPr>
                <p:cNvPr id="354" name="Oval 353">
                  <a:extLst>
                    <a:ext uri="{FF2B5EF4-FFF2-40B4-BE49-F238E27FC236}">
                      <a16:creationId xmlns:a16="http://schemas.microsoft.com/office/drawing/2014/main" id="{B01BCE74-1665-8347-ABE7-7ED7C4611208}"/>
                    </a:ext>
                  </a:extLst>
                </p:cNvPr>
                <p:cNvSpPr/>
                <p:nvPr/>
              </p:nvSpPr>
              <p:spPr>
                <a:xfrm>
                  <a:off x="4129012"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55" name="Rectangle 354">
                  <a:extLst>
                    <a:ext uri="{FF2B5EF4-FFF2-40B4-BE49-F238E27FC236}">
                      <a16:creationId xmlns:a16="http://schemas.microsoft.com/office/drawing/2014/main" id="{3E2DD078-496C-2B4E-9AB7-8E3ED7B0B010}"/>
                    </a:ext>
                  </a:extLst>
                </p:cNvPr>
                <p:cNvSpPr/>
                <p:nvPr/>
              </p:nvSpPr>
              <p:spPr>
                <a:xfrm>
                  <a:off x="4129012"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56" name="Oval 355">
                  <a:extLst>
                    <a:ext uri="{FF2B5EF4-FFF2-40B4-BE49-F238E27FC236}">
                      <a16:creationId xmlns:a16="http://schemas.microsoft.com/office/drawing/2014/main" id="{0589AD59-3F91-674B-AB1F-9687AE0A7155}"/>
                    </a:ext>
                  </a:extLst>
                </p:cNvPr>
                <p:cNvSpPr/>
                <p:nvPr/>
              </p:nvSpPr>
              <p:spPr>
                <a:xfrm>
                  <a:off x="4129012"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57" name="Straight Connector 356">
                  <a:extLst>
                    <a:ext uri="{FF2B5EF4-FFF2-40B4-BE49-F238E27FC236}">
                      <a16:creationId xmlns:a16="http://schemas.microsoft.com/office/drawing/2014/main" id="{D7DF9909-4629-2B41-A097-0EE5060D231F}"/>
                    </a:ext>
                  </a:extLst>
                </p:cNvPr>
                <p:cNvCxnSpPr/>
                <p:nvPr/>
              </p:nvCxnSpPr>
              <p:spPr>
                <a:xfrm>
                  <a:off x="4697268" y="3720139"/>
                  <a:ext cx="0" cy="111484"/>
                </a:xfrm>
                <a:prstGeom prst="line">
                  <a:avLst/>
                </a:prstGeom>
                <a:noFill/>
                <a:ln w="6350" cap="flat" cmpd="sng" algn="ctr">
                  <a:solidFill>
                    <a:srgbClr val="000000"/>
                  </a:solidFill>
                  <a:prstDash val="solid"/>
                </a:ln>
                <a:effectLst/>
              </p:spPr>
            </p:cxnSp>
            <p:cxnSp>
              <p:nvCxnSpPr>
                <p:cNvPr id="358" name="Straight Connector 357">
                  <a:extLst>
                    <a:ext uri="{FF2B5EF4-FFF2-40B4-BE49-F238E27FC236}">
                      <a16:creationId xmlns:a16="http://schemas.microsoft.com/office/drawing/2014/main" id="{E00A7AA3-4A7D-5A4A-923D-8190368DDD2A}"/>
                    </a:ext>
                  </a:extLst>
                </p:cNvPr>
                <p:cNvCxnSpPr/>
                <p:nvPr/>
              </p:nvCxnSpPr>
              <p:spPr>
                <a:xfrm>
                  <a:off x="4129012" y="3720139"/>
                  <a:ext cx="0" cy="111484"/>
                </a:xfrm>
                <a:prstGeom prst="line">
                  <a:avLst/>
                </a:prstGeom>
                <a:noFill/>
                <a:ln w="6350" cap="flat" cmpd="sng" algn="ctr">
                  <a:solidFill>
                    <a:srgbClr val="000000"/>
                  </a:solidFill>
                  <a:prstDash val="solid"/>
                </a:ln>
                <a:effectLst/>
              </p:spPr>
            </p:cxnSp>
          </p:grpSp>
          <p:sp>
            <p:nvSpPr>
              <p:cNvPr id="342" name="Rectangle 341">
                <a:extLst>
                  <a:ext uri="{FF2B5EF4-FFF2-40B4-BE49-F238E27FC236}">
                    <a16:creationId xmlns:a16="http://schemas.microsoft.com/office/drawing/2014/main" id="{BC350F5D-A217-434B-B0AD-B82598901D58}"/>
                  </a:ext>
                </a:extLst>
              </p:cNvPr>
              <p:cNvSpPr/>
              <p:nvPr/>
            </p:nvSpPr>
            <p:spPr bwMode="auto">
              <a:xfrm>
                <a:off x="4324577" y="3696087"/>
                <a:ext cx="498433" cy="11634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43" name="Straight Connector 342">
                <a:extLst>
                  <a:ext uri="{FF2B5EF4-FFF2-40B4-BE49-F238E27FC236}">
                    <a16:creationId xmlns:a16="http://schemas.microsoft.com/office/drawing/2014/main" id="{59C23D10-C5AD-324E-A998-0B2D8811551A}"/>
                  </a:ext>
                </a:extLst>
              </p:cNvPr>
              <p:cNvCxnSpPr>
                <a:stCxn id="345" idx="2"/>
              </p:cNvCxnSpPr>
              <p:nvPr/>
            </p:nvCxnSpPr>
            <p:spPr bwMode="auto">
              <a:xfrm>
                <a:off x="4300767" y="2640568"/>
                <a:ext cx="14286" cy="2309445"/>
              </a:xfrm>
              <a:prstGeom prst="line">
                <a:avLst/>
              </a:prstGeom>
              <a:noFill/>
              <a:ln w="3175" cap="flat" cmpd="sng" algn="ctr">
                <a:solidFill>
                  <a:srgbClr val="000000"/>
                </a:solidFill>
                <a:prstDash val="sysDash"/>
              </a:ln>
              <a:effectLst/>
            </p:spPr>
          </p:cxnSp>
          <p:grpSp>
            <p:nvGrpSpPr>
              <p:cNvPr id="344" name="Group 456">
                <a:extLst>
                  <a:ext uri="{FF2B5EF4-FFF2-40B4-BE49-F238E27FC236}">
                    <a16:creationId xmlns:a16="http://schemas.microsoft.com/office/drawing/2014/main" id="{3D4ED6A7-656E-564B-9724-777A0E00F8CF}"/>
                  </a:ext>
                </a:extLst>
              </p:cNvPr>
              <p:cNvGrpSpPr>
                <a:grpSpLocks/>
              </p:cNvGrpSpPr>
              <p:nvPr/>
            </p:nvGrpSpPr>
            <p:grpSpPr bwMode="auto">
              <a:xfrm>
                <a:off x="4299212" y="2486508"/>
                <a:ext cx="504825" cy="242888"/>
                <a:chOff x="2183302" y="1574638"/>
                <a:chExt cx="1200154" cy="430218"/>
              </a:xfrm>
            </p:grpSpPr>
            <p:sp>
              <p:nvSpPr>
                <p:cNvPr id="345" name="Oval 344">
                  <a:extLst>
                    <a:ext uri="{FF2B5EF4-FFF2-40B4-BE49-F238E27FC236}">
                      <a16:creationId xmlns:a16="http://schemas.microsoft.com/office/drawing/2014/main" id="{5CA9CA10-6CB9-8C4D-9798-DE3642585FBF}"/>
                    </a:ext>
                  </a:extLst>
                </p:cNvPr>
                <p:cNvSpPr/>
                <p:nvPr/>
              </p:nvSpPr>
              <p:spPr bwMode="auto">
                <a:xfrm flipV="1">
                  <a:off x="2186998" y="1690077"/>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6" name="Rectangle 345">
                  <a:extLst>
                    <a:ext uri="{FF2B5EF4-FFF2-40B4-BE49-F238E27FC236}">
                      <a16:creationId xmlns:a16="http://schemas.microsoft.com/office/drawing/2014/main" id="{ED7DFE49-0AB2-5F4A-8804-D8EE2F5D8051}"/>
                    </a:ext>
                  </a:extLst>
                </p:cNvPr>
                <p:cNvSpPr/>
                <p:nvPr/>
              </p:nvSpPr>
              <p:spPr bwMode="auto">
                <a:xfrm>
                  <a:off x="2183224" y="1735060"/>
                  <a:ext cx="1200054"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47" name="Oval 346">
                  <a:extLst>
                    <a:ext uri="{FF2B5EF4-FFF2-40B4-BE49-F238E27FC236}">
                      <a16:creationId xmlns:a16="http://schemas.microsoft.com/office/drawing/2014/main" id="{D9CC071E-9384-A844-AEDF-4D3D5A3D016C}"/>
                    </a:ext>
                  </a:extLst>
                </p:cNvPr>
                <p:cNvSpPr>
                  <a:spLocks noChangeArrowheads="1"/>
                </p:cNvSpPr>
                <p:nvPr/>
              </p:nvSpPr>
              <p:spPr bwMode="auto">
                <a:xfrm flipV="1">
                  <a:off x="2183224" y="1574808"/>
                  <a:ext cx="1196282"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48" name="Freeform 347">
                  <a:extLst>
                    <a:ext uri="{FF2B5EF4-FFF2-40B4-BE49-F238E27FC236}">
                      <a16:creationId xmlns:a16="http://schemas.microsoft.com/office/drawing/2014/main" id="{9221CFD6-F2B1-BC4A-8685-E97AB592CAEA}"/>
                    </a:ext>
                  </a:extLst>
                </p:cNvPr>
                <p:cNvSpPr/>
                <p:nvPr/>
              </p:nvSpPr>
              <p:spPr bwMode="auto">
                <a:xfrm>
                  <a:off x="2488899" y="1670396"/>
                  <a:ext cx="584931"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49" name="Freeform 348">
                  <a:extLst>
                    <a:ext uri="{FF2B5EF4-FFF2-40B4-BE49-F238E27FC236}">
                      <a16:creationId xmlns:a16="http://schemas.microsoft.com/office/drawing/2014/main" id="{E1EB2301-9912-744E-B205-5948ED836C1B}"/>
                    </a:ext>
                  </a:extLst>
                </p:cNvPr>
                <p:cNvSpPr>
                  <a:spLocks/>
                </p:cNvSpPr>
                <p:nvPr/>
              </p:nvSpPr>
              <p:spPr bwMode="auto">
                <a:xfrm>
                  <a:off x="2428519" y="1631037"/>
                  <a:ext cx="705691" cy="109646"/>
                </a:xfrm>
                <a:custGeom>
                  <a:avLst/>
                  <a:gdLst>
                    <a:gd name="T0" fmla="*/ 0 w 3723451"/>
                    <a:gd name="T1" fmla="*/ 26825 h 932950"/>
                    <a:gd name="T2" fmla="*/ 124171 w 3723451"/>
                    <a:gd name="T3" fmla="*/ 316 h 932950"/>
                    <a:gd name="T4" fmla="*/ 351718 w 3723451"/>
                    <a:gd name="T5" fmla="*/ 61180 h 932950"/>
                    <a:gd name="T6" fmla="*/ 568801 w 3723451"/>
                    <a:gd name="T7" fmla="*/ 0 h 932950"/>
                    <a:gd name="T8" fmla="*/ 705691 w 3723451"/>
                    <a:gd name="T9" fmla="*/ 24345 h 932950"/>
                    <a:gd name="T10" fmla="*/ 603845 w 3723451"/>
                    <a:gd name="T11" fmla="*/ 54282 h 932950"/>
                    <a:gd name="T12" fmla="*/ 571055 w 3723451"/>
                    <a:gd name="T13" fmla="*/ 46211 h 932950"/>
                    <a:gd name="T14" fmla="*/ 355716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Freeform 349">
                  <a:extLst>
                    <a:ext uri="{FF2B5EF4-FFF2-40B4-BE49-F238E27FC236}">
                      <a16:creationId xmlns:a16="http://schemas.microsoft.com/office/drawing/2014/main" id="{274D27B5-7E68-5C4D-964B-A01609731F22}"/>
                    </a:ext>
                  </a:extLst>
                </p:cNvPr>
                <p:cNvSpPr>
                  <a:spLocks/>
                </p:cNvSpPr>
                <p:nvPr/>
              </p:nvSpPr>
              <p:spPr bwMode="auto">
                <a:xfrm>
                  <a:off x="2892690" y="1723814"/>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Freeform 350">
                  <a:extLst>
                    <a:ext uri="{FF2B5EF4-FFF2-40B4-BE49-F238E27FC236}">
                      <a16:creationId xmlns:a16="http://schemas.microsoft.com/office/drawing/2014/main" id="{CCCB88EE-5244-8644-B451-9B5D239AEB91}"/>
                    </a:ext>
                  </a:extLst>
                </p:cNvPr>
                <p:cNvSpPr>
                  <a:spLocks/>
                </p:cNvSpPr>
                <p:nvPr/>
              </p:nvSpPr>
              <p:spPr bwMode="auto">
                <a:xfrm>
                  <a:off x="2417196" y="1726625"/>
                  <a:ext cx="252843" cy="92778"/>
                </a:xfrm>
                <a:custGeom>
                  <a:avLst/>
                  <a:gdLst>
                    <a:gd name="T0" fmla="*/ 249391 w 1348191"/>
                    <a:gd name="T1" fmla="*/ 0 h 791462"/>
                    <a:gd name="T2" fmla="*/ 252843 w 1348191"/>
                    <a:gd name="T3" fmla="*/ 44771 h 791462"/>
                    <a:gd name="T4" fmla="*/ 91472 w 1348191"/>
                    <a:gd name="T5" fmla="*/ 92778 h 791462"/>
                    <a:gd name="T6" fmla="*/ 0 w 1348191"/>
                    <a:gd name="T7" fmla="*/ 71741 h 791462"/>
                    <a:gd name="T8" fmla="*/ 24939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52" name="Straight Connector 351">
                  <a:extLst>
                    <a:ext uri="{FF2B5EF4-FFF2-40B4-BE49-F238E27FC236}">
                      <a16:creationId xmlns:a16="http://schemas.microsoft.com/office/drawing/2014/main" id="{4DFA4F03-E97A-1E4E-8C06-5FCF8ACB1D15}"/>
                    </a:ext>
                  </a:extLst>
                </p:cNvPr>
                <p:cNvCxnSpPr>
                  <a:cxnSpLocks noChangeShapeType="1"/>
                  <a:endCxn id="347" idx="2"/>
                </p:cNvCxnSpPr>
                <p:nvPr/>
              </p:nvCxnSpPr>
              <p:spPr bwMode="auto">
                <a:xfrm flipH="1" flipV="1">
                  <a:off x="2183224" y="1732248"/>
                  <a:ext cx="3775"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53" name="Straight Connector 352">
                  <a:extLst>
                    <a:ext uri="{FF2B5EF4-FFF2-40B4-BE49-F238E27FC236}">
                      <a16:creationId xmlns:a16="http://schemas.microsoft.com/office/drawing/2014/main" id="{8A9EDB0B-D51F-9C4D-A606-035EEB4B8D26}"/>
                    </a:ext>
                  </a:extLst>
                </p:cNvPr>
                <p:cNvCxnSpPr>
                  <a:cxnSpLocks noChangeShapeType="1"/>
                </p:cNvCxnSpPr>
                <p:nvPr/>
              </p:nvCxnSpPr>
              <p:spPr bwMode="auto">
                <a:xfrm flipH="1" flipV="1">
                  <a:off x="3379505" y="1729437"/>
                  <a:ext cx="3773"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6" name="Group 20">
              <a:extLst>
                <a:ext uri="{FF2B5EF4-FFF2-40B4-BE49-F238E27FC236}">
                  <a16:creationId xmlns:a16="http://schemas.microsoft.com/office/drawing/2014/main" id="{7B3927DE-D2D4-0549-B6FC-DB36E97AF650}"/>
                </a:ext>
              </a:extLst>
            </p:cNvPr>
            <p:cNvGrpSpPr>
              <a:grpSpLocks/>
            </p:cNvGrpSpPr>
            <p:nvPr/>
          </p:nvGrpSpPr>
          <p:grpSpPr bwMode="auto">
            <a:xfrm>
              <a:off x="5491163" y="3179295"/>
              <a:ext cx="522287" cy="1824505"/>
              <a:chOff x="5491163" y="3179295"/>
              <a:chExt cx="522287" cy="1824505"/>
            </a:xfrm>
          </p:grpSpPr>
          <p:sp>
            <p:nvSpPr>
              <p:cNvPr id="318" name="Rectangle 317">
                <a:extLst>
                  <a:ext uri="{FF2B5EF4-FFF2-40B4-BE49-F238E27FC236}">
                    <a16:creationId xmlns:a16="http://schemas.microsoft.com/office/drawing/2014/main" id="{94693F99-2D5B-7E44-B2D3-365FDA0CFBDB}"/>
                  </a:ext>
                </a:extLst>
              </p:cNvPr>
              <p:cNvSpPr/>
              <p:nvPr/>
            </p:nvSpPr>
            <p:spPr bwMode="auto">
              <a:xfrm rot="10800000">
                <a:off x="5498044" y="3266845"/>
                <a:ext cx="498349" cy="325689"/>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19" name="Straight Connector 318">
                <a:extLst>
                  <a:ext uri="{FF2B5EF4-FFF2-40B4-BE49-F238E27FC236}">
                    <a16:creationId xmlns:a16="http://schemas.microsoft.com/office/drawing/2014/main" id="{0BE62149-301B-CD40-877F-421A14409479}"/>
                  </a:ext>
                </a:extLst>
              </p:cNvPr>
              <p:cNvCxnSpPr>
                <a:stCxn id="327" idx="6"/>
              </p:cNvCxnSpPr>
              <p:nvPr/>
            </p:nvCxnSpPr>
            <p:spPr bwMode="auto">
              <a:xfrm>
                <a:off x="6004011" y="3267530"/>
                <a:ext cx="6349" cy="1582486"/>
              </a:xfrm>
              <a:prstGeom prst="line">
                <a:avLst/>
              </a:prstGeom>
              <a:noFill/>
              <a:ln w="3175" cap="flat" cmpd="sng" algn="ctr">
                <a:solidFill>
                  <a:srgbClr val="000000"/>
                </a:solidFill>
                <a:prstDash val="sysDash"/>
              </a:ln>
              <a:effectLst/>
            </p:spPr>
          </p:cxnSp>
          <p:pic>
            <p:nvPicPr>
              <p:cNvPr id="320" name="Picture 469" descr="router_top.png">
                <a:extLst>
                  <a:ext uri="{FF2B5EF4-FFF2-40B4-BE49-F238E27FC236}">
                    <a16:creationId xmlns:a16="http://schemas.microsoft.com/office/drawing/2014/main" id="{DD59AE55-8859-5841-B6AC-641E9B1FF76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 name="Group 471">
                <a:extLst>
                  <a:ext uri="{FF2B5EF4-FFF2-40B4-BE49-F238E27FC236}">
                    <a16:creationId xmlns:a16="http://schemas.microsoft.com/office/drawing/2014/main" id="{387A8315-A9E2-CD41-9540-BE22EB264718}"/>
                  </a:ext>
                </a:extLst>
              </p:cNvPr>
              <p:cNvGrpSpPr>
                <a:grpSpLocks/>
              </p:cNvGrpSpPr>
              <p:nvPr/>
            </p:nvGrpSpPr>
            <p:grpSpPr bwMode="auto">
              <a:xfrm>
                <a:off x="5502167" y="4781999"/>
                <a:ext cx="507858" cy="221801"/>
                <a:chOff x="4128636" y="3606589"/>
                <a:chExt cx="568145" cy="338667"/>
              </a:xfrm>
            </p:grpSpPr>
            <p:sp>
              <p:nvSpPr>
                <p:cNvPr id="334" name="Oval 333">
                  <a:extLst>
                    <a:ext uri="{FF2B5EF4-FFF2-40B4-BE49-F238E27FC236}">
                      <a16:creationId xmlns:a16="http://schemas.microsoft.com/office/drawing/2014/main" id="{5439A4FE-DB6E-D74D-95B5-D1F4AE9642E7}"/>
                    </a:ext>
                  </a:extLst>
                </p:cNvPr>
                <p:cNvSpPr/>
                <p:nvPr/>
              </p:nvSpPr>
              <p:spPr>
                <a:xfrm>
                  <a:off x="4128900"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35" name="Rectangle 334">
                  <a:extLst>
                    <a:ext uri="{FF2B5EF4-FFF2-40B4-BE49-F238E27FC236}">
                      <a16:creationId xmlns:a16="http://schemas.microsoft.com/office/drawing/2014/main" id="{FA27B6FA-AB40-0D4B-BBE7-6000E55B03D1}"/>
                    </a:ext>
                  </a:extLst>
                </p:cNvPr>
                <p:cNvSpPr/>
                <p:nvPr/>
              </p:nvSpPr>
              <p:spPr>
                <a:xfrm>
                  <a:off x="4128900"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36" name="Oval 335">
                  <a:extLst>
                    <a:ext uri="{FF2B5EF4-FFF2-40B4-BE49-F238E27FC236}">
                      <a16:creationId xmlns:a16="http://schemas.microsoft.com/office/drawing/2014/main" id="{C6FD79C0-1B1A-AB4A-A3BD-6514A1F64FCB}"/>
                    </a:ext>
                  </a:extLst>
                </p:cNvPr>
                <p:cNvSpPr/>
                <p:nvPr/>
              </p:nvSpPr>
              <p:spPr>
                <a:xfrm>
                  <a:off x="4128900"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37" name="Straight Connector 336">
                  <a:extLst>
                    <a:ext uri="{FF2B5EF4-FFF2-40B4-BE49-F238E27FC236}">
                      <a16:creationId xmlns:a16="http://schemas.microsoft.com/office/drawing/2014/main" id="{C730D6A9-51D0-864D-9F88-3CA108609D03}"/>
                    </a:ext>
                  </a:extLst>
                </p:cNvPr>
                <p:cNvCxnSpPr/>
                <p:nvPr/>
              </p:nvCxnSpPr>
              <p:spPr>
                <a:xfrm>
                  <a:off x="4697156" y="3720139"/>
                  <a:ext cx="0" cy="111484"/>
                </a:xfrm>
                <a:prstGeom prst="line">
                  <a:avLst/>
                </a:prstGeom>
                <a:noFill/>
                <a:ln w="6350" cap="flat" cmpd="sng" algn="ctr">
                  <a:solidFill>
                    <a:srgbClr val="000000"/>
                  </a:solidFill>
                  <a:prstDash val="solid"/>
                </a:ln>
                <a:effectLst/>
              </p:spPr>
            </p:cxnSp>
            <p:cxnSp>
              <p:nvCxnSpPr>
                <p:cNvPr id="338" name="Straight Connector 337">
                  <a:extLst>
                    <a:ext uri="{FF2B5EF4-FFF2-40B4-BE49-F238E27FC236}">
                      <a16:creationId xmlns:a16="http://schemas.microsoft.com/office/drawing/2014/main" id="{41EA4558-0D04-634B-A8B0-CAB6FB1D2028}"/>
                    </a:ext>
                  </a:extLst>
                </p:cNvPr>
                <p:cNvCxnSpPr/>
                <p:nvPr/>
              </p:nvCxnSpPr>
              <p:spPr>
                <a:xfrm>
                  <a:off x="4128900" y="3720139"/>
                  <a:ext cx="0" cy="111484"/>
                </a:xfrm>
                <a:prstGeom prst="line">
                  <a:avLst/>
                </a:prstGeom>
                <a:noFill/>
                <a:ln w="6350" cap="flat" cmpd="sng" algn="ctr">
                  <a:solidFill>
                    <a:srgbClr val="000000"/>
                  </a:solidFill>
                  <a:prstDash val="solid"/>
                </a:ln>
                <a:effectLst/>
              </p:spPr>
            </p:cxnSp>
          </p:grpSp>
          <p:sp>
            <p:nvSpPr>
              <p:cNvPr id="322" name="Rectangle 321">
                <a:extLst>
                  <a:ext uri="{FF2B5EF4-FFF2-40B4-BE49-F238E27FC236}">
                    <a16:creationId xmlns:a16="http://schemas.microsoft.com/office/drawing/2014/main" id="{3670DAE7-C167-BA4B-9FB3-842EEBB6E0BC}"/>
                  </a:ext>
                </a:extLst>
              </p:cNvPr>
              <p:cNvSpPr/>
              <p:nvPr/>
            </p:nvSpPr>
            <p:spPr bwMode="auto">
              <a:xfrm>
                <a:off x="5507166" y="3694500"/>
                <a:ext cx="498433" cy="11650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23" name="Straight Connector 322">
                <a:extLst>
                  <a:ext uri="{FF2B5EF4-FFF2-40B4-BE49-F238E27FC236}">
                    <a16:creationId xmlns:a16="http://schemas.microsoft.com/office/drawing/2014/main" id="{FDAD1200-F8CD-4C4C-B862-839CDCE380A4}"/>
                  </a:ext>
                </a:extLst>
              </p:cNvPr>
              <p:cNvCxnSpPr>
                <a:stCxn id="320" idx="1"/>
              </p:cNvCxnSpPr>
              <p:nvPr/>
            </p:nvCxnSpPr>
            <p:spPr bwMode="auto">
              <a:xfrm>
                <a:off x="5491292" y="3316735"/>
                <a:ext cx="6349" cy="1633277"/>
              </a:xfrm>
              <a:prstGeom prst="line">
                <a:avLst/>
              </a:prstGeom>
              <a:noFill/>
              <a:ln w="3175" cap="flat" cmpd="sng" algn="ctr">
                <a:solidFill>
                  <a:srgbClr val="000000"/>
                </a:solidFill>
                <a:prstDash val="sysDash"/>
              </a:ln>
              <a:effectLst/>
            </p:spPr>
          </p:cxnSp>
          <p:grpSp>
            <p:nvGrpSpPr>
              <p:cNvPr id="324" name="Group 485">
                <a:extLst>
                  <a:ext uri="{FF2B5EF4-FFF2-40B4-BE49-F238E27FC236}">
                    <a16:creationId xmlns:a16="http://schemas.microsoft.com/office/drawing/2014/main" id="{A6200FD6-2FAC-504D-AC15-41C2E0E5FE4E}"/>
                  </a:ext>
                </a:extLst>
              </p:cNvPr>
              <p:cNvGrpSpPr>
                <a:grpSpLocks/>
              </p:cNvGrpSpPr>
              <p:nvPr/>
            </p:nvGrpSpPr>
            <p:grpSpPr bwMode="auto">
              <a:xfrm>
                <a:off x="5500688" y="3179295"/>
                <a:ext cx="504825" cy="242888"/>
                <a:chOff x="2183302" y="1574638"/>
                <a:chExt cx="1200154" cy="430218"/>
              </a:xfrm>
            </p:grpSpPr>
            <p:sp>
              <p:nvSpPr>
                <p:cNvPr id="325" name="Oval 324">
                  <a:extLst>
                    <a:ext uri="{FF2B5EF4-FFF2-40B4-BE49-F238E27FC236}">
                      <a16:creationId xmlns:a16="http://schemas.microsoft.com/office/drawing/2014/main" id="{ECDA45FA-C7C9-1D42-AD17-0A94B356D9C2}"/>
                    </a:ext>
                  </a:extLst>
                </p:cNvPr>
                <p:cNvSpPr/>
                <p:nvPr/>
              </p:nvSpPr>
              <p:spPr bwMode="auto">
                <a:xfrm flipV="1">
                  <a:off x="2187379" y="1688754"/>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26" name="Rectangle 325">
                  <a:extLst>
                    <a:ext uri="{FF2B5EF4-FFF2-40B4-BE49-F238E27FC236}">
                      <a16:creationId xmlns:a16="http://schemas.microsoft.com/office/drawing/2014/main" id="{66DEE6E1-40E6-CC4A-9BD2-12B0FC5617F6}"/>
                    </a:ext>
                  </a:extLst>
                </p:cNvPr>
                <p:cNvSpPr/>
                <p:nvPr/>
              </p:nvSpPr>
              <p:spPr bwMode="auto">
                <a:xfrm>
                  <a:off x="2183606" y="1733737"/>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27" name="Oval 326">
                  <a:extLst>
                    <a:ext uri="{FF2B5EF4-FFF2-40B4-BE49-F238E27FC236}">
                      <a16:creationId xmlns:a16="http://schemas.microsoft.com/office/drawing/2014/main" id="{3B2579C2-CFB4-C243-A571-87CC47767059}"/>
                    </a:ext>
                  </a:extLst>
                </p:cNvPr>
                <p:cNvSpPr>
                  <a:spLocks noChangeArrowheads="1"/>
                </p:cNvSpPr>
                <p:nvPr/>
              </p:nvSpPr>
              <p:spPr bwMode="auto">
                <a:xfrm flipV="1">
                  <a:off x="2183606" y="1573485"/>
                  <a:ext cx="1196277"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28" name="Freeform 327">
                  <a:extLst>
                    <a:ext uri="{FF2B5EF4-FFF2-40B4-BE49-F238E27FC236}">
                      <a16:creationId xmlns:a16="http://schemas.microsoft.com/office/drawing/2014/main" id="{8C20CAF5-F7F2-8C4F-BF4C-8061B2C174B5}"/>
                    </a:ext>
                  </a:extLst>
                </p:cNvPr>
                <p:cNvSpPr/>
                <p:nvPr/>
              </p:nvSpPr>
              <p:spPr bwMode="auto">
                <a:xfrm>
                  <a:off x="2489279" y="1669074"/>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29" name="Freeform 328">
                  <a:extLst>
                    <a:ext uri="{FF2B5EF4-FFF2-40B4-BE49-F238E27FC236}">
                      <a16:creationId xmlns:a16="http://schemas.microsoft.com/office/drawing/2014/main" id="{751DAB4D-7078-0843-8893-ECF4AEBB832A}"/>
                    </a:ext>
                  </a:extLst>
                </p:cNvPr>
                <p:cNvSpPr>
                  <a:spLocks/>
                </p:cNvSpPr>
                <p:nvPr/>
              </p:nvSpPr>
              <p:spPr bwMode="auto">
                <a:xfrm>
                  <a:off x="2428899" y="1629714"/>
                  <a:ext cx="705692" cy="109646"/>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5 h 932950"/>
                    <a:gd name="T10" fmla="*/ 603846 w 3723451"/>
                    <a:gd name="T11" fmla="*/ 54282 h 932950"/>
                    <a:gd name="T12" fmla="*/ 571056 w 3723451"/>
                    <a:gd name="T13" fmla="*/ 46211 h 932950"/>
                    <a:gd name="T14" fmla="*/ 355717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Freeform 329">
                  <a:extLst>
                    <a:ext uri="{FF2B5EF4-FFF2-40B4-BE49-F238E27FC236}">
                      <a16:creationId xmlns:a16="http://schemas.microsoft.com/office/drawing/2014/main" id="{49F08601-D11A-7246-97C4-4796E28716C2}"/>
                    </a:ext>
                  </a:extLst>
                </p:cNvPr>
                <p:cNvSpPr>
                  <a:spLocks/>
                </p:cNvSpPr>
                <p:nvPr/>
              </p:nvSpPr>
              <p:spPr bwMode="auto">
                <a:xfrm>
                  <a:off x="2893071" y="1722492"/>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330">
                  <a:extLst>
                    <a:ext uri="{FF2B5EF4-FFF2-40B4-BE49-F238E27FC236}">
                      <a16:creationId xmlns:a16="http://schemas.microsoft.com/office/drawing/2014/main" id="{0F35FC16-0782-6242-8A31-B2C90A57D832}"/>
                    </a:ext>
                  </a:extLst>
                </p:cNvPr>
                <p:cNvSpPr>
                  <a:spLocks/>
                </p:cNvSpPr>
                <p:nvPr/>
              </p:nvSpPr>
              <p:spPr bwMode="auto">
                <a:xfrm>
                  <a:off x="2417579" y="1725302"/>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32" name="Straight Connector 331">
                  <a:extLst>
                    <a:ext uri="{FF2B5EF4-FFF2-40B4-BE49-F238E27FC236}">
                      <a16:creationId xmlns:a16="http://schemas.microsoft.com/office/drawing/2014/main" id="{28B38805-D14D-6F4E-9C2D-85288858DC4A}"/>
                    </a:ext>
                  </a:extLst>
                </p:cNvPr>
                <p:cNvCxnSpPr>
                  <a:cxnSpLocks noChangeShapeType="1"/>
                  <a:endCxn id="327" idx="2"/>
                </p:cNvCxnSpPr>
                <p:nvPr/>
              </p:nvCxnSpPr>
              <p:spPr bwMode="auto">
                <a:xfrm flipH="1" flipV="1">
                  <a:off x="2183606" y="1730925"/>
                  <a:ext cx="3773"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33" name="Straight Connector 332">
                  <a:extLst>
                    <a:ext uri="{FF2B5EF4-FFF2-40B4-BE49-F238E27FC236}">
                      <a16:creationId xmlns:a16="http://schemas.microsoft.com/office/drawing/2014/main" id="{839A4B18-24F7-8748-BABF-156684EACDA2}"/>
                    </a:ext>
                  </a:extLst>
                </p:cNvPr>
                <p:cNvCxnSpPr>
                  <a:cxnSpLocks noChangeShapeType="1"/>
                </p:cNvCxnSpPr>
                <p:nvPr/>
              </p:nvCxnSpPr>
              <p:spPr bwMode="auto">
                <a:xfrm flipH="1" flipV="1">
                  <a:off x="3379883" y="1728114"/>
                  <a:ext cx="3775"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7" name="Group 21">
              <a:extLst>
                <a:ext uri="{FF2B5EF4-FFF2-40B4-BE49-F238E27FC236}">
                  <a16:creationId xmlns:a16="http://schemas.microsoft.com/office/drawing/2014/main" id="{9CDA8888-DE9C-FA48-880D-EF852C6370C1}"/>
                </a:ext>
              </a:extLst>
            </p:cNvPr>
            <p:cNvGrpSpPr>
              <a:grpSpLocks/>
            </p:cNvGrpSpPr>
            <p:nvPr/>
          </p:nvGrpSpPr>
          <p:grpSpPr bwMode="auto">
            <a:xfrm>
              <a:off x="6472366" y="2647932"/>
              <a:ext cx="522159" cy="2354282"/>
              <a:chOff x="6472366" y="2647932"/>
              <a:chExt cx="522159" cy="2354282"/>
            </a:xfrm>
          </p:grpSpPr>
          <p:sp>
            <p:nvSpPr>
              <p:cNvPr id="298" name="Rectangle 297">
                <a:extLst>
                  <a:ext uri="{FF2B5EF4-FFF2-40B4-BE49-F238E27FC236}">
                    <a16:creationId xmlns:a16="http://schemas.microsoft.com/office/drawing/2014/main" id="{995D8FCE-884F-0F40-A676-D4D29F8E694C}"/>
                  </a:ext>
                </a:extLst>
              </p:cNvPr>
              <p:cNvSpPr/>
              <p:nvPr/>
            </p:nvSpPr>
            <p:spPr bwMode="auto">
              <a:xfrm rot="10800000">
                <a:off x="6482296" y="2777838"/>
                <a:ext cx="498349" cy="72203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99" name="Straight Connector 298">
                <a:extLst>
                  <a:ext uri="{FF2B5EF4-FFF2-40B4-BE49-F238E27FC236}">
                    <a16:creationId xmlns:a16="http://schemas.microsoft.com/office/drawing/2014/main" id="{316D5606-0146-DC48-97E2-18F369EDE031}"/>
                  </a:ext>
                </a:extLst>
              </p:cNvPr>
              <p:cNvCxnSpPr/>
              <p:nvPr/>
            </p:nvCxnSpPr>
            <p:spPr bwMode="auto">
              <a:xfrm>
                <a:off x="6994528" y="2846910"/>
                <a:ext cx="0" cy="1998345"/>
              </a:xfrm>
              <a:prstGeom prst="line">
                <a:avLst/>
              </a:prstGeom>
              <a:noFill/>
              <a:ln w="3175" cap="flat" cmpd="sng" algn="ctr">
                <a:solidFill>
                  <a:srgbClr val="000000"/>
                </a:solidFill>
                <a:prstDash val="sysDash"/>
              </a:ln>
              <a:effectLst/>
            </p:spPr>
          </p:cxnSp>
          <p:grpSp>
            <p:nvGrpSpPr>
              <p:cNvPr id="300" name="Group 500">
                <a:extLst>
                  <a:ext uri="{FF2B5EF4-FFF2-40B4-BE49-F238E27FC236}">
                    <a16:creationId xmlns:a16="http://schemas.microsoft.com/office/drawing/2014/main" id="{AA425C1A-E91E-6E4A-A356-24012E642772}"/>
                  </a:ext>
                </a:extLst>
              </p:cNvPr>
              <p:cNvGrpSpPr>
                <a:grpSpLocks/>
              </p:cNvGrpSpPr>
              <p:nvPr/>
            </p:nvGrpSpPr>
            <p:grpSpPr bwMode="auto">
              <a:xfrm>
                <a:off x="6486417" y="4766099"/>
                <a:ext cx="507858" cy="236115"/>
                <a:chOff x="4128636" y="3606589"/>
                <a:chExt cx="568145" cy="338667"/>
              </a:xfrm>
            </p:grpSpPr>
            <p:sp>
              <p:nvSpPr>
                <p:cNvPr id="313" name="Oval 312">
                  <a:extLst>
                    <a:ext uri="{FF2B5EF4-FFF2-40B4-BE49-F238E27FC236}">
                      <a16:creationId xmlns:a16="http://schemas.microsoft.com/office/drawing/2014/main" id="{16CAB2BE-001A-5849-8EFC-BF1C74D20DA6}"/>
                    </a:ext>
                  </a:extLst>
                </p:cNvPr>
                <p:cNvSpPr/>
                <p:nvPr/>
              </p:nvSpPr>
              <p:spPr>
                <a:xfrm>
                  <a:off x="4128808" y="3720125"/>
                  <a:ext cx="568256" cy="22538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14" name="Rectangle 313">
                  <a:extLst>
                    <a:ext uri="{FF2B5EF4-FFF2-40B4-BE49-F238E27FC236}">
                      <a16:creationId xmlns:a16="http://schemas.microsoft.com/office/drawing/2014/main" id="{ED3C727A-F086-5345-9D90-47A10FCD45F2}"/>
                    </a:ext>
                  </a:extLst>
                </p:cNvPr>
                <p:cNvSpPr/>
                <p:nvPr/>
              </p:nvSpPr>
              <p:spPr>
                <a:xfrm>
                  <a:off x="4128808" y="3720125"/>
                  <a:ext cx="568256" cy="111556"/>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15" name="Oval 314">
                  <a:extLst>
                    <a:ext uri="{FF2B5EF4-FFF2-40B4-BE49-F238E27FC236}">
                      <a16:creationId xmlns:a16="http://schemas.microsoft.com/office/drawing/2014/main" id="{49C1B443-F565-5F4C-B75C-09F669AC3DE7}"/>
                    </a:ext>
                  </a:extLst>
                </p:cNvPr>
                <p:cNvSpPr/>
                <p:nvPr/>
              </p:nvSpPr>
              <p:spPr>
                <a:xfrm>
                  <a:off x="4128808" y="3606294"/>
                  <a:ext cx="568256" cy="225387"/>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16" name="Straight Connector 315">
                  <a:extLst>
                    <a:ext uri="{FF2B5EF4-FFF2-40B4-BE49-F238E27FC236}">
                      <a16:creationId xmlns:a16="http://schemas.microsoft.com/office/drawing/2014/main" id="{FBA53D70-9A4D-7E4E-AC09-D42784DF8272}"/>
                    </a:ext>
                  </a:extLst>
                </p:cNvPr>
                <p:cNvCxnSpPr/>
                <p:nvPr/>
              </p:nvCxnSpPr>
              <p:spPr>
                <a:xfrm>
                  <a:off x="4697064" y="3720125"/>
                  <a:ext cx="0" cy="111556"/>
                </a:xfrm>
                <a:prstGeom prst="line">
                  <a:avLst/>
                </a:prstGeom>
                <a:noFill/>
                <a:ln w="6350" cap="flat" cmpd="sng" algn="ctr">
                  <a:solidFill>
                    <a:srgbClr val="000000"/>
                  </a:solidFill>
                  <a:prstDash val="solid"/>
                </a:ln>
                <a:effectLst/>
              </p:spPr>
            </p:cxnSp>
            <p:cxnSp>
              <p:nvCxnSpPr>
                <p:cNvPr id="317" name="Straight Connector 316">
                  <a:extLst>
                    <a:ext uri="{FF2B5EF4-FFF2-40B4-BE49-F238E27FC236}">
                      <a16:creationId xmlns:a16="http://schemas.microsoft.com/office/drawing/2014/main" id="{A5C3BEC2-90B0-8B41-88A4-351B428CAFB4}"/>
                    </a:ext>
                  </a:extLst>
                </p:cNvPr>
                <p:cNvCxnSpPr/>
                <p:nvPr/>
              </p:nvCxnSpPr>
              <p:spPr>
                <a:xfrm>
                  <a:off x="4128808" y="3720125"/>
                  <a:ext cx="0" cy="111556"/>
                </a:xfrm>
                <a:prstGeom prst="line">
                  <a:avLst/>
                </a:prstGeom>
                <a:noFill/>
                <a:ln w="6350" cap="flat" cmpd="sng" algn="ctr">
                  <a:solidFill>
                    <a:srgbClr val="000000"/>
                  </a:solidFill>
                  <a:prstDash val="solid"/>
                </a:ln>
                <a:effectLst/>
              </p:spPr>
            </p:cxnSp>
          </p:grpSp>
          <p:sp>
            <p:nvSpPr>
              <p:cNvPr id="301" name="Rectangle 300">
                <a:extLst>
                  <a:ext uri="{FF2B5EF4-FFF2-40B4-BE49-F238E27FC236}">
                    <a16:creationId xmlns:a16="http://schemas.microsoft.com/office/drawing/2014/main" id="{2309F1E7-7D26-E941-9221-C8DF0612EE28}"/>
                  </a:ext>
                </a:extLst>
              </p:cNvPr>
              <p:cNvSpPr/>
              <p:nvPr/>
            </p:nvSpPr>
            <p:spPr bwMode="auto">
              <a:xfrm>
                <a:off x="6491333" y="3610376"/>
                <a:ext cx="498433" cy="12380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02" name="Straight Connector 301">
                <a:extLst>
                  <a:ext uri="{FF2B5EF4-FFF2-40B4-BE49-F238E27FC236}">
                    <a16:creationId xmlns:a16="http://schemas.microsoft.com/office/drawing/2014/main" id="{9C251E47-5FE5-B64D-8E6E-2491993604B5}"/>
                  </a:ext>
                </a:extLst>
              </p:cNvPr>
              <p:cNvCxnSpPr/>
              <p:nvPr/>
            </p:nvCxnSpPr>
            <p:spPr bwMode="auto">
              <a:xfrm>
                <a:off x="6472285" y="2818340"/>
                <a:ext cx="9524" cy="2126912"/>
              </a:xfrm>
              <a:prstGeom prst="line">
                <a:avLst/>
              </a:prstGeom>
              <a:noFill/>
              <a:ln w="3175" cap="flat" cmpd="sng" algn="ctr">
                <a:solidFill>
                  <a:srgbClr val="000000"/>
                </a:solidFill>
                <a:prstDash val="sysDash"/>
              </a:ln>
              <a:effectLst/>
            </p:spPr>
          </p:cxnSp>
          <p:grpSp>
            <p:nvGrpSpPr>
              <p:cNvPr id="303" name="Group 514">
                <a:extLst>
                  <a:ext uri="{FF2B5EF4-FFF2-40B4-BE49-F238E27FC236}">
                    <a16:creationId xmlns:a16="http://schemas.microsoft.com/office/drawing/2014/main" id="{9B7D3C6F-466A-3143-9B8E-F60B2AAFD7B5}"/>
                  </a:ext>
                </a:extLst>
              </p:cNvPr>
              <p:cNvGrpSpPr>
                <a:grpSpLocks/>
              </p:cNvGrpSpPr>
              <p:nvPr/>
            </p:nvGrpSpPr>
            <p:grpSpPr bwMode="auto">
              <a:xfrm>
                <a:off x="6478146" y="2647932"/>
                <a:ext cx="504825" cy="242887"/>
                <a:chOff x="2183302" y="1574638"/>
                <a:chExt cx="1200154" cy="430218"/>
              </a:xfrm>
            </p:grpSpPr>
            <p:sp>
              <p:nvSpPr>
                <p:cNvPr id="304" name="Oval 303">
                  <a:extLst>
                    <a:ext uri="{FF2B5EF4-FFF2-40B4-BE49-F238E27FC236}">
                      <a16:creationId xmlns:a16="http://schemas.microsoft.com/office/drawing/2014/main" id="{12A307F7-5B73-2445-A2F4-C0FA1266E373}"/>
                    </a:ext>
                  </a:extLst>
                </p:cNvPr>
                <p:cNvSpPr/>
                <p:nvPr/>
              </p:nvSpPr>
              <p:spPr bwMode="auto">
                <a:xfrm flipV="1">
                  <a:off x="2188237" y="1690921"/>
                  <a:ext cx="1196279" cy="314881"/>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05" name="Rectangle 304">
                  <a:extLst>
                    <a:ext uri="{FF2B5EF4-FFF2-40B4-BE49-F238E27FC236}">
                      <a16:creationId xmlns:a16="http://schemas.microsoft.com/office/drawing/2014/main" id="{33E19D46-3715-614C-AAF4-022904355894}"/>
                    </a:ext>
                  </a:extLst>
                </p:cNvPr>
                <p:cNvSpPr/>
                <p:nvPr/>
              </p:nvSpPr>
              <p:spPr bwMode="auto">
                <a:xfrm>
                  <a:off x="2184464" y="1735904"/>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06" name="Oval 305">
                  <a:extLst>
                    <a:ext uri="{FF2B5EF4-FFF2-40B4-BE49-F238E27FC236}">
                      <a16:creationId xmlns:a16="http://schemas.microsoft.com/office/drawing/2014/main" id="{E55709E7-7775-884D-A34A-45191B84AF9C}"/>
                    </a:ext>
                  </a:extLst>
                </p:cNvPr>
                <p:cNvSpPr>
                  <a:spLocks noChangeArrowheads="1"/>
                </p:cNvSpPr>
                <p:nvPr/>
              </p:nvSpPr>
              <p:spPr bwMode="auto">
                <a:xfrm flipV="1">
                  <a:off x="2184464" y="1575651"/>
                  <a:ext cx="1196277" cy="31488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07" name="Freeform 306">
                  <a:extLst>
                    <a:ext uri="{FF2B5EF4-FFF2-40B4-BE49-F238E27FC236}">
                      <a16:creationId xmlns:a16="http://schemas.microsoft.com/office/drawing/2014/main" id="{53C2A2DA-53F1-794E-A987-B42C0AC0022C}"/>
                    </a:ext>
                  </a:extLst>
                </p:cNvPr>
                <p:cNvSpPr/>
                <p:nvPr/>
              </p:nvSpPr>
              <p:spPr bwMode="auto">
                <a:xfrm>
                  <a:off x="2490137" y="1671240"/>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08" name="Freeform 307">
                  <a:extLst>
                    <a:ext uri="{FF2B5EF4-FFF2-40B4-BE49-F238E27FC236}">
                      <a16:creationId xmlns:a16="http://schemas.microsoft.com/office/drawing/2014/main" id="{9EECC5D2-5F03-5B4A-A066-DEC9954D666C}"/>
                    </a:ext>
                  </a:extLst>
                </p:cNvPr>
                <p:cNvSpPr>
                  <a:spLocks/>
                </p:cNvSpPr>
                <p:nvPr/>
              </p:nvSpPr>
              <p:spPr bwMode="auto">
                <a:xfrm>
                  <a:off x="2429757" y="1631880"/>
                  <a:ext cx="705692" cy="109647"/>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6 h 932950"/>
                    <a:gd name="T10" fmla="*/ 603846 w 3723451"/>
                    <a:gd name="T11" fmla="*/ 54283 h 932950"/>
                    <a:gd name="T12" fmla="*/ 571056 w 3723451"/>
                    <a:gd name="T13" fmla="*/ 46212 h 932950"/>
                    <a:gd name="T14" fmla="*/ 355717 w 3723451"/>
                    <a:gd name="T15" fmla="*/ 109647 h 932950"/>
                    <a:gd name="T16" fmla="*/ 134869 w 3723451"/>
                    <a:gd name="T17" fmla="*/ 48545 h 932950"/>
                    <a:gd name="T18" fmla="*/ 99163 w 3723451"/>
                    <a:gd name="T19" fmla="*/ 55140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308">
                  <a:extLst>
                    <a:ext uri="{FF2B5EF4-FFF2-40B4-BE49-F238E27FC236}">
                      <a16:creationId xmlns:a16="http://schemas.microsoft.com/office/drawing/2014/main" id="{8388544E-A2CB-0640-A29C-1662E6885FE0}"/>
                    </a:ext>
                  </a:extLst>
                </p:cNvPr>
                <p:cNvSpPr>
                  <a:spLocks/>
                </p:cNvSpPr>
                <p:nvPr/>
              </p:nvSpPr>
              <p:spPr bwMode="auto">
                <a:xfrm>
                  <a:off x="2893929" y="1724658"/>
                  <a:ext cx="256615" cy="95589"/>
                </a:xfrm>
                <a:custGeom>
                  <a:avLst/>
                  <a:gdLst>
                    <a:gd name="T0" fmla="*/ 0 w 1366596"/>
                    <a:gd name="T1" fmla="*/ 0 h 809868"/>
                    <a:gd name="T2" fmla="*/ 256615 w 1366596"/>
                    <a:gd name="T3" fmla="*/ 73864 h 809868"/>
                    <a:gd name="T4" fmla="*/ 162436 w 1366596"/>
                    <a:gd name="T5" fmla="*/ 95589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309">
                  <a:extLst>
                    <a:ext uri="{FF2B5EF4-FFF2-40B4-BE49-F238E27FC236}">
                      <a16:creationId xmlns:a16="http://schemas.microsoft.com/office/drawing/2014/main" id="{0DDF3C4E-5F2E-864E-88A4-D785A5D6EEF6}"/>
                    </a:ext>
                  </a:extLst>
                </p:cNvPr>
                <p:cNvSpPr>
                  <a:spLocks/>
                </p:cNvSpPr>
                <p:nvPr/>
              </p:nvSpPr>
              <p:spPr bwMode="auto">
                <a:xfrm>
                  <a:off x="2418437" y="1727469"/>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11" name="Straight Connector 310">
                  <a:extLst>
                    <a:ext uri="{FF2B5EF4-FFF2-40B4-BE49-F238E27FC236}">
                      <a16:creationId xmlns:a16="http://schemas.microsoft.com/office/drawing/2014/main" id="{5A28B5B0-5BAC-8C46-B4B8-9BCB18DCD1DD}"/>
                    </a:ext>
                  </a:extLst>
                </p:cNvPr>
                <p:cNvCxnSpPr>
                  <a:cxnSpLocks noChangeShapeType="1"/>
                  <a:endCxn id="306" idx="2"/>
                </p:cNvCxnSpPr>
                <p:nvPr/>
              </p:nvCxnSpPr>
              <p:spPr bwMode="auto">
                <a:xfrm flipH="1" flipV="1">
                  <a:off x="2184464" y="1733091"/>
                  <a:ext cx="3773" cy="1208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12" name="Straight Connector 311">
                  <a:extLst>
                    <a:ext uri="{FF2B5EF4-FFF2-40B4-BE49-F238E27FC236}">
                      <a16:creationId xmlns:a16="http://schemas.microsoft.com/office/drawing/2014/main" id="{3A010796-660C-4C4D-865E-8D108EDA01B6}"/>
                    </a:ext>
                  </a:extLst>
                </p:cNvPr>
                <p:cNvCxnSpPr>
                  <a:cxnSpLocks noChangeShapeType="1"/>
                </p:cNvCxnSpPr>
                <p:nvPr/>
              </p:nvCxnSpPr>
              <p:spPr bwMode="auto">
                <a:xfrm flipH="1" flipV="1">
                  <a:off x="3380741" y="1730281"/>
                  <a:ext cx="3775" cy="120891"/>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400" name="Group 399">
            <a:extLst>
              <a:ext uri="{FF2B5EF4-FFF2-40B4-BE49-F238E27FC236}">
                <a16:creationId xmlns:a16="http://schemas.microsoft.com/office/drawing/2014/main" id="{094E25C2-45E6-0C43-ADA4-684E51DC703A}"/>
              </a:ext>
            </a:extLst>
          </p:cNvPr>
          <p:cNvGrpSpPr>
            <a:grpSpLocks/>
          </p:cNvGrpSpPr>
          <p:nvPr/>
        </p:nvGrpSpPr>
        <p:grpSpPr bwMode="auto">
          <a:xfrm>
            <a:off x="3419060" y="2725807"/>
            <a:ext cx="5111750" cy="879475"/>
            <a:chOff x="1866825" y="707349"/>
            <a:chExt cx="5112820" cy="879389"/>
          </a:xfrm>
        </p:grpSpPr>
        <p:sp>
          <p:nvSpPr>
            <p:cNvPr id="401" name="Oval 400">
              <a:extLst>
                <a:ext uri="{FF2B5EF4-FFF2-40B4-BE49-F238E27FC236}">
                  <a16:creationId xmlns:a16="http://schemas.microsoft.com/office/drawing/2014/main" id="{C759FDA4-4088-0A4C-9E92-BD72D7D52B56}"/>
                </a:ext>
              </a:extLst>
            </p:cNvPr>
            <p:cNvSpPr/>
            <p:nvPr/>
          </p:nvSpPr>
          <p:spPr>
            <a:xfrm>
              <a:off x="1866825" y="785129"/>
              <a:ext cx="954288" cy="49207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02" name="TextBox 233">
              <a:extLst>
                <a:ext uri="{FF2B5EF4-FFF2-40B4-BE49-F238E27FC236}">
                  <a16:creationId xmlns:a16="http://schemas.microsoft.com/office/drawing/2014/main" id="{91B4E7D9-6C4B-6C4B-86F5-8BB66F936B0C}"/>
                </a:ext>
              </a:extLst>
            </p:cNvPr>
            <p:cNvSpPr txBox="1">
              <a:spLocks noChangeArrowheads="1"/>
            </p:cNvSpPr>
            <p:nvPr/>
          </p:nvSpPr>
          <p:spPr bwMode="auto">
            <a:xfrm>
              <a:off x="1891781" y="783191"/>
              <a:ext cx="910613" cy="47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Routing</a:t>
              </a:r>
            </a:p>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Algorithm</a:t>
              </a:r>
            </a:p>
          </p:txBody>
        </p:sp>
        <p:cxnSp>
          <p:nvCxnSpPr>
            <p:cNvPr id="403" name="Straight Arrow Connector 402">
              <a:extLst>
                <a:ext uri="{FF2B5EF4-FFF2-40B4-BE49-F238E27FC236}">
                  <a16:creationId xmlns:a16="http://schemas.microsoft.com/office/drawing/2014/main" id="{86DA61DF-3320-724E-9861-CF654B1F47AF}"/>
                </a:ext>
              </a:extLst>
            </p:cNvPr>
            <p:cNvCxnSpPr/>
            <p:nvPr/>
          </p:nvCxnSpPr>
          <p:spPr>
            <a:xfrm flipV="1">
              <a:off x="2833815" y="807352"/>
              <a:ext cx="1517968" cy="214291"/>
            </a:xfrm>
            <a:prstGeom prst="straightConnector1">
              <a:avLst/>
            </a:prstGeom>
            <a:noFill/>
            <a:ln w="25400" cap="flat" cmpd="sng" algn="ctr">
              <a:solidFill>
                <a:srgbClr val="CC0000"/>
              </a:solidFill>
              <a:prstDash val="solid"/>
              <a:headEnd type="triangle"/>
              <a:tailEnd type="triangle"/>
            </a:ln>
            <a:effectLst/>
          </p:spPr>
        </p:cxnSp>
        <p:cxnSp>
          <p:nvCxnSpPr>
            <p:cNvPr id="404" name="Straight Arrow Connector 403">
              <a:extLst>
                <a:ext uri="{FF2B5EF4-FFF2-40B4-BE49-F238E27FC236}">
                  <a16:creationId xmlns:a16="http://schemas.microsoft.com/office/drawing/2014/main" id="{FA99C173-8DEF-3940-BC9B-72CA3FA99281}"/>
                </a:ext>
              </a:extLst>
            </p:cNvPr>
            <p:cNvCxnSpPr/>
            <p:nvPr/>
          </p:nvCxnSpPr>
          <p:spPr>
            <a:xfrm>
              <a:off x="2751248" y="1201014"/>
              <a:ext cx="797092" cy="279373"/>
            </a:xfrm>
            <a:prstGeom prst="straightConnector1">
              <a:avLst/>
            </a:prstGeom>
            <a:noFill/>
            <a:ln w="25400" cap="flat" cmpd="sng" algn="ctr">
              <a:solidFill>
                <a:srgbClr val="CC0000"/>
              </a:solidFill>
              <a:prstDash val="solid"/>
              <a:headEnd type="triangle"/>
              <a:tailEnd type="triangle"/>
            </a:ln>
            <a:effectLst/>
          </p:spPr>
        </p:cxnSp>
        <p:cxnSp>
          <p:nvCxnSpPr>
            <p:cNvPr id="405" name="Straight Arrow Connector 404">
              <a:extLst>
                <a:ext uri="{FF2B5EF4-FFF2-40B4-BE49-F238E27FC236}">
                  <a16:creationId xmlns:a16="http://schemas.microsoft.com/office/drawing/2014/main" id="{57AAE988-13E3-6642-B8CC-252C9113ABCC}"/>
                </a:ext>
              </a:extLst>
            </p:cNvPr>
            <p:cNvCxnSpPr/>
            <p:nvPr/>
          </p:nvCxnSpPr>
          <p:spPr>
            <a:xfrm>
              <a:off x="4685228" y="894656"/>
              <a:ext cx="892362" cy="509538"/>
            </a:xfrm>
            <a:prstGeom prst="straightConnector1">
              <a:avLst/>
            </a:prstGeom>
            <a:noFill/>
            <a:ln w="25400" cap="flat" cmpd="sng" algn="ctr">
              <a:solidFill>
                <a:srgbClr val="CC0000"/>
              </a:solidFill>
              <a:prstDash val="solid"/>
              <a:headEnd type="triangle"/>
              <a:tailEnd type="triangle"/>
            </a:ln>
            <a:effectLst/>
          </p:spPr>
        </p:cxnSp>
        <p:cxnSp>
          <p:nvCxnSpPr>
            <p:cNvPr id="406" name="Straight Arrow Connector 405">
              <a:extLst>
                <a:ext uri="{FF2B5EF4-FFF2-40B4-BE49-F238E27FC236}">
                  <a16:creationId xmlns:a16="http://schemas.microsoft.com/office/drawing/2014/main" id="{286126FC-663F-E140-85FF-EA643857EAAB}"/>
                </a:ext>
              </a:extLst>
            </p:cNvPr>
            <p:cNvCxnSpPr/>
            <p:nvPr/>
          </p:nvCxnSpPr>
          <p:spPr>
            <a:xfrm>
              <a:off x="4801139" y="801003"/>
              <a:ext cx="1695805" cy="130162"/>
            </a:xfrm>
            <a:prstGeom prst="straightConnector1">
              <a:avLst/>
            </a:prstGeom>
            <a:noFill/>
            <a:ln w="25400" cap="flat" cmpd="sng" algn="ctr">
              <a:solidFill>
                <a:srgbClr val="CC0000"/>
              </a:solidFill>
              <a:prstDash val="solid"/>
              <a:headEnd type="triangle"/>
              <a:tailEnd type="triangle"/>
            </a:ln>
            <a:effectLst/>
          </p:spPr>
        </p:cxnSp>
        <p:sp>
          <p:nvSpPr>
            <p:cNvPr id="407" name="Oval 406">
              <a:extLst>
                <a:ext uri="{FF2B5EF4-FFF2-40B4-BE49-F238E27FC236}">
                  <a16:creationId xmlns:a16="http://schemas.microsoft.com/office/drawing/2014/main" id="{4DA7DE45-D335-D548-B5FE-488518B7B2B7}"/>
                </a:ext>
              </a:extLst>
            </p:cNvPr>
            <p:cNvSpPr/>
            <p:nvPr/>
          </p:nvSpPr>
          <p:spPr>
            <a:xfrm>
              <a:off x="6558870" y="894656"/>
              <a:ext cx="420775"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08" name="Oval 407">
              <a:extLst>
                <a:ext uri="{FF2B5EF4-FFF2-40B4-BE49-F238E27FC236}">
                  <a16:creationId xmlns:a16="http://schemas.microsoft.com/office/drawing/2014/main" id="{E0F6C35C-914C-3B41-9CC4-D8179FFB699E}"/>
                </a:ext>
              </a:extLst>
            </p:cNvPr>
            <p:cNvSpPr/>
            <p:nvPr/>
          </p:nvSpPr>
          <p:spPr>
            <a:xfrm>
              <a:off x="5572826" y="1404194"/>
              <a:ext cx="420776" cy="182544"/>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09" name="Oval 408">
              <a:extLst>
                <a:ext uri="{FF2B5EF4-FFF2-40B4-BE49-F238E27FC236}">
                  <a16:creationId xmlns:a16="http://schemas.microsoft.com/office/drawing/2014/main" id="{F2328B0F-766B-A544-ACA3-A1877D849A35}"/>
                </a:ext>
              </a:extLst>
            </p:cNvPr>
            <p:cNvSpPr/>
            <p:nvPr/>
          </p:nvSpPr>
          <p:spPr>
            <a:xfrm>
              <a:off x="4367661" y="707349"/>
              <a:ext cx="420775" cy="182545"/>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10" name="Oval 409">
              <a:extLst>
                <a:ext uri="{FF2B5EF4-FFF2-40B4-BE49-F238E27FC236}">
                  <a16:creationId xmlns:a16="http://schemas.microsoft.com/office/drawing/2014/main" id="{4E049E95-C6A9-FE4D-937B-C134ECB1D9AB}"/>
                </a:ext>
              </a:extLst>
            </p:cNvPr>
            <p:cNvSpPr/>
            <p:nvPr/>
          </p:nvSpPr>
          <p:spPr>
            <a:xfrm>
              <a:off x="3572157" y="1402606"/>
              <a:ext cx="420776"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11" name="Straight Arrow Connector 410">
              <a:extLst>
                <a:ext uri="{FF2B5EF4-FFF2-40B4-BE49-F238E27FC236}">
                  <a16:creationId xmlns:a16="http://schemas.microsoft.com/office/drawing/2014/main" id="{C5FBB1F6-0839-A343-AE4E-8487D7B4403B}"/>
                </a:ext>
              </a:extLst>
            </p:cNvPr>
            <p:cNvCxnSpPr/>
            <p:nvPr/>
          </p:nvCxnSpPr>
          <p:spPr>
            <a:xfrm>
              <a:off x="2821113" y="1105773"/>
              <a:ext cx="2739010" cy="339692"/>
            </a:xfrm>
            <a:prstGeom prst="straightConnector1">
              <a:avLst/>
            </a:prstGeom>
            <a:noFill/>
            <a:ln w="25400" cap="flat" cmpd="sng" algn="ctr">
              <a:solidFill>
                <a:srgbClr val="CC0000"/>
              </a:solidFill>
              <a:prstDash val="solid"/>
              <a:headEnd type="triangle"/>
              <a:tailEnd type="triangle"/>
            </a:ln>
            <a:effectLst/>
          </p:spPr>
        </p:cxnSp>
        <p:cxnSp>
          <p:nvCxnSpPr>
            <p:cNvPr id="412" name="Straight Arrow Connector 411">
              <a:extLst>
                <a:ext uri="{FF2B5EF4-FFF2-40B4-BE49-F238E27FC236}">
                  <a16:creationId xmlns:a16="http://schemas.microsoft.com/office/drawing/2014/main" id="{01507C1D-D7CC-314D-9BC2-599E67963164}"/>
                </a:ext>
              </a:extLst>
            </p:cNvPr>
            <p:cNvCxnSpPr>
              <a:endCxn id="407" idx="2"/>
            </p:cNvCxnSpPr>
            <p:nvPr/>
          </p:nvCxnSpPr>
          <p:spPr>
            <a:xfrm flipV="1">
              <a:off x="3997696" y="985135"/>
              <a:ext cx="2561174" cy="469854"/>
            </a:xfrm>
            <a:prstGeom prst="straightConnector1">
              <a:avLst/>
            </a:prstGeom>
            <a:noFill/>
            <a:ln w="25400" cap="flat" cmpd="sng" algn="ctr">
              <a:solidFill>
                <a:srgbClr val="CC0000"/>
              </a:solidFill>
              <a:prstDash val="solid"/>
              <a:headEnd type="triangle"/>
              <a:tailEnd type="triangle"/>
            </a:ln>
            <a:effectLst/>
          </p:spPr>
        </p:cxnSp>
        <p:cxnSp>
          <p:nvCxnSpPr>
            <p:cNvPr id="413" name="Straight Arrow Connector 412">
              <a:extLst>
                <a:ext uri="{FF2B5EF4-FFF2-40B4-BE49-F238E27FC236}">
                  <a16:creationId xmlns:a16="http://schemas.microsoft.com/office/drawing/2014/main" id="{0D0AA51C-C88C-DA40-BB5F-C90D75401B35}"/>
                </a:ext>
              </a:extLst>
            </p:cNvPr>
            <p:cNvCxnSpPr/>
            <p:nvPr/>
          </p:nvCxnSpPr>
          <p:spPr>
            <a:xfrm flipV="1">
              <a:off x="3991345" y="1508959"/>
              <a:ext cx="1581481" cy="0"/>
            </a:xfrm>
            <a:prstGeom prst="straightConnector1">
              <a:avLst/>
            </a:prstGeom>
            <a:noFill/>
            <a:ln w="25400" cap="flat" cmpd="sng" algn="ctr">
              <a:solidFill>
                <a:srgbClr val="CC0000"/>
              </a:solidFill>
              <a:prstDash val="solid"/>
              <a:headEnd type="triangle"/>
              <a:tailEnd type="triangle"/>
            </a:ln>
            <a:effectLst/>
          </p:spPr>
        </p:cxnSp>
        <p:cxnSp>
          <p:nvCxnSpPr>
            <p:cNvPr id="414" name="Straight Arrow Connector 413">
              <a:extLst>
                <a:ext uri="{FF2B5EF4-FFF2-40B4-BE49-F238E27FC236}">
                  <a16:creationId xmlns:a16="http://schemas.microsoft.com/office/drawing/2014/main" id="{B8B513D7-9162-0648-BC71-8BEBCC27917A}"/>
                </a:ext>
              </a:extLst>
            </p:cNvPr>
            <p:cNvCxnSpPr/>
            <p:nvPr/>
          </p:nvCxnSpPr>
          <p:spPr>
            <a:xfrm flipV="1">
              <a:off x="5996777" y="1083550"/>
              <a:ext cx="751044" cy="396836"/>
            </a:xfrm>
            <a:prstGeom prst="straightConnector1">
              <a:avLst/>
            </a:prstGeom>
            <a:noFill/>
            <a:ln w="25400" cap="flat" cmpd="sng" algn="ctr">
              <a:solidFill>
                <a:srgbClr val="CC0000"/>
              </a:solidFill>
              <a:prstDash val="solid"/>
              <a:headEnd type="triangle"/>
              <a:tailEnd type="triangle"/>
            </a:ln>
            <a:effectLst/>
          </p:spPr>
        </p:cxnSp>
      </p:grpSp>
      <p:grpSp>
        <p:nvGrpSpPr>
          <p:cNvPr id="415" name="Group 414">
            <a:extLst>
              <a:ext uri="{FF2B5EF4-FFF2-40B4-BE49-F238E27FC236}">
                <a16:creationId xmlns:a16="http://schemas.microsoft.com/office/drawing/2014/main" id="{C4AAA334-C4B2-DD48-A566-2EA2C1AA11DF}"/>
              </a:ext>
            </a:extLst>
          </p:cNvPr>
          <p:cNvGrpSpPr>
            <a:grpSpLocks/>
          </p:cNvGrpSpPr>
          <p:nvPr/>
        </p:nvGrpSpPr>
        <p:grpSpPr bwMode="auto">
          <a:xfrm>
            <a:off x="3147598" y="3114745"/>
            <a:ext cx="6375400" cy="1047750"/>
            <a:chOff x="1557338" y="3074988"/>
            <a:chExt cx="6375400" cy="1047750"/>
          </a:xfrm>
        </p:grpSpPr>
        <p:sp>
          <p:nvSpPr>
            <p:cNvPr id="416" name="TextBox 232">
              <a:extLst>
                <a:ext uri="{FF2B5EF4-FFF2-40B4-BE49-F238E27FC236}">
                  <a16:creationId xmlns:a16="http://schemas.microsoft.com/office/drawing/2014/main" id="{97D7EB84-BAC0-D448-A55F-A56C30BB6A4D}"/>
                </a:ext>
              </a:extLst>
            </p:cNvPr>
            <p:cNvSpPr txBox="1">
              <a:spLocks noChangeArrowheads="1"/>
            </p:cNvSpPr>
            <p:nvPr/>
          </p:nvSpPr>
          <p:spPr bwMode="auto">
            <a:xfrm>
              <a:off x="7292975" y="3651250"/>
              <a:ext cx="595313"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417" name="TextBox 233">
              <a:extLst>
                <a:ext uri="{FF2B5EF4-FFF2-40B4-BE49-F238E27FC236}">
                  <a16:creationId xmlns:a16="http://schemas.microsoft.com/office/drawing/2014/main" id="{24A4F1C7-4BF4-EB42-A291-47BAC2502CDB}"/>
                </a:ext>
              </a:extLst>
            </p:cNvPr>
            <p:cNvSpPr txBox="1">
              <a:spLocks noChangeArrowheads="1"/>
            </p:cNvSpPr>
            <p:nvPr/>
          </p:nvSpPr>
          <p:spPr bwMode="auto">
            <a:xfrm>
              <a:off x="7224713" y="3074988"/>
              <a:ext cx="70802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418" name="Straight Connector 417">
              <a:extLst>
                <a:ext uri="{FF2B5EF4-FFF2-40B4-BE49-F238E27FC236}">
                  <a16:creationId xmlns:a16="http://schemas.microsoft.com/office/drawing/2014/main" id="{61FEE5A3-FA87-164D-B072-015586DE3B9B}"/>
                </a:ext>
              </a:extLst>
            </p:cNvPr>
            <p:cNvCxnSpPr/>
            <p:nvPr/>
          </p:nvCxnSpPr>
          <p:spPr>
            <a:xfrm>
              <a:off x="1557338" y="3613150"/>
              <a:ext cx="6207125" cy="0"/>
            </a:xfrm>
            <a:prstGeom prst="line">
              <a:avLst/>
            </a:prstGeom>
            <a:noFill/>
            <a:ln w="25400" cap="flat" cmpd="sng" algn="ctr">
              <a:solidFill>
                <a:srgbClr val="000000"/>
              </a:solidFill>
              <a:prstDash val="dash"/>
            </a:ln>
            <a:effectLst/>
          </p:spPr>
        </p:cxnSp>
      </p:grpSp>
      <p:grpSp>
        <p:nvGrpSpPr>
          <p:cNvPr id="419" name="Group 418">
            <a:extLst>
              <a:ext uri="{FF2B5EF4-FFF2-40B4-BE49-F238E27FC236}">
                <a16:creationId xmlns:a16="http://schemas.microsoft.com/office/drawing/2014/main" id="{DB2133B7-0204-944D-9F85-D90FA61B1AAF}"/>
              </a:ext>
            </a:extLst>
          </p:cNvPr>
          <p:cNvGrpSpPr>
            <a:grpSpLocks/>
          </p:cNvGrpSpPr>
          <p:nvPr/>
        </p:nvGrpSpPr>
        <p:grpSpPr bwMode="auto">
          <a:xfrm>
            <a:off x="3419060" y="3741807"/>
            <a:ext cx="5126038" cy="1120775"/>
            <a:chOff x="-4746102" y="4471477"/>
            <a:chExt cx="5126173" cy="1120753"/>
          </a:xfrm>
        </p:grpSpPr>
        <p:pic>
          <p:nvPicPr>
            <p:cNvPr id="420" name="Picture 10" descr="fig42_table.pdf">
              <a:extLst>
                <a:ext uri="{FF2B5EF4-FFF2-40B4-BE49-F238E27FC236}">
                  <a16:creationId xmlns:a16="http://schemas.microsoft.com/office/drawing/2014/main" id="{B9B148BF-D420-D548-A8E4-2E44EE43547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a:solidFill>
                    <a:srgbClr val="FFFFFF"/>
                  </a:solidFill>
                </a14:hiddenFill>
              </a:ext>
            </a:extLst>
          </p:spPr>
        </p:pic>
        <p:grpSp>
          <p:nvGrpSpPr>
            <p:cNvPr id="421" name="Group 25">
              <a:extLst>
                <a:ext uri="{FF2B5EF4-FFF2-40B4-BE49-F238E27FC236}">
                  <a16:creationId xmlns:a16="http://schemas.microsoft.com/office/drawing/2014/main" id="{6DCB3611-5B47-554A-AF9F-B20E8866BE38}"/>
                </a:ext>
              </a:extLst>
            </p:cNvPr>
            <p:cNvGrpSpPr>
              <a:grpSpLocks/>
            </p:cNvGrpSpPr>
            <p:nvPr/>
          </p:nvGrpSpPr>
          <p:grpSpPr bwMode="auto">
            <a:xfrm>
              <a:off x="-3025264" y="5228984"/>
              <a:ext cx="3405335" cy="363246"/>
              <a:chOff x="-3025264" y="5228984"/>
              <a:chExt cx="3405335" cy="363246"/>
            </a:xfrm>
          </p:grpSpPr>
          <p:grpSp>
            <p:nvGrpSpPr>
              <p:cNvPr id="422" name="Group 241">
                <a:extLst>
                  <a:ext uri="{FF2B5EF4-FFF2-40B4-BE49-F238E27FC236}">
                    <a16:creationId xmlns:a16="http://schemas.microsoft.com/office/drawing/2014/main" id="{18B65E09-A0C2-A34F-9844-081D03E2EEEF}"/>
                  </a:ext>
                </a:extLst>
              </p:cNvPr>
              <p:cNvGrpSpPr>
                <a:grpSpLocks/>
              </p:cNvGrpSpPr>
              <p:nvPr/>
            </p:nvGrpSpPr>
            <p:grpSpPr bwMode="auto">
              <a:xfrm>
                <a:off x="-3025264" y="5262858"/>
                <a:ext cx="430360" cy="329372"/>
                <a:chOff x="2931664" y="3912603"/>
                <a:chExt cx="430450" cy="329314"/>
              </a:xfrm>
            </p:grpSpPr>
            <p:sp>
              <p:nvSpPr>
                <p:cNvPr id="438" name="Rectangle 437">
                  <a:extLst>
                    <a:ext uri="{FF2B5EF4-FFF2-40B4-BE49-F238E27FC236}">
                      <a16:creationId xmlns:a16="http://schemas.microsoft.com/office/drawing/2014/main" id="{510D7726-2281-144B-B722-F9A0F8992620}"/>
                    </a:ext>
                  </a:extLst>
                </p:cNvPr>
                <p:cNvSpPr/>
                <p:nvPr/>
              </p:nvSpPr>
              <p:spPr>
                <a:xfrm>
                  <a:off x="2936485" y="3908607"/>
                  <a:ext cx="425550" cy="333310"/>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39" name="Straight Connector 438">
                  <a:extLst>
                    <a:ext uri="{FF2B5EF4-FFF2-40B4-BE49-F238E27FC236}">
                      <a16:creationId xmlns:a16="http://schemas.microsoft.com/office/drawing/2014/main" id="{B663A8A6-A483-9C45-9694-3F60B5B96577}"/>
                    </a:ext>
                  </a:extLst>
                </p:cNvPr>
                <p:cNvCxnSpPr/>
                <p:nvPr/>
              </p:nvCxnSpPr>
              <p:spPr>
                <a:xfrm>
                  <a:off x="2931721" y="4003838"/>
                  <a:ext cx="425550" cy="0"/>
                </a:xfrm>
                <a:prstGeom prst="line">
                  <a:avLst/>
                </a:prstGeom>
                <a:noFill/>
                <a:ln w="3175" cap="flat" cmpd="sng" algn="ctr">
                  <a:solidFill>
                    <a:srgbClr val="000000"/>
                  </a:solidFill>
                  <a:prstDash val="solid"/>
                </a:ln>
                <a:effectLst/>
              </p:spPr>
            </p:cxnSp>
            <p:cxnSp>
              <p:nvCxnSpPr>
                <p:cNvPr id="440" name="Straight Connector 439">
                  <a:extLst>
                    <a:ext uri="{FF2B5EF4-FFF2-40B4-BE49-F238E27FC236}">
                      <a16:creationId xmlns:a16="http://schemas.microsoft.com/office/drawing/2014/main" id="{50FC0E77-85DF-A44F-A7EA-DB2E7EDC7F79}"/>
                    </a:ext>
                  </a:extLst>
                </p:cNvPr>
                <p:cNvCxnSpPr/>
                <p:nvPr/>
              </p:nvCxnSpPr>
              <p:spPr>
                <a:xfrm>
                  <a:off x="2931721" y="4067326"/>
                  <a:ext cx="425550" cy="0"/>
                </a:xfrm>
                <a:prstGeom prst="line">
                  <a:avLst/>
                </a:prstGeom>
                <a:noFill/>
                <a:ln w="3175" cap="flat" cmpd="sng" algn="ctr">
                  <a:solidFill>
                    <a:srgbClr val="000000"/>
                  </a:solidFill>
                  <a:prstDash val="solid"/>
                </a:ln>
                <a:effectLst/>
              </p:spPr>
            </p:cxnSp>
            <p:cxnSp>
              <p:nvCxnSpPr>
                <p:cNvPr id="441" name="Straight Connector 440">
                  <a:extLst>
                    <a:ext uri="{FF2B5EF4-FFF2-40B4-BE49-F238E27FC236}">
                      <a16:creationId xmlns:a16="http://schemas.microsoft.com/office/drawing/2014/main" id="{6DCCCE94-F2A7-3D41-B0D1-67C30138A31B}"/>
                    </a:ext>
                  </a:extLst>
                </p:cNvPr>
                <p:cNvCxnSpPr>
                  <a:stCxn id="438" idx="2"/>
                </p:cNvCxnSpPr>
                <p:nvPr/>
              </p:nvCxnSpPr>
              <p:spPr>
                <a:xfrm flipH="1" flipV="1">
                  <a:off x="3147672" y="4003838"/>
                  <a:ext cx="1588" cy="238079"/>
                </a:xfrm>
                <a:prstGeom prst="line">
                  <a:avLst/>
                </a:prstGeom>
                <a:noFill/>
                <a:ln w="3175" cap="flat" cmpd="sng" algn="ctr">
                  <a:solidFill>
                    <a:srgbClr val="000000"/>
                  </a:solidFill>
                  <a:prstDash val="solid"/>
                </a:ln>
                <a:effectLst/>
              </p:spPr>
            </p:cxnSp>
          </p:grpSp>
          <p:grpSp>
            <p:nvGrpSpPr>
              <p:cNvPr id="423" name="Group 444">
                <a:extLst>
                  <a:ext uri="{FF2B5EF4-FFF2-40B4-BE49-F238E27FC236}">
                    <a16:creationId xmlns:a16="http://schemas.microsoft.com/office/drawing/2014/main" id="{80000B7B-1868-0545-96E2-2F3AE96E33EA}"/>
                  </a:ext>
                </a:extLst>
              </p:cNvPr>
              <p:cNvGrpSpPr>
                <a:grpSpLocks/>
              </p:cNvGrpSpPr>
              <p:nvPr/>
            </p:nvGrpSpPr>
            <p:grpSpPr bwMode="auto">
              <a:xfrm>
                <a:off x="-2217227" y="5261364"/>
                <a:ext cx="430361" cy="329307"/>
                <a:chOff x="2931664" y="3912603"/>
                <a:chExt cx="430450" cy="329314"/>
              </a:xfrm>
            </p:grpSpPr>
            <p:sp>
              <p:nvSpPr>
                <p:cNvPr id="434" name="Rectangle 433">
                  <a:extLst>
                    <a:ext uri="{FF2B5EF4-FFF2-40B4-BE49-F238E27FC236}">
                      <a16:creationId xmlns:a16="http://schemas.microsoft.com/office/drawing/2014/main" id="{152E459E-7CA1-E445-B3BA-7DCA2E4A2C56}"/>
                    </a:ext>
                  </a:extLst>
                </p:cNvPr>
                <p:cNvSpPr/>
                <p:nvPr/>
              </p:nvSpPr>
              <p:spPr>
                <a:xfrm>
                  <a:off x="2936506" y="3908513"/>
                  <a:ext cx="425549"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35" name="Straight Connector 434">
                  <a:extLst>
                    <a:ext uri="{FF2B5EF4-FFF2-40B4-BE49-F238E27FC236}">
                      <a16:creationId xmlns:a16="http://schemas.microsoft.com/office/drawing/2014/main" id="{89A2E2E8-DA8D-6D49-B2DC-12FC2FC6D3C4}"/>
                    </a:ext>
                  </a:extLst>
                </p:cNvPr>
                <p:cNvCxnSpPr/>
                <p:nvPr/>
              </p:nvCxnSpPr>
              <p:spPr>
                <a:xfrm>
                  <a:off x="2931743" y="4003763"/>
                  <a:ext cx="425549" cy="0"/>
                </a:xfrm>
                <a:prstGeom prst="line">
                  <a:avLst/>
                </a:prstGeom>
                <a:noFill/>
                <a:ln w="3175" cap="flat" cmpd="sng" algn="ctr">
                  <a:solidFill>
                    <a:srgbClr val="000000"/>
                  </a:solidFill>
                  <a:prstDash val="solid"/>
                </a:ln>
                <a:effectLst/>
              </p:spPr>
            </p:cxnSp>
            <p:cxnSp>
              <p:nvCxnSpPr>
                <p:cNvPr id="436" name="Straight Connector 435">
                  <a:extLst>
                    <a:ext uri="{FF2B5EF4-FFF2-40B4-BE49-F238E27FC236}">
                      <a16:creationId xmlns:a16="http://schemas.microsoft.com/office/drawing/2014/main" id="{D4FBE92F-02C8-4244-A63E-618F5A912844}"/>
                    </a:ext>
                  </a:extLst>
                </p:cNvPr>
                <p:cNvCxnSpPr/>
                <p:nvPr/>
              </p:nvCxnSpPr>
              <p:spPr>
                <a:xfrm>
                  <a:off x="2931743" y="4067263"/>
                  <a:ext cx="425549" cy="0"/>
                </a:xfrm>
                <a:prstGeom prst="line">
                  <a:avLst/>
                </a:prstGeom>
                <a:noFill/>
                <a:ln w="3175" cap="flat" cmpd="sng" algn="ctr">
                  <a:solidFill>
                    <a:srgbClr val="000000"/>
                  </a:solidFill>
                  <a:prstDash val="solid"/>
                </a:ln>
                <a:effectLst/>
              </p:spPr>
            </p:cxnSp>
            <p:cxnSp>
              <p:nvCxnSpPr>
                <p:cNvPr id="437" name="Straight Connector 436">
                  <a:extLst>
                    <a:ext uri="{FF2B5EF4-FFF2-40B4-BE49-F238E27FC236}">
                      <a16:creationId xmlns:a16="http://schemas.microsoft.com/office/drawing/2014/main" id="{760EDE61-1AAF-D848-91CB-39C5F318690E}"/>
                    </a:ext>
                  </a:extLst>
                </p:cNvPr>
                <p:cNvCxnSpPr>
                  <a:stCxn id="434" idx="2"/>
                </p:cNvCxnSpPr>
                <p:nvPr/>
              </p:nvCxnSpPr>
              <p:spPr>
                <a:xfrm flipH="1" flipV="1">
                  <a:off x="3147693" y="4003763"/>
                  <a:ext cx="1587" cy="238126"/>
                </a:xfrm>
                <a:prstGeom prst="line">
                  <a:avLst/>
                </a:prstGeom>
                <a:noFill/>
                <a:ln w="3175" cap="flat" cmpd="sng" algn="ctr">
                  <a:solidFill>
                    <a:srgbClr val="000000"/>
                  </a:solidFill>
                  <a:prstDash val="solid"/>
                </a:ln>
                <a:effectLst/>
              </p:spPr>
            </p:cxnSp>
          </p:grpSp>
          <p:grpSp>
            <p:nvGrpSpPr>
              <p:cNvPr id="424" name="Group 473">
                <a:extLst>
                  <a:ext uri="{FF2B5EF4-FFF2-40B4-BE49-F238E27FC236}">
                    <a16:creationId xmlns:a16="http://schemas.microsoft.com/office/drawing/2014/main" id="{80D1C087-9836-C245-B670-1284428A4A6A}"/>
                  </a:ext>
                </a:extLst>
              </p:cNvPr>
              <p:cNvGrpSpPr>
                <a:grpSpLocks/>
              </p:cNvGrpSpPr>
              <p:nvPr/>
            </p:nvGrpSpPr>
            <p:grpSpPr bwMode="auto">
              <a:xfrm>
                <a:off x="-1034539" y="5261364"/>
                <a:ext cx="430360" cy="329307"/>
                <a:chOff x="2931664" y="3912603"/>
                <a:chExt cx="430450" cy="329314"/>
              </a:xfrm>
            </p:grpSpPr>
            <p:sp>
              <p:nvSpPr>
                <p:cNvPr id="430" name="Rectangle 429">
                  <a:extLst>
                    <a:ext uri="{FF2B5EF4-FFF2-40B4-BE49-F238E27FC236}">
                      <a16:creationId xmlns:a16="http://schemas.microsoft.com/office/drawing/2014/main" id="{C9A7D412-65DC-9649-A008-5ED26335CCA7}"/>
                    </a:ext>
                  </a:extLst>
                </p:cNvPr>
                <p:cNvSpPr/>
                <p:nvPr/>
              </p:nvSpPr>
              <p:spPr>
                <a:xfrm>
                  <a:off x="2936538" y="3908513"/>
                  <a:ext cx="425550"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31" name="Straight Connector 430">
                  <a:extLst>
                    <a:ext uri="{FF2B5EF4-FFF2-40B4-BE49-F238E27FC236}">
                      <a16:creationId xmlns:a16="http://schemas.microsoft.com/office/drawing/2014/main" id="{2F282FB7-7000-B945-8F5A-E39A5A12E34F}"/>
                    </a:ext>
                  </a:extLst>
                </p:cNvPr>
                <p:cNvCxnSpPr/>
                <p:nvPr/>
              </p:nvCxnSpPr>
              <p:spPr>
                <a:xfrm>
                  <a:off x="2931774" y="4003763"/>
                  <a:ext cx="425550" cy="0"/>
                </a:xfrm>
                <a:prstGeom prst="line">
                  <a:avLst/>
                </a:prstGeom>
                <a:noFill/>
                <a:ln w="3175" cap="flat" cmpd="sng" algn="ctr">
                  <a:solidFill>
                    <a:srgbClr val="000000"/>
                  </a:solidFill>
                  <a:prstDash val="solid"/>
                </a:ln>
                <a:effectLst/>
              </p:spPr>
            </p:cxnSp>
            <p:cxnSp>
              <p:nvCxnSpPr>
                <p:cNvPr id="432" name="Straight Connector 431">
                  <a:extLst>
                    <a:ext uri="{FF2B5EF4-FFF2-40B4-BE49-F238E27FC236}">
                      <a16:creationId xmlns:a16="http://schemas.microsoft.com/office/drawing/2014/main" id="{6613E38A-F502-9F4F-9071-21665BB1F3DD}"/>
                    </a:ext>
                  </a:extLst>
                </p:cNvPr>
                <p:cNvCxnSpPr/>
                <p:nvPr/>
              </p:nvCxnSpPr>
              <p:spPr>
                <a:xfrm>
                  <a:off x="2931774" y="4067263"/>
                  <a:ext cx="425550" cy="0"/>
                </a:xfrm>
                <a:prstGeom prst="line">
                  <a:avLst/>
                </a:prstGeom>
                <a:noFill/>
                <a:ln w="3175" cap="flat" cmpd="sng" algn="ctr">
                  <a:solidFill>
                    <a:srgbClr val="000000"/>
                  </a:solidFill>
                  <a:prstDash val="solid"/>
                </a:ln>
                <a:effectLst/>
              </p:spPr>
            </p:cxnSp>
            <p:cxnSp>
              <p:nvCxnSpPr>
                <p:cNvPr id="433" name="Straight Connector 432">
                  <a:extLst>
                    <a:ext uri="{FF2B5EF4-FFF2-40B4-BE49-F238E27FC236}">
                      <a16:creationId xmlns:a16="http://schemas.microsoft.com/office/drawing/2014/main" id="{29B42128-C51A-6040-824E-C554F8EE3D12}"/>
                    </a:ext>
                  </a:extLst>
                </p:cNvPr>
                <p:cNvCxnSpPr>
                  <a:stCxn id="430" idx="2"/>
                </p:cNvCxnSpPr>
                <p:nvPr/>
              </p:nvCxnSpPr>
              <p:spPr>
                <a:xfrm flipH="1" flipV="1">
                  <a:off x="3147725" y="4003763"/>
                  <a:ext cx="1588" cy="238126"/>
                </a:xfrm>
                <a:prstGeom prst="line">
                  <a:avLst/>
                </a:prstGeom>
                <a:noFill/>
                <a:ln w="3175" cap="flat" cmpd="sng" algn="ctr">
                  <a:solidFill>
                    <a:srgbClr val="000000"/>
                  </a:solidFill>
                  <a:prstDash val="solid"/>
                </a:ln>
                <a:effectLst/>
              </p:spPr>
            </p:cxnSp>
          </p:grpSp>
          <p:grpSp>
            <p:nvGrpSpPr>
              <p:cNvPr id="425" name="Group 502">
                <a:extLst>
                  <a:ext uri="{FF2B5EF4-FFF2-40B4-BE49-F238E27FC236}">
                    <a16:creationId xmlns:a16="http://schemas.microsoft.com/office/drawing/2014/main" id="{C30D5DDC-A13E-034A-A1BA-1E146390EA7D}"/>
                  </a:ext>
                </a:extLst>
              </p:cNvPr>
              <p:cNvGrpSpPr>
                <a:grpSpLocks/>
              </p:cNvGrpSpPr>
              <p:nvPr/>
            </p:nvGrpSpPr>
            <p:grpSpPr bwMode="auto">
              <a:xfrm>
                <a:off x="-50289" y="5228984"/>
                <a:ext cx="430360" cy="350559"/>
                <a:chOff x="2931664" y="3912603"/>
                <a:chExt cx="430450" cy="329314"/>
              </a:xfrm>
            </p:grpSpPr>
            <p:sp>
              <p:nvSpPr>
                <p:cNvPr id="426" name="Rectangle 425">
                  <a:extLst>
                    <a:ext uri="{FF2B5EF4-FFF2-40B4-BE49-F238E27FC236}">
                      <a16:creationId xmlns:a16="http://schemas.microsoft.com/office/drawing/2014/main" id="{63A91007-6182-8647-9879-8292A71EAFEF}"/>
                    </a:ext>
                  </a:extLst>
                </p:cNvPr>
                <p:cNvSpPr/>
                <p:nvPr/>
              </p:nvSpPr>
              <p:spPr>
                <a:xfrm>
                  <a:off x="2936564" y="3912336"/>
                  <a:ext cx="425550" cy="32956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27" name="Straight Connector 426">
                  <a:extLst>
                    <a:ext uri="{FF2B5EF4-FFF2-40B4-BE49-F238E27FC236}">
                      <a16:creationId xmlns:a16="http://schemas.microsoft.com/office/drawing/2014/main" id="{0674F85B-15F4-F446-AD9E-DD534F9C342D}"/>
                    </a:ext>
                  </a:extLst>
                </p:cNvPr>
                <p:cNvCxnSpPr/>
                <p:nvPr/>
              </p:nvCxnSpPr>
              <p:spPr>
                <a:xfrm>
                  <a:off x="2931800" y="4003303"/>
                  <a:ext cx="425550" cy="0"/>
                </a:xfrm>
                <a:prstGeom prst="line">
                  <a:avLst/>
                </a:prstGeom>
                <a:noFill/>
                <a:ln w="3175" cap="flat" cmpd="sng" algn="ctr">
                  <a:solidFill>
                    <a:srgbClr val="000000"/>
                  </a:solidFill>
                  <a:prstDash val="solid"/>
                </a:ln>
                <a:effectLst/>
              </p:spPr>
            </p:cxnSp>
            <p:cxnSp>
              <p:nvCxnSpPr>
                <p:cNvPr id="428" name="Straight Connector 427">
                  <a:extLst>
                    <a:ext uri="{FF2B5EF4-FFF2-40B4-BE49-F238E27FC236}">
                      <a16:creationId xmlns:a16="http://schemas.microsoft.com/office/drawing/2014/main" id="{60409E77-E63A-824F-A704-D7AE94C9BA5F}"/>
                    </a:ext>
                  </a:extLst>
                </p:cNvPr>
                <p:cNvCxnSpPr/>
                <p:nvPr/>
              </p:nvCxnSpPr>
              <p:spPr>
                <a:xfrm>
                  <a:off x="2931800" y="4067428"/>
                  <a:ext cx="425550" cy="0"/>
                </a:xfrm>
                <a:prstGeom prst="line">
                  <a:avLst/>
                </a:prstGeom>
                <a:noFill/>
                <a:ln w="3175" cap="flat" cmpd="sng" algn="ctr">
                  <a:solidFill>
                    <a:srgbClr val="000000"/>
                  </a:solidFill>
                  <a:prstDash val="solid"/>
                </a:ln>
                <a:effectLst/>
              </p:spPr>
            </p:cxnSp>
            <p:cxnSp>
              <p:nvCxnSpPr>
                <p:cNvPr id="429" name="Straight Connector 428">
                  <a:extLst>
                    <a:ext uri="{FF2B5EF4-FFF2-40B4-BE49-F238E27FC236}">
                      <a16:creationId xmlns:a16="http://schemas.microsoft.com/office/drawing/2014/main" id="{76DF7BD3-201B-AE4F-909F-AB196C0CDB0D}"/>
                    </a:ext>
                  </a:extLst>
                </p:cNvPr>
                <p:cNvCxnSpPr>
                  <a:stCxn id="426" idx="2"/>
                </p:cNvCxnSpPr>
                <p:nvPr/>
              </p:nvCxnSpPr>
              <p:spPr>
                <a:xfrm flipH="1" flipV="1">
                  <a:off x="3147751" y="4003303"/>
                  <a:ext cx="1588" cy="238602"/>
                </a:xfrm>
                <a:prstGeom prst="line">
                  <a:avLst/>
                </a:prstGeom>
                <a:noFill/>
                <a:ln w="3175" cap="flat" cmpd="sng" algn="ctr">
                  <a:solidFill>
                    <a:srgbClr val="000000"/>
                  </a:solidFill>
                  <a:prstDash val="solid"/>
                </a:ln>
                <a:effectLst/>
              </p:spPr>
            </p:cxnSp>
          </p:grpSp>
        </p:grpSp>
      </p:grpSp>
      <p:grpSp>
        <p:nvGrpSpPr>
          <p:cNvPr id="442" name="Group 441">
            <a:extLst>
              <a:ext uri="{FF2B5EF4-FFF2-40B4-BE49-F238E27FC236}">
                <a16:creationId xmlns:a16="http://schemas.microsoft.com/office/drawing/2014/main" id="{DC317182-2E9B-354F-9E6B-904AD53D9670}"/>
              </a:ext>
            </a:extLst>
          </p:cNvPr>
          <p:cNvGrpSpPr>
            <a:grpSpLocks/>
          </p:cNvGrpSpPr>
          <p:nvPr/>
        </p:nvGrpSpPr>
        <p:grpSpPr bwMode="auto">
          <a:xfrm>
            <a:off x="3873085" y="2922657"/>
            <a:ext cx="4437063" cy="1577975"/>
            <a:chOff x="-4267279" y="3655204"/>
            <a:chExt cx="4437063" cy="1578510"/>
          </a:xfrm>
        </p:grpSpPr>
        <p:cxnSp>
          <p:nvCxnSpPr>
            <p:cNvPr id="443" name="Straight Arrow Connector 442">
              <a:extLst>
                <a:ext uri="{FF2B5EF4-FFF2-40B4-BE49-F238E27FC236}">
                  <a16:creationId xmlns:a16="http://schemas.microsoft.com/office/drawing/2014/main" id="{AEBEBCEA-9DEC-FC46-95E5-83FE63BD526A}"/>
                </a:ext>
              </a:extLst>
            </p:cNvPr>
            <p:cNvCxnSpPr/>
            <p:nvPr/>
          </p:nvCxnSpPr>
          <p:spPr bwMode="auto">
            <a:xfrm>
              <a:off x="-4267279" y="4047450"/>
              <a:ext cx="0" cy="422418"/>
            </a:xfrm>
            <a:prstGeom prst="straightConnector1">
              <a:avLst/>
            </a:prstGeom>
            <a:noFill/>
            <a:ln w="12700" cap="flat" cmpd="sng" algn="ctr">
              <a:solidFill>
                <a:srgbClr val="CC0000"/>
              </a:solidFill>
              <a:prstDash val="solid"/>
              <a:tailEnd type="triangle"/>
            </a:ln>
            <a:effectLst/>
          </p:spPr>
        </p:cxnSp>
        <p:cxnSp>
          <p:nvCxnSpPr>
            <p:cNvPr id="444" name="Straight Arrow Connector 443">
              <a:extLst>
                <a:ext uri="{FF2B5EF4-FFF2-40B4-BE49-F238E27FC236}">
                  <a16:creationId xmlns:a16="http://schemas.microsoft.com/office/drawing/2014/main" id="{8ADE9CEC-EEA0-A54D-AC1A-85CC293083F6}"/>
                </a:ext>
              </a:extLst>
            </p:cNvPr>
            <p:cNvCxnSpPr>
              <a:cxnSpLocks noChangeShapeType="1"/>
            </p:cNvCxnSpPr>
            <p:nvPr/>
          </p:nvCxnSpPr>
          <p:spPr bwMode="auto">
            <a:xfrm flipH="1">
              <a:off x="-2808366" y="4361882"/>
              <a:ext cx="0" cy="87183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5" name="Straight Arrow Connector 444">
              <a:extLst>
                <a:ext uri="{FF2B5EF4-FFF2-40B4-BE49-F238E27FC236}">
                  <a16:creationId xmlns:a16="http://schemas.microsoft.com/office/drawing/2014/main" id="{6391DEC8-23F8-A847-ACF3-AD06E6E59A69}"/>
                </a:ext>
              </a:extLst>
            </p:cNvPr>
            <p:cNvCxnSpPr>
              <a:cxnSpLocks noChangeShapeType="1"/>
            </p:cNvCxnSpPr>
            <p:nvPr/>
          </p:nvCxnSpPr>
          <p:spPr bwMode="auto">
            <a:xfrm>
              <a:off x="-2006679" y="3655204"/>
              <a:ext cx="6350" cy="157692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6" name="Straight Arrow Connector 445">
              <a:extLst>
                <a:ext uri="{FF2B5EF4-FFF2-40B4-BE49-F238E27FC236}">
                  <a16:creationId xmlns:a16="http://schemas.microsoft.com/office/drawing/2014/main" id="{C40B4987-DD61-E544-9ED1-243F1836BF7B}"/>
                </a:ext>
              </a:extLst>
            </p:cNvPr>
            <p:cNvCxnSpPr>
              <a:cxnSpLocks noChangeShapeType="1"/>
            </p:cNvCxnSpPr>
            <p:nvPr/>
          </p:nvCxnSpPr>
          <p:spPr bwMode="auto">
            <a:xfrm>
              <a:off x="-823991" y="4326945"/>
              <a:ext cx="6350" cy="90518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7" name="Straight Arrow Connector 446">
              <a:extLst>
                <a:ext uri="{FF2B5EF4-FFF2-40B4-BE49-F238E27FC236}">
                  <a16:creationId xmlns:a16="http://schemas.microsoft.com/office/drawing/2014/main" id="{B6FD6F72-9B1A-9E49-BC03-FF4EB3F432F8}"/>
                </a:ext>
              </a:extLst>
            </p:cNvPr>
            <p:cNvCxnSpPr>
              <a:cxnSpLocks noChangeShapeType="1"/>
            </p:cNvCxnSpPr>
            <p:nvPr/>
          </p:nvCxnSpPr>
          <p:spPr bwMode="auto">
            <a:xfrm flipH="1">
              <a:off x="166609" y="3798127"/>
              <a:ext cx="3175" cy="139906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cxnSp>
        <p:nvCxnSpPr>
          <p:cNvPr id="448" name="Straight Connector 447">
            <a:extLst>
              <a:ext uri="{FF2B5EF4-FFF2-40B4-BE49-F238E27FC236}">
                <a16:creationId xmlns:a16="http://schemas.microsoft.com/office/drawing/2014/main" id="{EBF459C0-AF75-AC4B-82FD-7B57E1803EDC}"/>
              </a:ext>
            </a:extLst>
          </p:cNvPr>
          <p:cNvCxnSpPr/>
          <p:nvPr/>
        </p:nvCxnSpPr>
        <p:spPr>
          <a:xfrm flipH="1">
            <a:off x="2872960" y="5842070"/>
            <a:ext cx="1508125" cy="1587"/>
          </a:xfrm>
          <a:prstGeom prst="line">
            <a:avLst/>
          </a:prstGeom>
          <a:noFill/>
          <a:ln w="9525" cap="flat" cmpd="sng" algn="ctr">
            <a:solidFill>
              <a:srgbClr val="000000"/>
            </a:solidFill>
            <a:prstDash val="solid"/>
          </a:ln>
          <a:effectLst/>
        </p:spPr>
      </p:cxnSp>
      <p:sp>
        <p:nvSpPr>
          <p:cNvPr id="449" name="TextBox 265">
            <a:extLst>
              <a:ext uri="{FF2B5EF4-FFF2-40B4-BE49-F238E27FC236}">
                <a16:creationId xmlns:a16="http://schemas.microsoft.com/office/drawing/2014/main" id="{8D6CC213-50D8-D143-AB2E-8A70AD0BD3DA}"/>
              </a:ext>
            </a:extLst>
          </p:cNvPr>
          <p:cNvSpPr txBox="1">
            <a:spLocks noChangeArrowheads="1"/>
          </p:cNvSpPr>
          <p:nvPr/>
        </p:nvSpPr>
        <p:spPr bwMode="auto">
          <a:xfrm>
            <a:off x="4789073" y="5513457"/>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50" name="TextBox 281">
            <a:extLst>
              <a:ext uri="{FF2B5EF4-FFF2-40B4-BE49-F238E27FC236}">
                <a16:creationId xmlns:a16="http://schemas.microsoft.com/office/drawing/2014/main" id="{FD871173-63C8-004A-B893-95B0B94D0C38}"/>
              </a:ext>
            </a:extLst>
          </p:cNvPr>
          <p:cNvSpPr txBox="1">
            <a:spLocks noChangeArrowheads="1"/>
          </p:cNvSpPr>
          <p:nvPr/>
        </p:nvSpPr>
        <p:spPr bwMode="auto">
          <a:xfrm>
            <a:off x="4963698" y="5800795"/>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451" name="Group 5">
            <a:extLst>
              <a:ext uri="{FF2B5EF4-FFF2-40B4-BE49-F238E27FC236}">
                <a16:creationId xmlns:a16="http://schemas.microsoft.com/office/drawing/2014/main" id="{57C14B28-467E-9240-8CC3-03FBD986B649}"/>
              </a:ext>
            </a:extLst>
          </p:cNvPr>
          <p:cNvGrpSpPr>
            <a:grpSpLocks/>
          </p:cNvGrpSpPr>
          <p:nvPr/>
        </p:nvGrpSpPr>
        <p:grpSpPr bwMode="auto">
          <a:xfrm>
            <a:off x="2528473" y="5276920"/>
            <a:ext cx="1616075" cy="487362"/>
            <a:chOff x="-4079003" y="2717403"/>
            <a:chExt cx="1616718" cy="488475"/>
          </a:xfrm>
        </p:grpSpPr>
        <p:sp>
          <p:nvSpPr>
            <p:cNvPr id="453" name="Rectangle 98">
              <a:extLst>
                <a:ext uri="{FF2B5EF4-FFF2-40B4-BE49-F238E27FC236}">
                  <a16:creationId xmlns:a16="http://schemas.microsoft.com/office/drawing/2014/main" id="{693A8054-41EF-F147-A07F-2F6F499255AB}"/>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Line 99">
              <a:extLst>
                <a:ext uri="{FF2B5EF4-FFF2-40B4-BE49-F238E27FC236}">
                  <a16:creationId xmlns:a16="http://schemas.microsoft.com/office/drawing/2014/main" id="{F72989E1-2AE2-724E-BB5A-C3EDBBB6AF66}"/>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Rectangle 104">
              <a:extLst>
                <a:ext uri="{FF2B5EF4-FFF2-40B4-BE49-F238E27FC236}">
                  <a16:creationId xmlns:a16="http://schemas.microsoft.com/office/drawing/2014/main" id="{5AC95A09-8057-7147-9F57-6EFF2A5E5336}"/>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Text Box 105">
              <a:extLst>
                <a:ext uri="{FF2B5EF4-FFF2-40B4-BE49-F238E27FC236}">
                  <a16:creationId xmlns:a16="http://schemas.microsoft.com/office/drawing/2014/main" id="{47FDF11B-1F9E-D148-996F-69ECC9F11F2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457" name="Line 119">
              <a:extLst>
                <a:ext uri="{FF2B5EF4-FFF2-40B4-BE49-F238E27FC236}">
                  <a16:creationId xmlns:a16="http://schemas.microsoft.com/office/drawing/2014/main" id="{CD73CAA3-C367-7049-8128-3C09B270BBE7}"/>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8" name="Freeform 120">
            <a:extLst>
              <a:ext uri="{FF2B5EF4-FFF2-40B4-BE49-F238E27FC236}">
                <a16:creationId xmlns:a16="http://schemas.microsoft.com/office/drawing/2014/main" id="{9B17F469-9813-DD46-ADCC-A6A37DCBE4CD}"/>
              </a:ext>
            </a:extLst>
          </p:cNvPr>
          <p:cNvSpPr>
            <a:spLocks/>
          </p:cNvSpPr>
          <p:nvPr/>
        </p:nvSpPr>
        <p:spPr bwMode="auto">
          <a:xfrm>
            <a:off x="4084223" y="5708720"/>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9" name="Group 357">
            <a:extLst>
              <a:ext uri="{FF2B5EF4-FFF2-40B4-BE49-F238E27FC236}">
                <a16:creationId xmlns:a16="http://schemas.microsoft.com/office/drawing/2014/main" id="{F5E5FC5C-1765-2446-9583-0A67B919000D}"/>
              </a:ext>
            </a:extLst>
          </p:cNvPr>
          <p:cNvGrpSpPr>
            <a:grpSpLocks/>
          </p:cNvGrpSpPr>
          <p:nvPr/>
        </p:nvGrpSpPr>
        <p:grpSpPr bwMode="auto">
          <a:xfrm>
            <a:off x="4304885" y="5699195"/>
            <a:ext cx="565150" cy="293687"/>
            <a:chOff x="1871277" y="1576300"/>
            <a:chExt cx="1128371" cy="437861"/>
          </a:xfrm>
        </p:grpSpPr>
        <p:sp>
          <p:nvSpPr>
            <p:cNvPr id="460" name="Oval 459">
              <a:extLst>
                <a:ext uri="{FF2B5EF4-FFF2-40B4-BE49-F238E27FC236}">
                  <a16:creationId xmlns:a16="http://schemas.microsoft.com/office/drawing/2014/main" id="{BE27647C-3DCE-C848-8559-90456AA1A4C1}"/>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1" name="Rectangle 460">
              <a:extLst>
                <a:ext uri="{FF2B5EF4-FFF2-40B4-BE49-F238E27FC236}">
                  <a16:creationId xmlns:a16="http://schemas.microsoft.com/office/drawing/2014/main" id="{59B28033-FF2E-0D49-AE8B-150A3DAC870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62" name="Oval 461">
              <a:extLst>
                <a:ext uri="{FF2B5EF4-FFF2-40B4-BE49-F238E27FC236}">
                  <a16:creationId xmlns:a16="http://schemas.microsoft.com/office/drawing/2014/main" id="{90E87BE2-8DD5-F949-9609-CEE42558EC64}"/>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3" name="Freeform 462">
              <a:extLst>
                <a:ext uri="{FF2B5EF4-FFF2-40B4-BE49-F238E27FC236}">
                  <a16:creationId xmlns:a16="http://schemas.microsoft.com/office/drawing/2014/main" id="{E67E4AB2-89E6-9547-93D2-34CED5D46ECE}"/>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64" name="Freeform 463">
              <a:extLst>
                <a:ext uri="{FF2B5EF4-FFF2-40B4-BE49-F238E27FC236}">
                  <a16:creationId xmlns:a16="http://schemas.microsoft.com/office/drawing/2014/main" id="{E0013E89-2E09-C94F-888A-0764BFC4C3D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Freeform 464">
              <a:extLst>
                <a:ext uri="{FF2B5EF4-FFF2-40B4-BE49-F238E27FC236}">
                  <a16:creationId xmlns:a16="http://schemas.microsoft.com/office/drawing/2014/main" id="{D4D31051-3F76-8D4A-A94B-F0DCA0AFF250}"/>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Freeform 465">
              <a:extLst>
                <a:ext uri="{FF2B5EF4-FFF2-40B4-BE49-F238E27FC236}">
                  <a16:creationId xmlns:a16="http://schemas.microsoft.com/office/drawing/2014/main" id="{DFC93EA6-DE5D-3E40-831C-1084B477EA4E}"/>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67" name="Straight Connector 466">
              <a:extLst>
                <a:ext uri="{FF2B5EF4-FFF2-40B4-BE49-F238E27FC236}">
                  <a16:creationId xmlns:a16="http://schemas.microsoft.com/office/drawing/2014/main" id="{4C149BB2-DFC7-984A-98E9-3C4AA2DDC501}"/>
                </a:ext>
              </a:extLst>
            </p:cNvPr>
            <p:cNvCxnSpPr>
              <a:cxnSpLocks noChangeShapeType="1"/>
              <a:endCxn id="462"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68" name="Straight Connector 467">
              <a:extLst>
                <a:ext uri="{FF2B5EF4-FFF2-40B4-BE49-F238E27FC236}">
                  <a16:creationId xmlns:a16="http://schemas.microsoft.com/office/drawing/2014/main" id="{7AD8C9C3-3ED3-FC4C-9678-8E0AF3B5400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9" name="TextBox 6">
            <a:extLst>
              <a:ext uri="{FF2B5EF4-FFF2-40B4-BE49-F238E27FC236}">
                <a16:creationId xmlns:a16="http://schemas.microsoft.com/office/drawing/2014/main" id="{EED866B1-9598-C54F-A0E0-D641030E1752}"/>
              </a:ext>
            </a:extLst>
          </p:cNvPr>
          <p:cNvSpPr txBox="1">
            <a:spLocks noChangeArrowheads="1"/>
          </p:cNvSpPr>
          <p:nvPr/>
        </p:nvSpPr>
        <p:spPr bwMode="auto">
          <a:xfrm>
            <a:off x="1787110" y="4943545"/>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TextBox 282">
            <a:extLst>
              <a:ext uri="{FF2B5EF4-FFF2-40B4-BE49-F238E27FC236}">
                <a16:creationId xmlns:a16="http://schemas.microsoft.com/office/drawing/2014/main" id="{CE2B3699-263C-CA42-8354-6E8A61868F04}"/>
              </a:ext>
            </a:extLst>
          </p:cNvPr>
          <p:cNvSpPr txBox="1">
            <a:spLocks noChangeArrowheads="1"/>
          </p:cNvSpPr>
          <p:nvPr/>
        </p:nvSpPr>
        <p:spPr bwMode="auto">
          <a:xfrm>
            <a:off x="4658898" y="5902395"/>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236" name="Slide Number Placeholder 4">
            <a:extLst>
              <a:ext uri="{FF2B5EF4-FFF2-40B4-BE49-F238E27FC236}">
                <a16:creationId xmlns:a16="http://schemas.microsoft.com/office/drawing/2014/main" id="{ED6517D9-F18B-5447-8ABE-90D9847B30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a:t>
            </a:fld>
            <a:endParaRPr lang="en-US" dirty="0"/>
          </a:p>
        </p:txBody>
      </p:sp>
    </p:spTree>
    <p:extLst>
      <p:ext uri="{BB962C8B-B14F-4D97-AF65-F5344CB8AC3E}">
        <p14:creationId xmlns:p14="http://schemas.microsoft.com/office/powerpoint/2010/main" val="904953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87"/>
                                        </p:tgtEl>
                                        <p:attrNameLst>
                                          <p:attrName>style.visibility</p:attrName>
                                        </p:attrNameLst>
                                      </p:cBhvr>
                                      <p:to>
                                        <p:strVal val="visible"/>
                                      </p:to>
                                    </p:set>
                                    <p:animEffect transition="in" filter="wipe(down)">
                                      <p:cBhvr>
                                        <p:cTn id="7" dur="1000"/>
                                        <p:tgtEl>
                                          <p:spTgt spid="2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9"/>
                                        </p:tgtEl>
                                        <p:attrNameLst>
                                          <p:attrName>style.visibility</p:attrName>
                                        </p:attrNameLst>
                                      </p:cBhvr>
                                      <p:to>
                                        <p:strVal val="visible"/>
                                      </p:to>
                                    </p:set>
                                    <p:animEffect transition="in" filter="dissolve">
                                      <p:cBhvr>
                                        <p:cTn id="12" dur="500"/>
                                        <p:tgtEl>
                                          <p:spTgt spid="4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00"/>
                                        </p:tgtEl>
                                        <p:attrNameLst>
                                          <p:attrName>style.visibility</p:attrName>
                                        </p:attrNameLst>
                                      </p:cBhvr>
                                      <p:to>
                                        <p:strVal val="visible"/>
                                      </p:to>
                                    </p:set>
                                    <p:animEffect transition="in" filter="dissolve">
                                      <p:cBhvr>
                                        <p:cTn id="17" dur="500"/>
                                        <p:tgtEl>
                                          <p:spTgt spid="40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442"/>
                                        </p:tgtEl>
                                        <p:attrNameLst>
                                          <p:attrName>style.visibility</p:attrName>
                                        </p:attrNameLst>
                                      </p:cBhvr>
                                      <p:to>
                                        <p:strVal val="visible"/>
                                      </p:to>
                                    </p:set>
                                    <p:animEffect transition="in" filter="wipe(up)">
                                      <p:cBhvr>
                                        <p:cTn id="22" dur="500"/>
                                        <p:tgtEl>
                                          <p:spTgt spid="44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415"/>
                                        </p:tgtEl>
                                        <p:attrNameLst>
                                          <p:attrName>style.visibility</p:attrName>
                                        </p:attrNameLst>
                                      </p:cBhvr>
                                      <p:to>
                                        <p:strVal val="visible"/>
                                      </p:to>
                                    </p:set>
                                    <p:animEffect transition="in" filter="dissolve">
                                      <p:cBhvr>
                                        <p:cTn id="27" dur="500"/>
                                        <p:tgtEl>
                                          <p:spTgt spid="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417576" y="261255"/>
            <a:ext cx="11213592" cy="894622"/>
          </a:xfrm>
        </p:spPr>
        <p:txBody>
          <a:bodyPr>
            <a:normAutofit fontScale="90000"/>
          </a:bodyPr>
          <a:lstStyle/>
          <a:p>
            <a:r>
              <a:rPr lang="en-US" sz="4800" dirty="0"/>
              <a:t>Software-Defined Networking (SDN)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292609" y="1064529"/>
            <a:ext cx="113107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controller computes, installs forwarding tables in routers</a:t>
            </a:r>
          </a:p>
        </p:txBody>
      </p:sp>
      <p:grpSp>
        <p:nvGrpSpPr>
          <p:cNvPr id="817" name="Group 816">
            <a:extLst>
              <a:ext uri="{FF2B5EF4-FFF2-40B4-BE49-F238E27FC236}">
                <a16:creationId xmlns:a16="http://schemas.microsoft.com/office/drawing/2014/main" id="{0035B262-335A-2042-8F0A-4D25C5CCAA4C}"/>
              </a:ext>
            </a:extLst>
          </p:cNvPr>
          <p:cNvGrpSpPr>
            <a:grpSpLocks/>
          </p:cNvGrpSpPr>
          <p:nvPr/>
        </p:nvGrpSpPr>
        <p:grpSpPr bwMode="auto">
          <a:xfrm>
            <a:off x="3203430" y="1967880"/>
            <a:ext cx="6027738" cy="1439862"/>
            <a:chOff x="1492879" y="2061336"/>
            <a:chExt cx="6027737" cy="1440135"/>
          </a:xfrm>
        </p:grpSpPr>
        <p:sp>
          <p:nvSpPr>
            <p:cNvPr id="818" name="Rectangle 817">
              <a:extLst>
                <a:ext uri="{FF2B5EF4-FFF2-40B4-BE49-F238E27FC236}">
                  <a16:creationId xmlns:a16="http://schemas.microsoft.com/office/drawing/2014/main" id="{2911F90D-6E6D-8D44-A029-2BB47782B47E}"/>
                </a:ext>
              </a:extLst>
            </p:cNvPr>
            <p:cNvSpPr/>
            <p:nvPr/>
          </p:nvSpPr>
          <p:spPr bwMode="auto">
            <a:xfrm>
              <a:off x="1929442" y="2064512"/>
              <a:ext cx="5043486" cy="1017780"/>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19" name="Freeform 818">
              <a:extLst>
                <a:ext uri="{FF2B5EF4-FFF2-40B4-BE49-F238E27FC236}">
                  <a16:creationId xmlns:a16="http://schemas.microsoft.com/office/drawing/2014/main" id="{24B8DF14-13D1-7B4D-AA8E-6D4B866768A6}"/>
                </a:ext>
              </a:extLst>
            </p:cNvPr>
            <p:cNvSpPr/>
            <p:nvPr/>
          </p:nvSpPr>
          <p:spPr bwMode="auto">
            <a:xfrm>
              <a:off x="1740529" y="2067687"/>
              <a:ext cx="198438" cy="138615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20" name="Freeform 819">
              <a:extLst>
                <a:ext uri="{FF2B5EF4-FFF2-40B4-BE49-F238E27FC236}">
                  <a16:creationId xmlns:a16="http://schemas.microsoft.com/office/drawing/2014/main" id="{B3477997-2171-D144-8F62-1363F13885FD}"/>
                </a:ext>
              </a:extLst>
            </p:cNvPr>
            <p:cNvSpPr/>
            <p:nvPr/>
          </p:nvSpPr>
          <p:spPr bwMode="auto">
            <a:xfrm flipH="1">
              <a:off x="6969753" y="2061336"/>
              <a:ext cx="219075" cy="1370272"/>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rotWithShape="1">
              <a:gsLst>
                <a:gs pos="0">
                  <a:srgbClr val="2D2DB9">
                    <a:lumMod val="20000"/>
                    <a:lumOff val="80000"/>
                  </a:srgbClr>
                </a:gs>
                <a:gs pos="100000">
                  <a:srgbClr val="FFFFFF"/>
                </a:gs>
              </a:gsLst>
              <a:lin ang="108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821" name="Group 950">
              <a:extLst>
                <a:ext uri="{FF2B5EF4-FFF2-40B4-BE49-F238E27FC236}">
                  <a16:creationId xmlns:a16="http://schemas.microsoft.com/office/drawing/2014/main" id="{DB6AE1A4-24E9-664C-A51D-C17F6021B3EC}"/>
                </a:ext>
              </a:extLst>
            </p:cNvPr>
            <p:cNvGrpSpPr>
              <a:grpSpLocks/>
            </p:cNvGrpSpPr>
            <p:nvPr/>
          </p:nvGrpSpPr>
          <p:grpSpPr bwMode="auto">
            <a:xfrm>
              <a:off x="1492879" y="2820676"/>
              <a:ext cx="338137" cy="653816"/>
              <a:chOff x="4140" y="429"/>
              <a:chExt cx="1425" cy="2396"/>
            </a:xfrm>
          </p:grpSpPr>
          <p:sp>
            <p:nvSpPr>
              <p:cNvPr id="855" name="Freeform 951">
                <a:extLst>
                  <a:ext uri="{FF2B5EF4-FFF2-40B4-BE49-F238E27FC236}">
                    <a16:creationId xmlns:a16="http://schemas.microsoft.com/office/drawing/2014/main" id="{BFB37BD8-4427-2A47-AE85-B992137B4E8C}"/>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6" name="Rectangle 952">
                <a:extLst>
                  <a:ext uri="{FF2B5EF4-FFF2-40B4-BE49-F238E27FC236}">
                    <a16:creationId xmlns:a16="http://schemas.microsoft.com/office/drawing/2014/main" id="{D33ED3AE-893B-0641-B3D0-6332B98270D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7" name="Freeform 953">
                <a:extLst>
                  <a:ext uri="{FF2B5EF4-FFF2-40B4-BE49-F238E27FC236}">
                    <a16:creationId xmlns:a16="http://schemas.microsoft.com/office/drawing/2014/main" id="{7F8B5734-537E-2D40-ABC5-1153CA76F023}"/>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8" name="Freeform 954">
                <a:extLst>
                  <a:ext uri="{FF2B5EF4-FFF2-40B4-BE49-F238E27FC236}">
                    <a16:creationId xmlns:a16="http://schemas.microsoft.com/office/drawing/2014/main" id="{A27CC3E2-8472-FE49-B22C-8BAD36D3F1D7}"/>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9" name="Rectangle 955">
                <a:extLst>
                  <a:ext uri="{FF2B5EF4-FFF2-40B4-BE49-F238E27FC236}">
                    <a16:creationId xmlns:a16="http://schemas.microsoft.com/office/drawing/2014/main" id="{11CD015D-401B-EC42-A713-37F4F580649A}"/>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0" name="Group 956">
                <a:extLst>
                  <a:ext uri="{FF2B5EF4-FFF2-40B4-BE49-F238E27FC236}">
                    <a16:creationId xmlns:a16="http://schemas.microsoft.com/office/drawing/2014/main" id="{A208DF6A-EF9F-044D-8302-1B9476D1841A}"/>
                  </a:ext>
                </a:extLst>
              </p:cNvPr>
              <p:cNvGrpSpPr>
                <a:grpSpLocks/>
              </p:cNvGrpSpPr>
              <p:nvPr/>
            </p:nvGrpSpPr>
            <p:grpSpPr bwMode="auto">
              <a:xfrm>
                <a:off x="4749" y="668"/>
                <a:ext cx="581" cy="145"/>
                <a:chOff x="614" y="2568"/>
                <a:chExt cx="725" cy="139"/>
              </a:xfrm>
            </p:grpSpPr>
            <p:sp>
              <p:nvSpPr>
                <p:cNvPr id="885" name="AutoShape 957">
                  <a:extLst>
                    <a:ext uri="{FF2B5EF4-FFF2-40B4-BE49-F238E27FC236}">
                      <a16:creationId xmlns:a16="http://schemas.microsoft.com/office/drawing/2014/main" id="{FCC50AD6-31B9-FD4A-9D12-E293AC79E312}"/>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6" name="AutoShape 958">
                  <a:extLst>
                    <a:ext uri="{FF2B5EF4-FFF2-40B4-BE49-F238E27FC236}">
                      <a16:creationId xmlns:a16="http://schemas.microsoft.com/office/drawing/2014/main" id="{9515A907-A38B-AC46-9351-9821F9262FDC}"/>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1" name="Rectangle 959">
                <a:extLst>
                  <a:ext uri="{FF2B5EF4-FFF2-40B4-BE49-F238E27FC236}">
                    <a16:creationId xmlns:a16="http://schemas.microsoft.com/office/drawing/2014/main" id="{DA74175D-E323-954D-B321-A525406F9D7F}"/>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2" name="Group 960">
                <a:extLst>
                  <a:ext uri="{FF2B5EF4-FFF2-40B4-BE49-F238E27FC236}">
                    <a16:creationId xmlns:a16="http://schemas.microsoft.com/office/drawing/2014/main" id="{28DE356C-C6F7-BA40-87C6-C5B5BE6C2BFE}"/>
                  </a:ext>
                </a:extLst>
              </p:cNvPr>
              <p:cNvGrpSpPr>
                <a:grpSpLocks/>
              </p:cNvGrpSpPr>
              <p:nvPr/>
            </p:nvGrpSpPr>
            <p:grpSpPr bwMode="auto">
              <a:xfrm>
                <a:off x="4747" y="994"/>
                <a:ext cx="581" cy="134"/>
                <a:chOff x="614" y="2568"/>
                <a:chExt cx="725" cy="139"/>
              </a:xfrm>
            </p:grpSpPr>
            <p:sp>
              <p:nvSpPr>
                <p:cNvPr id="883" name="AutoShape 961">
                  <a:extLst>
                    <a:ext uri="{FF2B5EF4-FFF2-40B4-BE49-F238E27FC236}">
                      <a16:creationId xmlns:a16="http://schemas.microsoft.com/office/drawing/2014/main" id="{9643844A-45E6-7443-A468-4BC3D1762A71}"/>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4" name="AutoShape 962">
                  <a:extLst>
                    <a:ext uri="{FF2B5EF4-FFF2-40B4-BE49-F238E27FC236}">
                      <a16:creationId xmlns:a16="http://schemas.microsoft.com/office/drawing/2014/main" id="{60C84F35-0A59-8349-91F6-D5FECFED742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3" name="Rectangle 963">
                <a:extLst>
                  <a:ext uri="{FF2B5EF4-FFF2-40B4-BE49-F238E27FC236}">
                    <a16:creationId xmlns:a16="http://schemas.microsoft.com/office/drawing/2014/main" id="{92014399-9751-FC4F-9035-A395245BCD44}"/>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4" name="Rectangle 964">
                <a:extLst>
                  <a:ext uri="{FF2B5EF4-FFF2-40B4-BE49-F238E27FC236}">
                    <a16:creationId xmlns:a16="http://schemas.microsoft.com/office/drawing/2014/main" id="{9B818A3E-FD1D-F04D-8158-62E78EE4B0DC}"/>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5" name="Group 965">
                <a:extLst>
                  <a:ext uri="{FF2B5EF4-FFF2-40B4-BE49-F238E27FC236}">
                    <a16:creationId xmlns:a16="http://schemas.microsoft.com/office/drawing/2014/main" id="{4CE95AA0-C88F-3D48-98E7-F3E038739D8B}"/>
                  </a:ext>
                </a:extLst>
              </p:cNvPr>
              <p:cNvGrpSpPr>
                <a:grpSpLocks/>
              </p:cNvGrpSpPr>
              <p:nvPr/>
            </p:nvGrpSpPr>
            <p:grpSpPr bwMode="auto">
              <a:xfrm>
                <a:off x="4735" y="1627"/>
                <a:ext cx="582" cy="151"/>
                <a:chOff x="614" y="2568"/>
                <a:chExt cx="725" cy="139"/>
              </a:xfrm>
            </p:grpSpPr>
            <p:sp>
              <p:nvSpPr>
                <p:cNvPr id="881" name="AutoShape 966">
                  <a:extLst>
                    <a:ext uri="{FF2B5EF4-FFF2-40B4-BE49-F238E27FC236}">
                      <a16:creationId xmlns:a16="http://schemas.microsoft.com/office/drawing/2014/main" id="{5B978760-D630-664D-941B-E0517C2034E6}"/>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2" name="AutoShape 967">
                  <a:extLst>
                    <a:ext uri="{FF2B5EF4-FFF2-40B4-BE49-F238E27FC236}">
                      <a16:creationId xmlns:a16="http://schemas.microsoft.com/office/drawing/2014/main" id="{66581CC6-E163-4349-98BB-7B8F11B5842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6" name="Freeform 968">
                <a:extLst>
                  <a:ext uri="{FF2B5EF4-FFF2-40B4-BE49-F238E27FC236}">
                    <a16:creationId xmlns:a16="http://schemas.microsoft.com/office/drawing/2014/main" id="{0C578B43-7341-984A-8E2E-758C1FE627B0}"/>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7" name="Group 969">
                <a:extLst>
                  <a:ext uri="{FF2B5EF4-FFF2-40B4-BE49-F238E27FC236}">
                    <a16:creationId xmlns:a16="http://schemas.microsoft.com/office/drawing/2014/main" id="{00F4A952-5D56-894B-BE04-57FD8D9A8FC1}"/>
                  </a:ext>
                </a:extLst>
              </p:cNvPr>
              <p:cNvGrpSpPr>
                <a:grpSpLocks/>
              </p:cNvGrpSpPr>
              <p:nvPr/>
            </p:nvGrpSpPr>
            <p:grpSpPr bwMode="auto">
              <a:xfrm>
                <a:off x="4739" y="1327"/>
                <a:ext cx="582" cy="139"/>
                <a:chOff x="614" y="2568"/>
                <a:chExt cx="725" cy="139"/>
              </a:xfrm>
            </p:grpSpPr>
            <p:sp>
              <p:nvSpPr>
                <p:cNvPr id="879" name="AutoShape 970">
                  <a:extLst>
                    <a:ext uri="{FF2B5EF4-FFF2-40B4-BE49-F238E27FC236}">
                      <a16:creationId xmlns:a16="http://schemas.microsoft.com/office/drawing/2014/main" id="{C6D2E1F8-9BE6-1340-A97F-25C96F4EA328}"/>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0" name="AutoShape 971">
                  <a:extLst>
                    <a:ext uri="{FF2B5EF4-FFF2-40B4-BE49-F238E27FC236}">
                      <a16:creationId xmlns:a16="http://schemas.microsoft.com/office/drawing/2014/main" id="{076B7F4B-58FD-394A-A7D1-825421A0DD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8" name="Rectangle 972">
                <a:extLst>
                  <a:ext uri="{FF2B5EF4-FFF2-40B4-BE49-F238E27FC236}">
                    <a16:creationId xmlns:a16="http://schemas.microsoft.com/office/drawing/2014/main" id="{9CF6079F-A485-B34F-BAE1-E461B27BC01A}"/>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9" name="Freeform 973">
                <a:extLst>
                  <a:ext uri="{FF2B5EF4-FFF2-40B4-BE49-F238E27FC236}">
                    <a16:creationId xmlns:a16="http://schemas.microsoft.com/office/drawing/2014/main" id="{4D22F667-50F0-554D-A2A3-06E318F9206C}"/>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0" name="Freeform 974">
                <a:extLst>
                  <a:ext uri="{FF2B5EF4-FFF2-40B4-BE49-F238E27FC236}">
                    <a16:creationId xmlns:a16="http://schemas.microsoft.com/office/drawing/2014/main" id="{FEA6AA77-7341-EC44-9A1C-8FF6D3429B9A}"/>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1" name="Oval 975">
                <a:extLst>
                  <a:ext uri="{FF2B5EF4-FFF2-40B4-BE49-F238E27FC236}">
                    <a16:creationId xmlns:a16="http://schemas.microsoft.com/office/drawing/2014/main" id="{A02843C6-28FA-9945-9CEB-7717E68BC3D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2" name="Freeform 976">
                <a:extLst>
                  <a:ext uri="{FF2B5EF4-FFF2-40B4-BE49-F238E27FC236}">
                    <a16:creationId xmlns:a16="http://schemas.microsoft.com/office/drawing/2014/main" id="{B41467ED-71ED-774D-B5B1-0E498264B3FE}"/>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3" name="AutoShape 977">
                <a:extLst>
                  <a:ext uri="{FF2B5EF4-FFF2-40B4-BE49-F238E27FC236}">
                    <a16:creationId xmlns:a16="http://schemas.microsoft.com/office/drawing/2014/main" id="{9B5749F0-C743-D247-9288-DD5C4B670C6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4" name="AutoShape 978">
                <a:extLst>
                  <a:ext uri="{FF2B5EF4-FFF2-40B4-BE49-F238E27FC236}">
                    <a16:creationId xmlns:a16="http://schemas.microsoft.com/office/drawing/2014/main" id="{990B835A-E601-8B4A-913C-86C2C6F75DF1}"/>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5" name="Oval 979">
                <a:extLst>
                  <a:ext uri="{FF2B5EF4-FFF2-40B4-BE49-F238E27FC236}">
                    <a16:creationId xmlns:a16="http://schemas.microsoft.com/office/drawing/2014/main" id="{54D6634C-D1A9-6142-9854-19C444BA4C3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6" name="Oval 980">
                <a:extLst>
                  <a:ext uri="{FF2B5EF4-FFF2-40B4-BE49-F238E27FC236}">
                    <a16:creationId xmlns:a16="http://schemas.microsoft.com/office/drawing/2014/main" id="{4B663C71-DBAC-684F-AC10-C3062136DE5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77" name="Oval 981">
                <a:extLst>
                  <a:ext uri="{FF2B5EF4-FFF2-40B4-BE49-F238E27FC236}">
                    <a16:creationId xmlns:a16="http://schemas.microsoft.com/office/drawing/2014/main" id="{89DA651A-7990-3046-B6A9-BDF3A76B18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8" name="Rectangle 982">
                <a:extLst>
                  <a:ext uri="{FF2B5EF4-FFF2-40B4-BE49-F238E27FC236}">
                    <a16:creationId xmlns:a16="http://schemas.microsoft.com/office/drawing/2014/main" id="{97BCC976-FD19-5C44-A0F3-970A14677F1F}"/>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2" name="Group 950">
              <a:extLst>
                <a:ext uri="{FF2B5EF4-FFF2-40B4-BE49-F238E27FC236}">
                  <a16:creationId xmlns:a16="http://schemas.microsoft.com/office/drawing/2014/main" id="{408FB985-1A5F-F147-891F-C6EE203F1727}"/>
                </a:ext>
              </a:extLst>
            </p:cNvPr>
            <p:cNvGrpSpPr>
              <a:grpSpLocks/>
            </p:cNvGrpSpPr>
            <p:nvPr/>
          </p:nvGrpSpPr>
          <p:grpSpPr bwMode="auto">
            <a:xfrm>
              <a:off x="7182479" y="2847655"/>
              <a:ext cx="338137" cy="653816"/>
              <a:chOff x="4140" y="429"/>
              <a:chExt cx="1425" cy="2396"/>
            </a:xfrm>
          </p:grpSpPr>
          <p:sp>
            <p:nvSpPr>
              <p:cNvPr id="823" name="Freeform 951">
                <a:extLst>
                  <a:ext uri="{FF2B5EF4-FFF2-40B4-BE49-F238E27FC236}">
                    <a16:creationId xmlns:a16="http://schemas.microsoft.com/office/drawing/2014/main" id="{E5433180-28F2-BE4A-AA7C-A7B21A6324C8}"/>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4" name="Rectangle 952">
                <a:extLst>
                  <a:ext uri="{FF2B5EF4-FFF2-40B4-BE49-F238E27FC236}">
                    <a16:creationId xmlns:a16="http://schemas.microsoft.com/office/drawing/2014/main" id="{8C5BD778-66FD-3945-B836-91E6ED4A0B3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5" name="Freeform 953">
                <a:extLst>
                  <a:ext uri="{FF2B5EF4-FFF2-40B4-BE49-F238E27FC236}">
                    <a16:creationId xmlns:a16="http://schemas.microsoft.com/office/drawing/2014/main" id="{2A91ACBD-8D41-DD4C-A2B1-048B348B9E49}"/>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6" name="Freeform 954">
                <a:extLst>
                  <a:ext uri="{FF2B5EF4-FFF2-40B4-BE49-F238E27FC236}">
                    <a16:creationId xmlns:a16="http://schemas.microsoft.com/office/drawing/2014/main" id="{FD9AFB84-DB6D-6046-8467-AD372F41387B}"/>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7" name="Rectangle 955">
                <a:extLst>
                  <a:ext uri="{FF2B5EF4-FFF2-40B4-BE49-F238E27FC236}">
                    <a16:creationId xmlns:a16="http://schemas.microsoft.com/office/drawing/2014/main" id="{77DBE4BA-8D67-5B43-8297-B9D264FE9BE2}"/>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8" name="Group 956">
                <a:extLst>
                  <a:ext uri="{FF2B5EF4-FFF2-40B4-BE49-F238E27FC236}">
                    <a16:creationId xmlns:a16="http://schemas.microsoft.com/office/drawing/2014/main" id="{F3DA3736-9C54-FD40-9182-376547A2AE83}"/>
                  </a:ext>
                </a:extLst>
              </p:cNvPr>
              <p:cNvGrpSpPr>
                <a:grpSpLocks/>
              </p:cNvGrpSpPr>
              <p:nvPr/>
            </p:nvGrpSpPr>
            <p:grpSpPr bwMode="auto">
              <a:xfrm>
                <a:off x="4749" y="668"/>
                <a:ext cx="581" cy="145"/>
                <a:chOff x="614" y="2568"/>
                <a:chExt cx="725" cy="139"/>
              </a:xfrm>
            </p:grpSpPr>
            <p:sp>
              <p:nvSpPr>
                <p:cNvPr id="853" name="AutoShape 957">
                  <a:extLst>
                    <a:ext uri="{FF2B5EF4-FFF2-40B4-BE49-F238E27FC236}">
                      <a16:creationId xmlns:a16="http://schemas.microsoft.com/office/drawing/2014/main" id="{AF6DA2C1-3BA8-9F42-8082-1828FAC4EDA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4" name="AutoShape 958">
                  <a:extLst>
                    <a:ext uri="{FF2B5EF4-FFF2-40B4-BE49-F238E27FC236}">
                      <a16:creationId xmlns:a16="http://schemas.microsoft.com/office/drawing/2014/main" id="{7E65A1C9-4BD5-C648-BDA4-FE7A4B1268D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29" name="Rectangle 959">
                <a:extLst>
                  <a:ext uri="{FF2B5EF4-FFF2-40B4-BE49-F238E27FC236}">
                    <a16:creationId xmlns:a16="http://schemas.microsoft.com/office/drawing/2014/main" id="{EC0E4CD1-FF46-4441-8D14-832711884C57}"/>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0" name="Group 960">
                <a:extLst>
                  <a:ext uri="{FF2B5EF4-FFF2-40B4-BE49-F238E27FC236}">
                    <a16:creationId xmlns:a16="http://schemas.microsoft.com/office/drawing/2014/main" id="{E64F3582-6063-6041-8631-63DD7426A470}"/>
                  </a:ext>
                </a:extLst>
              </p:cNvPr>
              <p:cNvGrpSpPr>
                <a:grpSpLocks/>
              </p:cNvGrpSpPr>
              <p:nvPr/>
            </p:nvGrpSpPr>
            <p:grpSpPr bwMode="auto">
              <a:xfrm>
                <a:off x="4747" y="994"/>
                <a:ext cx="581" cy="134"/>
                <a:chOff x="614" y="2568"/>
                <a:chExt cx="725" cy="139"/>
              </a:xfrm>
            </p:grpSpPr>
            <p:sp>
              <p:nvSpPr>
                <p:cNvPr id="851" name="AutoShape 961">
                  <a:extLst>
                    <a:ext uri="{FF2B5EF4-FFF2-40B4-BE49-F238E27FC236}">
                      <a16:creationId xmlns:a16="http://schemas.microsoft.com/office/drawing/2014/main" id="{C34EAECD-E1EF-8646-9F61-922B7F0EA0BF}"/>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2" name="AutoShape 962">
                  <a:extLst>
                    <a:ext uri="{FF2B5EF4-FFF2-40B4-BE49-F238E27FC236}">
                      <a16:creationId xmlns:a16="http://schemas.microsoft.com/office/drawing/2014/main" id="{9D855FB6-3F8B-4F48-BB63-40E93ACB20A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1" name="Rectangle 963">
                <a:extLst>
                  <a:ext uri="{FF2B5EF4-FFF2-40B4-BE49-F238E27FC236}">
                    <a16:creationId xmlns:a16="http://schemas.microsoft.com/office/drawing/2014/main" id="{F062D5F9-755C-724B-955A-7A2BDC06D583}"/>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2" name="Rectangle 964">
                <a:extLst>
                  <a:ext uri="{FF2B5EF4-FFF2-40B4-BE49-F238E27FC236}">
                    <a16:creationId xmlns:a16="http://schemas.microsoft.com/office/drawing/2014/main" id="{177A8ED0-5EFF-1249-9487-CD3CEB431A8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3" name="Group 965">
                <a:extLst>
                  <a:ext uri="{FF2B5EF4-FFF2-40B4-BE49-F238E27FC236}">
                    <a16:creationId xmlns:a16="http://schemas.microsoft.com/office/drawing/2014/main" id="{A1DF88D1-CA38-D94A-B614-BF080EB38912}"/>
                  </a:ext>
                </a:extLst>
              </p:cNvPr>
              <p:cNvGrpSpPr>
                <a:grpSpLocks/>
              </p:cNvGrpSpPr>
              <p:nvPr/>
            </p:nvGrpSpPr>
            <p:grpSpPr bwMode="auto">
              <a:xfrm>
                <a:off x="4735" y="1627"/>
                <a:ext cx="582" cy="151"/>
                <a:chOff x="614" y="2568"/>
                <a:chExt cx="725" cy="139"/>
              </a:xfrm>
            </p:grpSpPr>
            <p:sp>
              <p:nvSpPr>
                <p:cNvPr id="849" name="AutoShape 966">
                  <a:extLst>
                    <a:ext uri="{FF2B5EF4-FFF2-40B4-BE49-F238E27FC236}">
                      <a16:creationId xmlns:a16="http://schemas.microsoft.com/office/drawing/2014/main" id="{F38F11ED-A8CE-5249-99B7-BC200E46CAC5}"/>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0" name="AutoShape 967">
                  <a:extLst>
                    <a:ext uri="{FF2B5EF4-FFF2-40B4-BE49-F238E27FC236}">
                      <a16:creationId xmlns:a16="http://schemas.microsoft.com/office/drawing/2014/main" id="{BE8854EE-7F90-844A-B45E-E7DD53A00DD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4" name="Freeform 968">
                <a:extLst>
                  <a:ext uri="{FF2B5EF4-FFF2-40B4-BE49-F238E27FC236}">
                    <a16:creationId xmlns:a16="http://schemas.microsoft.com/office/drawing/2014/main" id="{C685DB2D-2CAC-9042-82A0-DF8A8A5C76FB}"/>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5" name="Group 969">
                <a:extLst>
                  <a:ext uri="{FF2B5EF4-FFF2-40B4-BE49-F238E27FC236}">
                    <a16:creationId xmlns:a16="http://schemas.microsoft.com/office/drawing/2014/main" id="{17E8E7C0-53DA-9845-A7EC-5C2E647C9876}"/>
                  </a:ext>
                </a:extLst>
              </p:cNvPr>
              <p:cNvGrpSpPr>
                <a:grpSpLocks/>
              </p:cNvGrpSpPr>
              <p:nvPr/>
            </p:nvGrpSpPr>
            <p:grpSpPr bwMode="auto">
              <a:xfrm>
                <a:off x="4739" y="1327"/>
                <a:ext cx="582" cy="139"/>
                <a:chOff x="614" y="2568"/>
                <a:chExt cx="725" cy="139"/>
              </a:xfrm>
            </p:grpSpPr>
            <p:sp>
              <p:nvSpPr>
                <p:cNvPr id="847" name="AutoShape 970">
                  <a:extLst>
                    <a:ext uri="{FF2B5EF4-FFF2-40B4-BE49-F238E27FC236}">
                      <a16:creationId xmlns:a16="http://schemas.microsoft.com/office/drawing/2014/main" id="{B5CA9A5E-F11C-004B-9937-AD191292AEAD}"/>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8" name="AutoShape 971">
                  <a:extLst>
                    <a:ext uri="{FF2B5EF4-FFF2-40B4-BE49-F238E27FC236}">
                      <a16:creationId xmlns:a16="http://schemas.microsoft.com/office/drawing/2014/main" id="{96386543-71E7-1D42-9624-7949180883C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6" name="Rectangle 972">
                <a:extLst>
                  <a:ext uri="{FF2B5EF4-FFF2-40B4-BE49-F238E27FC236}">
                    <a16:creationId xmlns:a16="http://schemas.microsoft.com/office/drawing/2014/main" id="{C1AF9949-5911-9240-A6AD-91975A73F01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7" name="Freeform 973">
                <a:extLst>
                  <a:ext uri="{FF2B5EF4-FFF2-40B4-BE49-F238E27FC236}">
                    <a16:creationId xmlns:a16="http://schemas.microsoft.com/office/drawing/2014/main" id="{27BBB8ED-9D76-4E4F-BF4D-5A7FF5643591}"/>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8" name="Freeform 974">
                <a:extLst>
                  <a:ext uri="{FF2B5EF4-FFF2-40B4-BE49-F238E27FC236}">
                    <a16:creationId xmlns:a16="http://schemas.microsoft.com/office/drawing/2014/main" id="{02E9A54F-05AA-404E-91E8-11085F7EBD45}"/>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9" name="Oval 975">
                <a:extLst>
                  <a:ext uri="{FF2B5EF4-FFF2-40B4-BE49-F238E27FC236}">
                    <a16:creationId xmlns:a16="http://schemas.microsoft.com/office/drawing/2014/main" id="{9AC3BA29-CFE0-7A41-866E-F884B95B87E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0" name="Freeform 976">
                <a:extLst>
                  <a:ext uri="{FF2B5EF4-FFF2-40B4-BE49-F238E27FC236}">
                    <a16:creationId xmlns:a16="http://schemas.microsoft.com/office/drawing/2014/main" id="{E7FFF245-8A0A-2749-A793-25B6F30E9636}"/>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1" name="AutoShape 977">
                <a:extLst>
                  <a:ext uri="{FF2B5EF4-FFF2-40B4-BE49-F238E27FC236}">
                    <a16:creationId xmlns:a16="http://schemas.microsoft.com/office/drawing/2014/main" id="{774C1F7E-EF61-9041-A67B-B2D38BDB148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2" name="AutoShape 978">
                <a:extLst>
                  <a:ext uri="{FF2B5EF4-FFF2-40B4-BE49-F238E27FC236}">
                    <a16:creationId xmlns:a16="http://schemas.microsoft.com/office/drawing/2014/main" id="{8321AD11-FD38-2140-803F-0861F460D9A8}"/>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3" name="Oval 979">
                <a:extLst>
                  <a:ext uri="{FF2B5EF4-FFF2-40B4-BE49-F238E27FC236}">
                    <a16:creationId xmlns:a16="http://schemas.microsoft.com/office/drawing/2014/main" id="{3B03DD16-3989-194B-BD6E-9FAE3F6CDAA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4" name="Oval 980">
                <a:extLst>
                  <a:ext uri="{FF2B5EF4-FFF2-40B4-BE49-F238E27FC236}">
                    <a16:creationId xmlns:a16="http://schemas.microsoft.com/office/drawing/2014/main" id="{FB43C4D6-3355-2049-A335-F477077CE12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45" name="Oval 981">
                <a:extLst>
                  <a:ext uri="{FF2B5EF4-FFF2-40B4-BE49-F238E27FC236}">
                    <a16:creationId xmlns:a16="http://schemas.microsoft.com/office/drawing/2014/main" id="{8045FE53-47F3-754E-922B-AF14C036060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6" name="Rectangle 982">
                <a:extLst>
                  <a:ext uri="{FF2B5EF4-FFF2-40B4-BE49-F238E27FC236}">
                    <a16:creationId xmlns:a16="http://schemas.microsoft.com/office/drawing/2014/main" id="{970F4A74-CE34-AE4C-A565-ABAC41470B99}"/>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696917"/>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847730"/>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035055"/>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139830"/>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333505"/>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881067"/>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035055"/>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063630"/>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847730"/>
            <a:ext cx="814387" cy="401637"/>
          </a:xfrm>
          <a:prstGeom prst="line">
            <a:avLst/>
          </a:prstGeom>
          <a:noFill/>
          <a:ln w="12700" cap="flat" cmpd="sng" algn="ctr">
            <a:solidFill>
              <a:srgbClr val="000000"/>
            </a:solidFill>
            <a:prstDash val="solid"/>
          </a:ln>
          <a:effectLst/>
        </p:spPr>
      </p:cxnSp>
      <p:grpSp>
        <p:nvGrpSpPr>
          <p:cNvPr id="896" name="Group 895">
            <a:extLst>
              <a:ext uri="{FF2B5EF4-FFF2-40B4-BE49-F238E27FC236}">
                <a16:creationId xmlns:a16="http://schemas.microsoft.com/office/drawing/2014/main" id="{711F93EB-336F-294F-9B30-EC65C9DC0F9C}"/>
              </a:ext>
            </a:extLst>
          </p:cNvPr>
          <p:cNvGrpSpPr>
            <a:grpSpLocks/>
          </p:cNvGrpSpPr>
          <p:nvPr/>
        </p:nvGrpSpPr>
        <p:grpSpPr bwMode="auto">
          <a:xfrm>
            <a:off x="3274868" y="2950542"/>
            <a:ext cx="6978650" cy="1096963"/>
            <a:chOff x="1526216" y="3003498"/>
            <a:chExt cx="6978041" cy="1096962"/>
          </a:xfrm>
        </p:grpSpPr>
        <p:sp>
          <p:nvSpPr>
            <p:cNvPr id="897" name="TextBox 399">
              <a:extLst>
                <a:ext uri="{FF2B5EF4-FFF2-40B4-BE49-F238E27FC236}">
                  <a16:creationId xmlns:a16="http://schemas.microsoft.com/office/drawing/2014/main" id="{02C371D3-2C1E-5244-9747-22984982BA7B}"/>
                </a:ext>
              </a:extLst>
            </p:cNvPr>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898" name="TextBox 400">
              <a:extLst>
                <a:ext uri="{FF2B5EF4-FFF2-40B4-BE49-F238E27FC236}">
                  <a16:creationId xmlns:a16="http://schemas.microsoft.com/office/drawing/2014/main" id="{E9FCEA42-739D-C647-B0B2-29DF6799176C}"/>
                </a:ext>
              </a:extLst>
            </p:cNvPr>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899" name="Straight Connector 898">
              <a:extLst>
                <a:ext uri="{FF2B5EF4-FFF2-40B4-BE49-F238E27FC236}">
                  <a16:creationId xmlns:a16="http://schemas.microsoft.com/office/drawing/2014/main" id="{B4D02647-EB69-3549-8B8C-C214B4362D0C}"/>
                </a:ext>
              </a:extLst>
            </p:cNvPr>
            <p:cNvCxnSpPr/>
            <p:nvPr/>
          </p:nvCxnSpPr>
          <p:spPr bwMode="auto">
            <a:xfrm flipV="1">
              <a:off x="1526216" y="3579760"/>
              <a:ext cx="6978041" cy="11112"/>
            </a:xfrm>
            <a:prstGeom prst="line">
              <a:avLst/>
            </a:prstGeom>
            <a:noFill/>
            <a:ln w="25400" cap="flat" cmpd="sng" algn="ctr">
              <a:solidFill>
                <a:srgbClr val="000000"/>
              </a:solidFill>
              <a:prstDash val="dash"/>
            </a:ln>
            <a:effectLst/>
          </p:spPr>
        </p:cxnSp>
      </p:grpSp>
      <p:grpSp>
        <p:nvGrpSpPr>
          <p:cNvPr id="900" name="Group 899">
            <a:extLst>
              <a:ext uri="{FF2B5EF4-FFF2-40B4-BE49-F238E27FC236}">
                <a16:creationId xmlns:a16="http://schemas.microsoft.com/office/drawing/2014/main" id="{D1C980A1-7A81-E64E-86E7-AE4ADB468ED3}"/>
              </a:ext>
            </a:extLst>
          </p:cNvPr>
          <p:cNvGrpSpPr>
            <a:grpSpLocks/>
          </p:cNvGrpSpPr>
          <p:nvPr/>
        </p:nvGrpSpPr>
        <p:grpSpPr bwMode="auto">
          <a:xfrm>
            <a:off x="4186093" y="2682255"/>
            <a:ext cx="4295775" cy="320675"/>
            <a:chOff x="2433511" y="2792111"/>
            <a:chExt cx="4296530" cy="320561"/>
          </a:xfrm>
        </p:grpSpPr>
        <p:grpSp>
          <p:nvGrpSpPr>
            <p:cNvPr id="901" name="Group 401">
              <a:extLst>
                <a:ext uri="{FF2B5EF4-FFF2-40B4-BE49-F238E27FC236}">
                  <a16:creationId xmlns:a16="http://schemas.microsoft.com/office/drawing/2014/main" id="{0C7ACA51-7903-9B4D-A9BA-79FE11C0D1D4}"/>
                </a:ext>
              </a:extLst>
            </p:cNvPr>
            <p:cNvGrpSpPr>
              <a:grpSpLocks/>
            </p:cNvGrpSpPr>
            <p:nvPr/>
          </p:nvGrpSpPr>
          <p:grpSpPr bwMode="auto">
            <a:xfrm>
              <a:off x="2433511" y="2794083"/>
              <a:ext cx="349250" cy="317387"/>
              <a:chOff x="2931664" y="3912603"/>
              <a:chExt cx="430450" cy="329314"/>
            </a:xfrm>
          </p:grpSpPr>
          <p:sp>
            <p:nvSpPr>
              <p:cNvPr id="922" name="Rectangle 921">
                <a:extLst>
                  <a:ext uri="{FF2B5EF4-FFF2-40B4-BE49-F238E27FC236}">
                    <a16:creationId xmlns:a16="http://schemas.microsoft.com/office/drawing/2014/main" id="{4D33FA09-AAF7-044A-A5A8-F3F23C68AF3C}"/>
                  </a:ext>
                </a:extLst>
              </p:cNvPr>
              <p:cNvSpPr/>
              <p:nvPr/>
            </p:nvSpPr>
            <p:spPr>
              <a:xfrm>
                <a:off x="2937534" y="39122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23" name="Straight Connector 922">
                <a:extLst>
                  <a:ext uri="{FF2B5EF4-FFF2-40B4-BE49-F238E27FC236}">
                    <a16:creationId xmlns:a16="http://schemas.microsoft.com/office/drawing/2014/main" id="{C201AD05-8A56-4949-B304-A2A9AB5DD587}"/>
                  </a:ext>
                </a:extLst>
              </p:cNvPr>
              <p:cNvCxnSpPr/>
              <p:nvPr/>
            </p:nvCxnSpPr>
            <p:spPr>
              <a:xfrm>
                <a:off x="2931664" y="4004411"/>
                <a:ext cx="424654" cy="0"/>
              </a:xfrm>
              <a:prstGeom prst="line">
                <a:avLst/>
              </a:prstGeom>
              <a:noFill/>
              <a:ln w="3175" cap="flat" cmpd="sng" algn="ctr">
                <a:solidFill>
                  <a:srgbClr val="CC0000"/>
                </a:solidFill>
                <a:prstDash val="solid"/>
              </a:ln>
              <a:effectLst/>
            </p:spPr>
          </p:cxnSp>
          <p:cxnSp>
            <p:nvCxnSpPr>
              <p:cNvPr id="924" name="Straight Connector 923">
                <a:extLst>
                  <a:ext uri="{FF2B5EF4-FFF2-40B4-BE49-F238E27FC236}">
                    <a16:creationId xmlns:a16="http://schemas.microsoft.com/office/drawing/2014/main" id="{ED7C9AD7-08A8-D942-BF3A-F53E94AF4B95}"/>
                  </a:ext>
                </a:extLst>
              </p:cNvPr>
              <p:cNvCxnSpPr/>
              <p:nvPr/>
            </p:nvCxnSpPr>
            <p:spPr>
              <a:xfrm>
                <a:off x="2931664" y="4066980"/>
                <a:ext cx="424654" cy="0"/>
              </a:xfrm>
              <a:prstGeom prst="line">
                <a:avLst/>
              </a:prstGeom>
              <a:noFill/>
              <a:ln w="3175" cap="flat" cmpd="sng" algn="ctr">
                <a:solidFill>
                  <a:srgbClr val="CC0000"/>
                </a:solidFill>
                <a:prstDash val="solid"/>
              </a:ln>
              <a:effectLst/>
            </p:spPr>
          </p:cxnSp>
          <p:cxnSp>
            <p:nvCxnSpPr>
              <p:cNvPr id="925" name="Straight Connector 924">
                <a:extLst>
                  <a:ext uri="{FF2B5EF4-FFF2-40B4-BE49-F238E27FC236}">
                    <a16:creationId xmlns:a16="http://schemas.microsoft.com/office/drawing/2014/main" id="{143A10B8-06CC-D647-AEF7-2670CD772003}"/>
                  </a:ext>
                </a:extLst>
              </p:cNvPr>
              <p:cNvCxnSpPr>
                <a:stCxn id="922" idx="2"/>
              </p:cNvCxnSpPr>
              <p:nvPr/>
            </p:nvCxnSpPr>
            <p:spPr>
              <a:xfrm flipH="1" flipV="1">
                <a:off x="3148883" y="4004411"/>
                <a:ext cx="0" cy="237106"/>
              </a:xfrm>
              <a:prstGeom prst="line">
                <a:avLst/>
              </a:prstGeom>
              <a:noFill/>
              <a:ln w="3175" cap="flat" cmpd="sng" algn="ctr">
                <a:solidFill>
                  <a:srgbClr val="CC0000"/>
                </a:solidFill>
                <a:prstDash val="solid"/>
              </a:ln>
              <a:effectLst/>
            </p:spPr>
          </p:cxnSp>
        </p:grpSp>
        <p:grpSp>
          <p:nvGrpSpPr>
            <p:cNvPr id="902" name="Group 406">
              <a:extLst>
                <a:ext uri="{FF2B5EF4-FFF2-40B4-BE49-F238E27FC236}">
                  <a16:creationId xmlns:a16="http://schemas.microsoft.com/office/drawing/2014/main" id="{508A07A5-EEA9-904C-A972-4C4DADB52684}"/>
                </a:ext>
              </a:extLst>
            </p:cNvPr>
            <p:cNvGrpSpPr>
              <a:grpSpLocks/>
            </p:cNvGrpSpPr>
            <p:nvPr/>
          </p:nvGrpSpPr>
          <p:grpSpPr bwMode="auto">
            <a:xfrm>
              <a:off x="3348666" y="2792111"/>
              <a:ext cx="350838" cy="317387"/>
              <a:chOff x="2931664" y="3912603"/>
              <a:chExt cx="430450" cy="329314"/>
            </a:xfrm>
          </p:grpSpPr>
          <p:sp>
            <p:nvSpPr>
              <p:cNvPr id="918" name="Rectangle 917">
                <a:extLst>
                  <a:ext uri="{FF2B5EF4-FFF2-40B4-BE49-F238E27FC236}">
                    <a16:creationId xmlns:a16="http://schemas.microsoft.com/office/drawing/2014/main" id="{3F286581-2453-1F47-8CC7-5657614015DB}"/>
                  </a:ext>
                </a:extLst>
              </p:cNvPr>
              <p:cNvSpPr/>
              <p:nvPr/>
            </p:nvSpPr>
            <p:spPr>
              <a:xfrm>
                <a:off x="2936779" y="3912603"/>
                <a:ext cx="424681"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19" name="Straight Connector 918">
                <a:extLst>
                  <a:ext uri="{FF2B5EF4-FFF2-40B4-BE49-F238E27FC236}">
                    <a16:creationId xmlns:a16="http://schemas.microsoft.com/office/drawing/2014/main" id="{30F55D65-689B-184E-A7EE-17D45743B000}"/>
                  </a:ext>
                </a:extLst>
              </p:cNvPr>
              <p:cNvCxnSpPr/>
              <p:nvPr/>
            </p:nvCxnSpPr>
            <p:spPr>
              <a:xfrm>
                <a:off x="2930935" y="4004811"/>
                <a:ext cx="424681" cy="0"/>
              </a:xfrm>
              <a:prstGeom prst="line">
                <a:avLst/>
              </a:prstGeom>
              <a:noFill/>
              <a:ln w="3175" cap="flat" cmpd="sng" algn="ctr">
                <a:solidFill>
                  <a:srgbClr val="CC0000"/>
                </a:solidFill>
                <a:prstDash val="solid"/>
              </a:ln>
              <a:effectLst/>
            </p:spPr>
          </p:cxnSp>
          <p:cxnSp>
            <p:nvCxnSpPr>
              <p:cNvPr id="920" name="Straight Connector 919">
                <a:extLst>
                  <a:ext uri="{FF2B5EF4-FFF2-40B4-BE49-F238E27FC236}">
                    <a16:creationId xmlns:a16="http://schemas.microsoft.com/office/drawing/2014/main" id="{076ADE22-2AEF-5040-9FA3-121B2C370E3A}"/>
                  </a:ext>
                </a:extLst>
              </p:cNvPr>
              <p:cNvCxnSpPr/>
              <p:nvPr/>
            </p:nvCxnSpPr>
            <p:spPr>
              <a:xfrm>
                <a:off x="2930935" y="4067381"/>
                <a:ext cx="424681" cy="0"/>
              </a:xfrm>
              <a:prstGeom prst="line">
                <a:avLst/>
              </a:prstGeom>
              <a:noFill/>
              <a:ln w="3175" cap="flat" cmpd="sng" algn="ctr">
                <a:solidFill>
                  <a:srgbClr val="CC0000"/>
                </a:solidFill>
                <a:prstDash val="solid"/>
              </a:ln>
              <a:effectLst/>
            </p:spPr>
          </p:cxnSp>
          <p:cxnSp>
            <p:nvCxnSpPr>
              <p:cNvPr id="921" name="Straight Connector 920">
                <a:extLst>
                  <a:ext uri="{FF2B5EF4-FFF2-40B4-BE49-F238E27FC236}">
                    <a16:creationId xmlns:a16="http://schemas.microsoft.com/office/drawing/2014/main" id="{F2B6C973-6DE4-2349-9A6A-64B1F7541845}"/>
                  </a:ext>
                </a:extLst>
              </p:cNvPr>
              <p:cNvCxnSpPr>
                <a:stCxn id="918" idx="2"/>
              </p:cNvCxnSpPr>
              <p:nvPr/>
            </p:nvCxnSpPr>
            <p:spPr>
              <a:xfrm flipH="1" flipV="1">
                <a:off x="3147171" y="4004811"/>
                <a:ext cx="1949" cy="237106"/>
              </a:xfrm>
              <a:prstGeom prst="line">
                <a:avLst/>
              </a:prstGeom>
              <a:noFill/>
              <a:ln w="3175" cap="flat" cmpd="sng" algn="ctr">
                <a:solidFill>
                  <a:srgbClr val="CC0000"/>
                </a:solidFill>
                <a:prstDash val="solid"/>
              </a:ln>
              <a:effectLst/>
            </p:spPr>
          </p:cxnSp>
        </p:grpSp>
        <p:grpSp>
          <p:nvGrpSpPr>
            <p:cNvPr id="903" name="Group 411">
              <a:extLst>
                <a:ext uri="{FF2B5EF4-FFF2-40B4-BE49-F238E27FC236}">
                  <a16:creationId xmlns:a16="http://schemas.microsoft.com/office/drawing/2014/main" id="{AB449866-D0BC-6B4F-801B-0FA210DD8325}"/>
                </a:ext>
              </a:extLst>
            </p:cNvPr>
            <p:cNvGrpSpPr>
              <a:grpSpLocks/>
            </p:cNvGrpSpPr>
            <p:nvPr/>
          </p:nvGrpSpPr>
          <p:grpSpPr bwMode="auto">
            <a:xfrm>
              <a:off x="4182104" y="2792111"/>
              <a:ext cx="350837" cy="317387"/>
              <a:chOff x="2931664" y="3912603"/>
              <a:chExt cx="430450" cy="329314"/>
            </a:xfrm>
          </p:grpSpPr>
          <p:sp>
            <p:nvSpPr>
              <p:cNvPr id="914" name="Rectangle 913">
                <a:extLst>
                  <a:ext uri="{FF2B5EF4-FFF2-40B4-BE49-F238E27FC236}">
                    <a16:creationId xmlns:a16="http://schemas.microsoft.com/office/drawing/2014/main" id="{4E4F9BC1-F5BE-B344-A249-E838C680C739}"/>
                  </a:ext>
                </a:extLst>
              </p:cNvPr>
              <p:cNvSpPr/>
              <p:nvPr/>
            </p:nvSpPr>
            <p:spPr>
              <a:xfrm>
                <a:off x="2936958"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15" name="Straight Connector 914">
                <a:extLst>
                  <a:ext uri="{FF2B5EF4-FFF2-40B4-BE49-F238E27FC236}">
                    <a16:creationId xmlns:a16="http://schemas.microsoft.com/office/drawing/2014/main" id="{DB20F410-274B-C043-A0B4-75FDB2F514FF}"/>
                  </a:ext>
                </a:extLst>
              </p:cNvPr>
              <p:cNvCxnSpPr/>
              <p:nvPr/>
            </p:nvCxnSpPr>
            <p:spPr>
              <a:xfrm>
                <a:off x="2931113" y="4004811"/>
                <a:ext cx="424682" cy="0"/>
              </a:xfrm>
              <a:prstGeom prst="line">
                <a:avLst/>
              </a:prstGeom>
              <a:noFill/>
              <a:ln w="3175" cap="flat" cmpd="sng" algn="ctr">
                <a:solidFill>
                  <a:srgbClr val="CC0000"/>
                </a:solidFill>
                <a:prstDash val="solid"/>
              </a:ln>
              <a:effectLst/>
            </p:spPr>
          </p:cxnSp>
          <p:cxnSp>
            <p:nvCxnSpPr>
              <p:cNvPr id="916" name="Straight Connector 915">
                <a:extLst>
                  <a:ext uri="{FF2B5EF4-FFF2-40B4-BE49-F238E27FC236}">
                    <a16:creationId xmlns:a16="http://schemas.microsoft.com/office/drawing/2014/main" id="{7E028785-0101-4B45-BBD3-8308680B4792}"/>
                  </a:ext>
                </a:extLst>
              </p:cNvPr>
              <p:cNvCxnSpPr/>
              <p:nvPr/>
            </p:nvCxnSpPr>
            <p:spPr>
              <a:xfrm>
                <a:off x="2931113" y="4067381"/>
                <a:ext cx="424682" cy="0"/>
              </a:xfrm>
              <a:prstGeom prst="line">
                <a:avLst/>
              </a:prstGeom>
              <a:noFill/>
              <a:ln w="3175" cap="flat" cmpd="sng" algn="ctr">
                <a:solidFill>
                  <a:srgbClr val="CC0000"/>
                </a:solidFill>
                <a:prstDash val="solid"/>
              </a:ln>
              <a:effectLst/>
            </p:spPr>
          </p:cxnSp>
          <p:cxnSp>
            <p:nvCxnSpPr>
              <p:cNvPr id="917" name="Straight Connector 916">
                <a:extLst>
                  <a:ext uri="{FF2B5EF4-FFF2-40B4-BE49-F238E27FC236}">
                    <a16:creationId xmlns:a16="http://schemas.microsoft.com/office/drawing/2014/main" id="{A47B9AA0-7155-B643-A937-D99E939A959D}"/>
                  </a:ext>
                </a:extLst>
              </p:cNvPr>
              <p:cNvCxnSpPr>
                <a:stCxn id="914" idx="2"/>
              </p:cNvCxnSpPr>
              <p:nvPr/>
            </p:nvCxnSpPr>
            <p:spPr>
              <a:xfrm flipH="1" flipV="1">
                <a:off x="3147351" y="4004811"/>
                <a:ext cx="1947" cy="237106"/>
              </a:xfrm>
              <a:prstGeom prst="line">
                <a:avLst/>
              </a:prstGeom>
              <a:noFill/>
              <a:ln w="3175" cap="flat" cmpd="sng" algn="ctr">
                <a:solidFill>
                  <a:srgbClr val="CC0000"/>
                </a:solidFill>
                <a:prstDash val="solid"/>
              </a:ln>
              <a:effectLst/>
            </p:spPr>
          </p:cxnSp>
        </p:grpSp>
        <p:grpSp>
          <p:nvGrpSpPr>
            <p:cNvPr id="904" name="Group 416">
              <a:extLst>
                <a:ext uri="{FF2B5EF4-FFF2-40B4-BE49-F238E27FC236}">
                  <a16:creationId xmlns:a16="http://schemas.microsoft.com/office/drawing/2014/main" id="{6CFC219B-7363-534F-BBB9-2940C18F6DDC}"/>
                </a:ext>
              </a:extLst>
            </p:cNvPr>
            <p:cNvGrpSpPr>
              <a:grpSpLocks/>
            </p:cNvGrpSpPr>
            <p:nvPr/>
          </p:nvGrpSpPr>
          <p:grpSpPr bwMode="auto">
            <a:xfrm>
              <a:off x="5374316" y="2795285"/>
              <a:ext cx="349250" cy="317387"/>
              <a:chOff x="2931664" y="3912603"/>
              <a:chExt cx="430450" cy="329314"/>
            </a:xfrm>
          </p:grpSpPr>
          <p:sp>
            <p:nvSpPr>
              <p:cNvPr id="910" name="Rectangle 909">
                <a:extLst>
                  <a:ext uri="{FF2B5EF4-FFF2-40B4-BE49-F238E27FC236}">
                    <a16:creationId xmlns:a16="http://schemas.microsoft.com/office/drawing/2014/main" id="{A90F17FE-7DC7-C744-AC85-74012E165AB3}"/>
                  </a:ext>
                </a:extLst>
              </p:cNvPr>
              <p:cNvSpPr/>
              <p:nvPr/>
            </p:nvSpPr>
            <p:spPr>
              <a:xfrm>
                <a:off x="2937241" y="39126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11" name="Straight Connector 910">
                <a:extLst>
                  <a:ext uri="{FF2B5EF4-FFF2-40B4-BE49-F238E27FC236}">
                    <a16:creationId xmlns:a16="http://schemas.microsoft.com/office/drawing/2014/main" id="{493DE14E-A2F1-A249-AD60-B96754D395E1}"/>
                  </a:ext>
                </a:extLst>
              </p:cNvPr>
              <p:cNvCxnSpPr/>
              <p:nvPr/>
            </p:nvCxnSpPr>
            <p:spPr>
              <a:xfrm>
                <a:off x="2931371" y="4004811"/>
                <a:ext cx="424654" cy="0"/>
              </a:xfrm>
              <a:prstGeom prst="line">
                <a:avLst/>
              </a:prstGeom>
              <a:noFill/>
              <a:ln w="3175" cap="flat" cmpd="sng" algn="ctr">
                <a:solidFill>
                  <a:srgbClr val="CC0000"/>
                </a:solidFill>
                <a:prstDash val="solid"/>
              </a:ln>
              <a:effectLst/>
            </p:spPr>
          </p:cxnSp>
          <p:cxnSp>
            <p:nvCxnSpPr>
              <p:cNvPr id="912" name="Straight Connector 911">
                <a:extLst>
                  <a:ext uri="{FF2B5EF4-FFF2-40B4-BE49-F238E27FC236}">
                    <a16:creationId xmlns:a16="http://schemas.microsoft.com/office/drawing/2014/main" id="{8DFE02DA-2A86-4844-B164-F4DC02A4123A}"/>
                  </a:ext>
                </a:extLst>
              </p:cNvPr>
              <p:cNvCxnSpPr/>
              <p:nvPr/>
            </p:nvCxnSpPr>
            <p:spPr>
              <a:xfrm>
                <a:off x="2931371" y="4067381"/>
                <a:ext cx="424654" cy="0"/>
              </a:xfrm>
              <a:prstGeom prst="line">
                <a:avLst/>
              </a:prstGeom>
              <a:noFill/>
              <a:ln w="3175" cap="flat" cmpd="sng" algn="ctr">
                <a:solidFill>
                  <a:srgbClr val="CC0000"/>
                </a:solidFill>
                <a:prstDash val="solid"/>
              </a:ln>
              <a:effectLst/>
            </p:spPr>
          </p:cxnSp>
          <p:cxnSp>
            <p:nvCxnSpPr>
              <p:cNvPr id="913" name="Straight Connector 912">
                <a:extLst>
                  <a:ext uri="{FF2B5EF4-FFF2-40B4-BE49-F238E27FC236}">
                    <a16:creationId xmlns:a16="http://schemas.microsoft.com/office/drawing/2014/main" id="{C4AA7EE7-5C2E-8D48-989F-F7194666A353}"/>
                  </a:ext>
                </a:extLst>
              </p:cNvPr>
              <p:cNvCxnSpPr>
                <a:stCxn id="910" idx="2"/>
              </p:cNvCxnSpPr>
              <p:nvPr/>
            </p:nvCxnSpPr>
            <p:spPr>
              <a:xfrm flipH="1" flipV="1">
                <a:off x="3148590" y="4004811"/>
                <a:ext cx="0" cy="237106"/>
              </a:xfrm>
              <a:prstGeom prst="line">
                <a:avLst/>
              </a:prstGeom>
              <a:noFill/>
              <a:ln w="3175" cap="flat" cmpd="sng" algn="ctr">
                <a:solidFill>
                  <a:srgbClr val="CC0000"/>
                </a:solidFill>
                <a:prstDash val="solid"/>
              </a:ln>
              <a:effectLst/>
            </p:spPr>
          </p:cxnSp>
        </p:grpSp>
        <p:grpSp>
          <p:nvGrpSpPr>
            <p:cNvPr id="905" name="Group 421">
              <a:extLst>
                <a:ext uri="{FF2B5EF4-FFF2-40B4-BE49-F238E27FC236}">
                  <a16:creationId xmlns:a16="http://schemas.microsoft.com/office/drawing/2014/main" id="{1FA36B18-95B0-CB4E-95BE-59E9718161E7}"/>
                </a:ext>
              </a:extLst>
            </p:cNvPr>
            <p:cNvGrpSpPr>
              <a:grpSpLocks/>
            </p:cNvGrpSpPr>
            <p:nvPr/>
          </p:nvGrpSpPr>
          <p:grpSpPr bwMode="auto">
            <a:xfrm>
              <a:off x="6379204" y="2792111"/>
              <a:ext cx="350837" cy="317387"/>
              <a:chOff x="2931664" y="3912603"/>
              <a:chExt cx="430450" cy="329314"/>
            </a:xfrm>
          </p:grpSpPr>
          <p:sp>
            <p:nvSpPr>
              <p:cNvPr id="906" name="Rectangle 905">
                <a:extLst>
                  <a:ext uri="{FF2B5EF4-FFF2-40B4-BE49-F238E27FC236}">
                    <a16:creationId xmlns:a16="http://schemas.microsoft.com/office/drawing/2014/main" id="{EE684161-8E76-E041-95F6-E692F09DB739}"/>
                  </a:ext>
                </a:extLst>
              </p:cNvPr>
              <p:cNvSpPr/>
              <p:nvPr/>
            </p:nvSpPr>
            <p:spPr>
              <a:xfrm>
                <a:off x="2937432"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07" name="Straight Connector 906">
                <a:extLst>
                  <a:ext uri="{FF2B5EF4-FFF2-40B4-BE49-F238E27FC236}">
                    <a16:creationId xmlns:a16="http://schemas.microsoft.com/office/drawing/2014/main" id="{7927B3EE-2CC2-B44C-94F1-B69CA0A815A2}"/>
                  </a:ext>
                </a:extLst>
              </p:cNvPr>
              <p:cNvCxnSpPr/>
              <p:nvPr/>
            </p:nvCxnSpPr>
            <p:spPr>
              <a:xfrm>
                <a:off x="2931587" y="4004811"/>
                <a:ext cx="424682" cy="0"/>
              </a:xfrm>
              <a:prstGeom prst="line">
                <a:avLst/>
              </a:prstGeom>
              <a:noFill/>
              <a:ln w="3175" cap="flat" cmpd="sng" algn="ctr">
                <a:solidFill>
                  <a:srgbClr val="CC0000"/>
                </a:solidFill>
                <a:prstDash val="solid"/>
              </a:ln>
              <a:effectLst/>
            </p:spPr>
          </p:cxnSp>
          <p:cxnSp>
            <p:nvCxnSpPr>
              <p:cNvPr id="908" name="Straight Connector 907">
                <a:extLst>
                  <a:ext uri="{FF2B5EF4-FFF2-40B4-BE49-F238E27FC236}">
                    <a16:creationId xmlns:a16="http://schemas.microsoft.com/office/drawing/2014/main" id="{89B6595F-CFF0-3B40-B47C-ADB86E974281}"/>
                  </a:ext>
                </a:extLst>
              </p:cNvPr>
              <p:cNvCxnSpPr/>
              <p:nvPr/>
            </p:nvCxnSpPr>
            <p:spPr>
              <a:xfrm>
                <a:off x="2931587" y="4067381"/>
                <a:ext cx="424682" cy="0"/>
              </a:xfrm>
              <a:prstGeom prst="line">
                <a:avLst/>
              </a:prstGeom>
              <a:noFill/>
              <a:ln w="3175" cap="flat" cmpd="sng" algn="ctr">
                <a:solidFill>
                  <a:srgbClr val="CC0000"/>
                </a:solidFill>
                <a:prstDash val="solid"/>
              </a:ln>
              <a:effectLst/>
            </p:spPr>
          </p:cxnSp>
          <p:cxnSp>
            <p:nvCxnSpPr>
              <p:cNvPr id="909" name="Straight Connector 908">
                <a:extLst>
                  <a:ext uri="{FF2B5EF4-FFF2-40B4-BE49-F238E27FC236}">
                    <a16:creationId xmlns:a16="http://schemas.microsoft.com/office/drawing/2014/main" id="{C551D2B6-035F-CE4D-A43A-5FFB5AFCEED5}"/>
                  </a:ext>
                </a:extLst>
              </p:cNvPr>
              <p:cNvCxnSpPr>
                <a:stCxn id="906" idx="2"/>
              </p:cNvCxnSpPr>
              <p:nvPr/>
            </p:nvCxnSpPr>
            <p:spPr>
              <a:xfrm flipH="1" flipV="1">
                <a:off x="3147825" y="4004811"/>
                <a:ext cx="1947" cy="237106"/>
              </a:xfrm>
              <a:prstGeom prst="line">
                <a:avLst/>
              </a:prstGeom>
              <a:noFill/>
              <a:ln w="3175" cap="flat" cmpd="sng" algn="ctr">
                <a:solidFill>
                  <a:srgbClr val="CC0000"/>
                </a:solidFill>
                <a:prstDash val="solid"/>
              </a:ln>
              <a:effectLst/>
            </p:spPr>
          </p:cxnSp>
        </p:grpSp>
      </p:grpSp>
      <p:grpSp>
        <p:nvGrpSpPr>
          <p:cNvPr id="926" name="Group 925">
            <a:extLst>
              <a:ext uri="{FF2B5EF4-FFF2-40B4-BE49-F238E27FC236}">
                <a16:creationId xmlns:a16="http://schemas.microsoft.com/office/drawing/2014/main" id="{A988FEAF-222E-2C4B-8C38-8B6C17D4D63D}"/>
              </a:ext>
            </a:extLst>
          </p:cNvPr>
          <p:cNvGrpSpPr>
            <a:grpSpLocks/>
          </p:cNvGrpSpPr>
          <p:nvPr/>
        </p:nvGrpSpPr>
        <p:grpSpPr bwMode="auto">
          <a:xfrm>
            <a:off x="3605068" y="3656980"/>
            <a:ext cx="5211762" cy="2740025"/>
            <a:chOff x="1856416" y="3709935"/>
            <a:chExt cx="5211763" cy="2739614"/>
          </a:xfrm>
        </p:grpSpPr>
        <p:sp>
          <p:nvSpPr>
            <p:cNvPr id="927" name="Freeform 926">
              <a:extLst>
                <a:ext uri="{FF2B5EF4-FFF2-40B4-BE49-F238E27FC236}">
                  <a16:creationId xmlns:a16="http://schemas.microsoft.com/office/drawing/2014/main" id="{875BCAC4-B573-D54B-BF32-094096F89D98}"/>
                </a:ext>
              </a:extLst>
            </p:cNvPr>
            <p:cNvSpPr/>
            <p:nvPr/>
          </p:nvSpPr>
          <p:spPr>
            <a:xfrm>
              <a:off x="1877053" y="5330529"/>
              <a:ext cx="1281113" cy="758711"/>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28" name="Freeform 927">
              <a:extLst>
                <a:ext uri="{FF2B5EF4-FFF2-40B4-BE49-F238E27FC236}">
                  <a16:creationId xmlns:a16="http://schemas.microsoft.com/office/drawing/2014/main" id="{0D857BEA-FC6F-1449-A5C0-C21CC8BC5CED}"/>
                </a:ext>
              </a:extLst>
            </p:cNvPr>
            <p:cNvSpPr/>
            <p:nvPr/>
          </p:nvSpPr>
          <p:spPr>
            <a:xfrm>
              <a:off x="6202992" y="5428939"/>
              <a:ext cx="865187" cy="55395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29" name="Freeform 928">
              <a:extLst>
                <a:ext uri="{FF2B5EF4-FFF2-40B4-BE49-F238E27FC236}">
                  <a16:creationId xmlns:a16="http://schemas.microsoft.com/office/drawing/2014/main" id="{218DF382-E11C-A94A-ABF5-F93EB0534196}"/>
                </a:ext>
              </a:extLst>
            </p:cNvPr>
            <p:cNvSpPr/>
            <p:nvPr/>
          </p:nvSpPr>
          <p:spPr>
            <a:xfrm>
              <a:off x="5377492" y="5449574"/>
              <a:ext cx="676275" cy="89680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0" name="Freeform 929">
              <a:extLst>
                <a:ext uri="{FF2B5EF4-FFF2-40B4-BE49-F238E27FC236}">
                  <a16:creationId xmlns:a16="http://schemas.microsoft.com/office/drawing/2014/main" id="{BD4E8E8A-5281-2546-8825-0786245B15DA}"/>
                </a:ext>
              </a:extLst>
            </p:cNvPr>
            <p:cNvSpPr/>
            <p:nvPr/>
          </p:nvSpPr>
          <p:spPr>
            <a:xfrm>
              <a:off x="4340853" y="5470208"/>
              <a:ext cx="514350" cy="40157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1" name="Freeform 930">
              <a:extLst>
                <a:ext uri="{FF2B5EF4-FFF2-40B4-BE49-F238E27FC236}">
                  <a16:creationId xmlns:a16="http://schemas.microsoft.com/office/drawing/2014/main" id="{E78920D8-D684-1642-B41B-2CC538B9202E}"/>
                </a:ext>
              </a:extLst>
            </p:cNvPr>
            <p:cNvSpPr/>
            <p:nvPr/>
          </p:nvSpPr>
          <p:spPr>
            <a:xfrm>
              <a:off x="3561391" y="5433701"/>
              <a:ext cx="573087" cy="101584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932" name="Group 28">
              <a:extLst>
                <a:ext uri="{FF2B5EF4-FFF2-40B4-BE49-F238E27FC236}">
                  <a16:creationId xmlns:a16="http://schemas.microsoft.com/office/drawing/2014/main" id="{088ACE2A-7A5D-4F42-921C-CF157C288095}"/>
                </a:ext>
              </a:extLst>
            </p:cNvPr>
            <p:cNvGrpSpPr>
              <a:grpSpLocks/>
            </p:cNvGrpSpPr>
            <p:nvPr/>
          </p:nvGrpSpPr>
          <p:grpSpPr bwMode="auto">
            <a:xfrm>
              <a:off x="1856416" y="3709935"/>
              <a:ext cx="1049338" cy="1739900"/>
              <a:chOff x="1856416" y="3709935"/>
              <a:chExt cx="1049338" cy="1739900"/>
            </a:xfrm>
          </p:grpSpPr>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1867528" y="3957548"/>
                <a:ext cx="1027113"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1858805" y="5088863"/>
                <a:ext cx="1035373" cy="360972"/>
                <a:chOff x="4128636" y="3606589"/>
                <a:chExt cx="568145" cy="338667"/>
              </a:xfrm>
            </p:grpSpPr>
            <p:sp>
              <p:nvSpPr>
                <p:cNvPr id="1032" name="Oval 1031">
                  <a:extLst>
                    <a:ext uri="{FF2B5EF4-FFF2-40B4-BE49-F238E27FC236}">
                      <a16:creationId xmlns:a16="http://schemas.microsoft.com/office/drawing/2014/main" id="{6285E922-4389-6747-873A-ED742F93B7B8}"/>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1877053" y="4705148"/>
                <a:ext cx="102870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p:nvPr/>
            </p:nvCxnSpPr>
            <p:spPr bwMode="auto">
              <a:xfrm>
                <a:off x="1861178" y="3981356"/>
                <a:ext cx="17463" cy="1301555"/>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1856416" y="3709935"/>
                <a:ext cx="1044712" cy="39906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3" name="Group 29">
              <a:extLst>
                <a:ext uri="{FF2B5EF4-FFF2-40B4-BE49-F238E27FC236}">
                  <a16:creationId xmlns:a16="http://schemas.microsoft.com/office/drawing/2014/main" id="{BE1E7CEF-FBEC-2040-A3E0-0EBB60746AF9}"/>
                </a:ext>
              </a:extLst>
            </p:cNvPr>
            <p:cNvGrpSpPr>
              <a:grpSpLocks/>
            </p:cNvGrpSpPr>
            <p:nvPr/>
          </p:nvGrpSpPr>
          <p:grpSpPr bwMode="auto">
            <a:xfrm>
              <a:off x="3566154" y="3862335"/>
              <a:ext cx="514350" cy="1670050"/>
              <a:chOff x="3566154" y="3862335"/>
              <a:chExt cx="514350" cy="1670050"/>
            </a:xfrm>
          </p:grpSpPr>
          <p:sp>
            <p:nvSpPr>
              <p:cNvPr id="997" name="Rectangle 996">
                <a:extLst>
                  <a:ext uri="{FF2B5EF4-FFF2-40B4-BE49-F238E27FC236}">
                    <a16:creationId xmlns:a16="http://schemas.microsoft.com/office/drawing/2014/main" id="{7F242236-8B77-9144-8038-81B9BCAB1509}"/>
                  </a:ext>
                </a:extLst>
              </p:cNvPr>
              <p:cNvSpPr/>
              <p:nvPr/>
            </p:nvSpPr>
            <p:spPr bwMode="auto">
              <a:xfrm rot="10800000">
                <a:off x="3569201" y="39460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p:nvPr/>
            </p:nvCxnSpPr>
            <p:spPr bwMode="auto">
              <a:xfrm flipH="1">
                <a:off x="4078916" y="4019450"/>
                <a:ext cx="1587" cy="1365045"/>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3571302" y="5310688"/>
                <a:ext cx="507588" cy="221697"/>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3572503" y="4574992"/>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p:nvPr/>
            </p:nvCxnSpPr>
            <p:spPr bwMode="auto">
              <a:xfrm flipH="1">
                <a:off x="3566153" y="4027387"/>
                <a:ext cx="3175" cy="1450757"/>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3568667" y="3862335"/>
                <a:ext cx="503828" cy="248249"/>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4" name="Group 30">
              <a:extLst>
                <a:ext uri="{FF2B5EF4-FFF2-40B4-BE49-F238E27FC236}">
                  <a16:creationId xmlns:a16="http://schemas.microsoft.com/office/drawing/2014/main" id="{B108AACE-03DC-254D-AC34-727FF075B859}"/>
                </a:ext>
              </a:extLst>
            </p:cNvPr>
            <p:cNvGrpSpPr>
              <a:grpSpLocks/>
            </p:cNvGrpSpPr>
            <p:nvPr/>
          </p:nvGrpSpPr>
          <p:grpSpPr bwMode="auto">
            <a:xfrm>
              <a:off x="4348791" y="3867098"/>
              <a:ext cx="514350" cy="1670050"/>
              <a:chOff x="4348791" y="3867098"/>
              <a:chExt cx="514350" cy="1670050"/>
            </a:xfrm>
          </p:grpSpPr>
          <p:sp>
            <p:nvSpPr>
              <p:cNvPr id="977" name="Rectangle 976">
                <a:extLst>
                  <a:ext uri="{FF2B5EF4-FFF2-40B4-BE49-F238E27FC236}">
                    <a16:creationId xmlns:a16="http://schemas.microsoft.com/office/drawing/2014/main" id="{B0F9C3E9-A467-3F42-B81A-4399A9B977B8}"/>
                  </a:ext>
                </a:extLst>
              </p:cNvPr>
              <p:cNvSpPr/>
              <p:nvPr/>
            </p:nvSpPr>
            <p:spPr bwMode="auto">
              <a:xfrm rot="10800000">
                <a:off x="4351838" y="3950855"/>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p:nvPr/>
            </p:nvCxnSpPr>
            <p:spPr bwMode="auto">
              <a:xfrm flipH="1">
                <a:off x="4861553" y="4024212"/>
                <a:ext cx="1588" cy="136504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4353939" y="5315451"/>
                <a:ext cx="507588" cy="221697"/>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4355141" y="457975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p:nvPr/>
            </p:nvCxnSpPr>
            <p:spPr bwMode="auto">
              <a:xfrm flipH="1">
                <a:off x="4348791" y="4032148"/>
                <a:ext cx="3175" cy="1450757"/>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4351304" y="3867098"/>
                <a:ext cx="503828" cy="248249"/>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5" name="Group 48257">
              <a:extLst>
                <a:ext uri="{FF2B5EF4-FFF2-40B4-BE49-F238E27FC236}">
                  <a16:creationId xmlns:a16="http://schemas.microsoft.com/office/drawing/2014/main" id="{DFD8AD38-F69C-AE4E-A7C6-58BC92264C2E}"/>
                </a:ext>
              </a:extLst>
            </p:cNvPr>
            <p:cNvGrpSpPr>
              <a:grpSpLocks/>
            </p:cNvGrpSpPr>
            <p:nvPr/>
          </p:nvGrpSpPr>
          <p:grpSpPr bwMode="auto">
            <a:xfrm>
              <a:off x="5552116" y="3849635"/>
              <a:ext cx="514350" cy="1670050"/>
              <a:chOff x="5552116" y="3849635"/>
              <a:chExt cx="514350" cy="1670050"/>
            </a:xfrm>
          </p:grpSpPr>
          <p:sp>
            <p:nvSpPr>
              <p:cNvPr id="957" name="Rectangle 956">
                <a:extLst>
                  <a:ext uri="{FF2B5EF4-FFF2-40B4-BE49-F238E27FC236}">
                    <a16:creationId xmlns:a16="http://schemas.microsoft.com/office/drawing/2014/main" id="{B13372F6-7422-A24B-A223-1174A9270D3C}"/>
                  </a:ext>
                </a:extLst>
              </p:cNvPr>
              <p:cNvSpPr/>
              <p:nvPr/>
            </p:nvSpPr>
            <p:spPr bwMode="auto">
              <a:xfrm rot="10800000">
                <a:off x="5555163" y="39333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p:nvPr/>
            </p:nvCxnSpPr>
            <p:spPr bwMode="auto">
              <a:xfrm flipH="1">
                <a:off x="6064879" y="4006752"/>
                <a:ext cx="1588" cy="1365045"/>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5557264" y="5297988"/>
                <a:ext cx="507588" cy="221697"/>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5558467" y="456229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p:nvPr/>
            </p:nvCxnSpPr>
            <p:spPr bwMode="auto">
              <a:xfrm flipH="1">
                <a:off x="5552117" y="4014689"/>
                <a:ext cx="3175" cy="1450757"/>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5554629" y="3849635"/>
                <a:ext cx="503828" cy="248249"/>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6" name="Group 48258">
              <a:extLst>
                <a:ext uri="{FF2B5EF4-FFF2-40B4-BE49-F238E27FC236}">
                  <a16:creationId xmlns:a16="http://schemas.microsoft.com/office/drawing/2014/main" id="{47B32372-CF84-404F-9FD0-9ACFAC4EE60D}"/>
                </a:ext>
              </a:extLst>
            </p:cNvPr>
            <p:cNvGrpSpPr>
              <a:grpSpLocks/>
            </p:cNvGrpSpPr>
            <p:nvPr/>
          </p:nvGrpSpPr>
          <p:grpSpPr bwMode="auto">
            <a:xfrm>
              <a:off x="6547479" y="3836935"/>
              <a:ext cx="514350" cy="1671638"/>
              <a:chOff x="6547479" y="3836935"/>
              <a:chExt cx="514350" cy="1671638"/>
            </a:xfrm>
          </p:grpSpPr>
          <p:sp>
            <p:nvSpPr>
              <p:cNvPr id="937" name="Rectangle 936">
                <a:extLst>
                  <a:ext uri="{FF2B5EF4-FFF2-40B4-BE49-F238E27FC236}">
                    <a16:creationId xmlns:a16="http://schemas.microsoft.com/office/drawing/2014/main" id="{73DDF967-9AF3-2A4F-AE8E-6BE3B9FF2E91}"/>
                  </a:ext>
                </a:extLst>
              </p:cNvPr>
              <p:cNvSpPr/>
              <p:nvPr/>
            </p:nvSpPr>
            <p:spPr bwMode="auto">
              <a:xfrm rot="10800000">
                <a:off x="6550526" y="3920772"/>
                <a:ext cx="498084" cy="62924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p:nvPr/>
            </p:nvCxnSpPr>
            <p:spPr bwMode="auto">
              <a:xfrm flipH="1">
                <a:off x="7060242" y="3994054"/>
                <a:ext cx="1587" cy="1366633"/>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6552627" y="5286665"/>
                <a:ext cx="507588" cy="221908"/>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6553829" y="4551184"/>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p:nvPr/>
            </p:nvCxnSpPr>
            <p:spPr bwMode="auto">
              <a:xfrm flipH="1">
                <a:off x="6547479" y="4001991"/>
                <a:ext cx="3175" cy="1452344"/>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6549992" y="3836935"/>
                <a:ext cx="503828" cy="248485"/>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37" name="Group 1036">
            <a:extLst>
              <a:ext uri="{FF2B5EF4-FFF2-40B4-BE49-F238E27FC236}">
                <a16:creationId xmlns:a16="http://schemas.microsoft.com/office/drawing/2014/main" id="{B91F629B-CF25-F443-9115-62469DD7E55B}"/>
              </a:ext>
            </a:extLst>
          </p:cNvPr>
          <p:cNvGrpSpPr>
            <a:grpSpLocks/>
          </p:cNvGrpSpPr>
          <p:nvPr/>
        </p:nvGrpSpPr>
        <p:grpSpPr bwMode="auto">
          <a:xfrm>
            <a:off x="4130530" y="2423492"/>
            <a:ext cx="4416425" cy="2314575"/>
            <a:chOff x="2381956" y="2435173"/>
            <a:chExt cx="4415330" cy="2315048"/>
          </a:xfrm>
        </p:grpSpPr>
        <p:sp>
          <p:nvSpPr>
            <p:cNvPr id="1038" name="Freeform 1037">
              <a:extLst>
                <a:ext uri="{FF2B5EF4-FFF2-40B4-BE49-F238E27FC236}">
                  <a16:creationId xmlns:a16="http://schemas.microsoft.com/office/drawing/2014/main" id="{9766E8B3-28C0-B742-8340-745064581E4E}"/>
                </a:ext>
              </a:extLst>
            </p:cNvPr>
            <p:cNvSpPr/>
            <p:nvPr/>
          </p:nvSpPr>
          <p:spPr>
            <a:xfrm>
              <a:off x="2381956" y="2439937"/>
              <a:ext cx="296789" cy="1743431"/>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Gill Sans MT"/>
                <a:ea typeface="+mn-ea"/>
                <a:cs typeface="+mn-cs"/>
              </a:endParaRPr>
            </a:p>
          </p:txBody>
        </p:sp>
        <p:sp>
          <p:nvSpPr>
            <p:cNvPr id="1039" name="Freeform 1038">
              <a:extLst>
                <a:ext uri="{FF2B5EF4-FFF2-40B4-BE49-F238E27FC236}">
                  <a16:creationId xmlns:a16="http://schemas.microsoft.com/office/drawing/2014/main" id="{CDF62C6F-3C23-F349-9A9F-804273D0BA51}"/>
                </a:ext>
              </a:extLst>
            </p:cNvPr>
            <p:cNvSpPr/>
            <p:nvPr/>
          </p:nvSpPr>
          <p:spPr>
            <a:xfrm flipH="1">
              <a:off x="6411620" y="2435173"/>
              <a:ext cx="385666" cy="2300758"/>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cxnSp>
          <p:nvCxnSpPr>
            <p:cNvPr id="1040" name="Straight Arrow Connector 1039">
              <a:extLst>
                <a:ext uri="{FF2B5EF4-FFF2-40B4-BE49-F238E27FC236}">
                  <a16:creationId xmlns:a16="http://schemas.microsoft.com/office/drawing/2014/main" id="{497E72DF-A12C-4044-A2D6-B881FE41D269}"/>
                </a:ext>
              </a:extLst>
            </p:cNvPr>
            <p:cNvCxnSpPr/>
            <p:nvPr/>
          </p:nvCxnSpPr>
          <p:spPr>
            <a:xfrm flipV="1">
              <a:off x="5791061" y="2687638"/>
              <a:ext cx="7936" cy="2062583"/>
            </a:xfrm>
            <a:prstGeom prst="straightConnector1">
              <a:avLst/>
            </a:prstGeom>
            <a:noFill/>
            <a:ln w="31750" cap="flat" cmpd="sng" algn="ctr">
              <a:solidFill>
                <a:srgbClr val="CC0000"/>
              </a:solidFill>
              <a:prstDash val="solid"/>
              <a:headEnd type="triangle"/>
              <a:tailEnd type="triangle"/>
            </a:ln>
            <a:effectLst/>
          </p:spPr>
        </p:cxnSp>
        <p:cxnSp>
          <p:nvCxnSpPr>
            <p:cNvPr id="1041" name="Straight Arrow Connector 1040">
              <a:extLst>
                <a:ext uri="{FF2B5EF4-FFF2-40B4-BE49-F238E27FC236}">
                  <a16:creationId xmlns:a16="http://schemas.microsoft.com/office/drawing/2014/main" id="{EF8C79E1-BE27-8F43-B34B-79F8C5338E4E}"/>
                </a:ext>
              </a:extLst>
            </p:cNvPr>
            <p:cNvCxnSpPr/>
            <p:nvPr/>
          </p:nvCxnSpPr>
          <p:spPr>
            <a:xfrm flipV="1">
              <a:off x="4599144" y="2708279"/>
              <a:ext cx="17458" cy="2037179"/>
            </a:xfrm>
            <a:prstGeom prst="straightConnector1">
              <a:avLst/>
            </a:prstGeom>
            <a:noFill/>
            <a:ln w="31750" cap="flat" cmpd="sng" algn="ctr">
              <a:solidFill>
                <a:srgbClr val="CC0000"/>
              </a:solidFill>
              <a:prstDash val="solid"/>
              <a:headEnd type="triangle"/>
              <a:tailEnd type="triangle"/>
            </a:ln>
            <a:effectLst/>
          </p:spPr>
        </p:cxnSp>
        <p:cxnSp>
          <p:nvCxnSpPr>
            <p:cNvPr id="1042" name="Straight Arrow Connector 1041">
              <a:extLst>
                <a:ext uri="{FF2B5EF4-FFF2-40B4-BE49-F238E27FC236}">
                  <a16:creationId xmlns:a16="http://schemas.microsoft.com/office/drawing/2014/main" id="{4B55563F-765E-CC4D-92B4-D17FBE1B08A6}"/>
                </a:ext>
              </a:extLst>
            </p:cNvPr>
            <p:cNvCxnSpPr/>
            <p:nvPr/>
          </p:nvCxnSpPr>
          <p:spPr>
            <a:xfrm flipH="1" flipV="1">
              <a:off x="3807178" y="2762265"/>
              <a:ext cx="9523" cy="1983193"/>
            </a:xfrm>
            <a:prstGeom prst="straightConnector1">
              <a:avLst/>
            </a:prstGeom>
            <a:noFill/>
            <a:ln w="31750" cap="flat" cmpd="sng" algn="ctr">
              <a:solidFill>
                <a:srgbClr val="CC0000"/>
              </a:solidFill>
              <a:prstDash val="solid"/>
              <a:headEnd type="triangle"/>
              <a:tailEnd type="triangle"/>
            </a:ln>
            <a:effectLst/>
          </p:spPr>
        </p:cxn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805093" y="4634880"/>
            <a:ext cx="4957762" cy="693737"/>
            <a:chOff x="2055070" y="4690247"/>
            <a:chExt cx="4956877" cy="694339"/>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05320" y="5055434"/>
              <a:ext cx="430131" cy="329152"/>
              <a:chOff x="2931664" y="3912603"/>
              <a:chExt cx="430450" cy="329314"/>
            </a:xfrm>
          </p:grpSpPr>
          <p:sp>
            <p:nvSpPr>
              <p:cNvPr id="1065" name="Rectangle 1064">
                <a:extLst>
                  <a:ext uri="{FF2B5EF4-FFF2-40B4-BE49-F238E27FC236}">
                    <a16:creationId xmlns:a16="http://schemas.microsoft.com/office/drawing/2014/main" id="{C71DD82B-ED54-9D40-848F-40B6802EC749}"/>
                  </a:ext>
                </a:extLst>
              </p:cNvPr>
              <p:cNvSpPr/>
              <p:nvPr/>
            </p:nvSpPr>
            <p:spPr>
              <a:xfrm>
                <a:off x="2936890"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32124"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32124"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48146"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387957" y="5055368"/>
              <a:ext cx="430131" cy="329152"/>
              <a:chOff x="2931664" y="3912603"/>
              <a:chExt cx="430450" cy="329314"/>
            </a:xfrm>
          </p:grpSpPr>
          <p:sp>
            <p:nvSpPr>
              <p:cNvPr id="1061" name="Rectangle 1060">
                <a:extLst>
                  <a:ext uri="{FF2B5EF4-FFF2-40B4-BE49-F238E27FC236}">
                    <a16:creationId xmlns:a16="http://schemas.microsoft.com/office/drawing/2014/main" id="{CDA497B5-1F53-4B4A-B52C-8AF25ACDEA7D}"/>
                  </a:ext>
                </a:extLst>
              </p:cNvPr>
              <p:cNvSpPr/>
              <p:nvPr/>
            </p:nvSpPr>
            <p:spPr>
              <a:xfrm>
                <a:off x="2936750"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31985"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31985"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48007"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591804" y="5053093"/>
              <a:ext cx="430212" cy="328614"/>
              <a:chOff x="2932186" y="3913304"/>
              <a:chExt cx="430531" cy="328775"/>
            </a:xfrm>
          </p:grpSpPr>
          <p:sp>
            <p:nvSpPr>
              <p:cNvPr id="1057" name="Rectangle 1056">
                <a:extLst>
                  <a:ext uri="{FF2B5EF4-FFF2-40B4-BE49-F238E27FC236}">
                    <a16:creationId xmlns:a16="http://schemas.microsoft.com/office/drawing/2014/main" id="{7E038D77-DD73-D34F-AE34-D667F6E9B9F0}"/>
                  </a:ext>
                </a:extLst>
              </p:cNvPr>
              <p:cNvSpPr/>
              <p:nvPr/>
            </p:nvSpPr>
            <p:spPr>
              <a:xfrm>
                <a:off x="2936535"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31771"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31771"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47792"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581816" y="5045656"/>
              <a:ext cx="430131" cy="329465"/>
              <a:chOff x="2931664" y="3912603"/>
              <a:chExt cx="430450" cy="329314"/>
            </a:xfrm>
          </p:grpSpPr>
          <p:sp>
            <p:nvSpPr>
              <p:cNvPr id="1053" name="Rectangle 1052">
                <a:extLst>
                  <a:ext uri="{FF2B5EF4-FFF2-40B4-BE49-F238E27FC236}">
                    <a16:creationId xmlns:a16="http://schemas.microsoft.com/office/drawing/2014/main" id="{F4182402-0285-CD46-9828-6534BE97D257}"/>
                  </a:ext>
                </a:extLst>
              </p:cNvPr>
              <p:cNvSpPr/>
              <p:nvPr/>
            </p:nvSpPr>
            <p:spPr>
              <a:xfrm>
                <a:off x="2936425"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3166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31660"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4768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890592"/>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749305"/>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209680"/>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01755"/>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10" name="Group 11">
            <a:extLst>
              <a:ext uri="{FF2B5EF4-FFF2-40B4-BE49-F238E27FC236}">
                <a16:creationId xmlns:a16="http://schemas.microsoft.com/office/drawing/2014/main" id="{E5217315-CB03-2542-94D5-3FA12A407609}"/>
              </a:ext>
            </a:extLst>
          </p:cNvPr>
          <p:cNvGrpSpPr>
            <a:grpSpLocks/>
          </p:cNvGrpSpPr>
          <p:nvPr/>
        </p:nvGrpSpPr>
        <p:grpSpPr bwMode="auto">
          <a:xfrm>
            <a:off x="4494536" y="2167905"/>
            <a:ext cx="3597875" cy="493470"/>
            <a:chOff x="2705100" y="2011398"/>
            <a:chExt cx="3597533" cy="493677"/>
          </a:xfrm>
        </p:grpSpPr>
        <p:sp>
          <p:nvSpPr>
            <p:cNvPr id="1135" name="Oval 1134">
              <a:extLst>
                <a:ext uri="{FF2B5EF4-FFF2-40B4-BE49-F238E27FC236}">
                  <a16:creationId xmlns:a16="http://schemas.microsoft.com/office/drawing/2014/main" id="{57A6E143-0094-5D49-8A05-004EA3A97A71}"/>
                </a:ext>
              </a:extLst>
            </p:cNvPr>
            <p:cNvSpPr/>
            <p:nvPr/>
          </p:nvSpPr>
          <p:spPr bwMode="auto">
            <a:xfrm>
              <a:off x="2722092" y="2011398"/>
              <a:ext cx="3581060" cy="492331"/>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6" name="Oval 1135">
              <a:extLst>
                <a:ext uri="{FF2B5EF4-FFF2-40B4-BE49-F238E27FC236}">
                  <a16:creationId xmlns:a16="http://schemas.microsoft.com/office/drawing/2014/main" id="{431997AA-2888-D042-A558-B6DE0F737D3F}"/>
                </a:ext>
              </a:extLst>
            </p:cNvPr>
            <p:cNvSpPr/>
            <p:nvPr/>
          </p:nvSpPr>
          <p:spPr bwMode="auto">
            <a:xfrm>
              <a:off x="2704632" y="2012986"/>
              <a:ext cx="3581060" cy="49233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7" name="TextBox 389">
              <a:extLst>
                <a:ext uri="{FF2B5EF4-FFF2-40B4-BE49-F238E27FC236}">
                  <a16:creationId xmlns:a16="http://schemas.microsoft.com/office/drawing/2014/main" id="{D0AF8FB3-4D5B-7B4A-8B82-CF15E8A6F1F0}"/>
                </a:ext>
              </a:extLst>
            </p:cNvPr>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Remote Controller</a:t>
              </a:r>
            </a:p>
          </p:txBody>
        </p:sp>
      </p:grpSp>
      <p:grpSp>
        <p:nvGrpSpPr>
          <p:cNvPr id="3" name="Group 2">
            <a:extLst>
              <a:ext uri="{FF2B5EF4-FFF2-40B4-BE49-F238E27FC236}">
                <a16:creationId xmlns:a16="http://schemas.microsoft.com/office/drawing/2014/main" id="{370F660B-2991-C94D-80D9-F1429AC36768}"/>
              </a:ext>
            </a:extLst>
          </p:cNvPr>
          <p:cNvGrpSpPr/>
          <p:nvPr/>
        </p:nvGrpSpPr>
        <p:grpSpPr>
          <a:xfrm>
            <a:off x="3674918" y="4177613"/>
            <a:ext cx="5095875" cy="822392"/>
            <a:chOff x="3674918" y="4177613"/>
            <a:chExt cx="5095875" cy="822392"/>
          </a:xfrm>
        </p:grpSpPr>
        <p:grpSp>
          <p:nvGrpSpPr>
            <p:cNvPr id="1111" name="Group 441">
              <a:extLst>
                <a:ext uri="{FF2B5EF4-FFF2-40B4-BE49-F238E27FC236}">
                  <a16:creationId xmlns:a16="http://schemas.microsoft.com/office/drawing/2014/main" id="{0C03A32C-FA65-214B-B936-B6E1B2C384AE}"/>
                </a:ext>
              </a:extLst>
            </p:cNvPr>
            <p:cNvGrpSpPr>
              <a:grpSpLocks/>
            </p:cNvGrpSpPr>
            <p:nvPr/>
          </p:nvGrpSpPr>
          <p:grpSpPr bwMode="auto">
            <a:xfrm>
              <a:off x="3674918" y="4177613"/>
              <a:ext cx="923628" cy="405783"/>
              <a:chOff x="2705100" y="2011398"/>
              <a:chExt cx="3597533" cy="493677"/>
            </a:xfrm>
          </p:grpSpPr>
          <p:sp>
            <p:nvSpPr>
              <p:cNvPr id="1132" name="Oval 1131">
                <a:extLst>
                  <a:ext uri="{FF2B5EF4-FFF2-40B4-BE49-F238E27FC236}">
                    <a16:creationId xmlns:a16="http://schemas.microsoft.com/office/drawing/2014/main" id="{F74AE388-0960-CF47-B1A1-1ABEEB3A9CAF}"/>
                  </a:ext>
                </a:extLst>
              </p:cNvPr>
              <p:cNvSpPr/>
              <p:nvPr/>
            </p:nvSpPr>
            <p:spPr bwMode="auto">
              <a:xfrm>
                <a:off x="2723648" y="2011480"/>
                <a:ext cx="3580142" cy="492496"/>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3" name="Oval 1132">
                <a:extLst>
                  <a:ext uri="{FF2B5EF4-FFF2-40B4-BE49-F238E27FC236}">
                    <a16:creationId xmlns:a16="http://schemas.microsoft.com/office/drawing/2014/main" id="{1181AFDF-673F-BE48-B342-3AE78D0EFECC}"/>
                  </a:ext>
                </a:extLst>
              </p:cNvPr>
              <p:cNvSpPr/>
              <p:nvPr/>
            </p:nvSpPr>
            <p:spPr bwMode="auto">
              <a:xfrm>
                <a:off x="2705100" y="2013410"/>
                <a:ext cx="3580138" cy="492497"/>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4" name="TextBox 389">
                <a:extLst>
                  <a:ext uri="{FF2B5EF4-FFF2-40B4-BE49-F238E27FC236}">
                    <a16:creationId xmlns:a16="http://schemas.microsoft.com/office/drawing/2014/main" id="{F3932BCA-D430-FC40-B54E-015140A71EFE}"/>
                  </a:ext>
                </a:extLst>
              </p:cNvPr>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p>
            </p:txBody>
          </p:sp>
        </p:grpSp>
        <p:grpSp>
          <p:nvGrpSpPr>
            <p:cNvPr id="1112" name="Group 16">
              <a:extLst>
                <a:ext uri="{FF2B5EF4-FFF2-40B4-BE49-F238E27FC236}">
                  <a16:creationId xmlns:a16="http://schemas.microsoft.com/office/drawing/2014/main" id="{C3F9499B-4024-2B4E-8994-25AA993B23C7}"/>
                </a:ext>
              </a:extLst>
            </p:cNvPr>
            <p:cNvGrpSpPr>
              <a:grpSpLocks/>
            </p:cNvGrpSpPr>
            <p:nvPr/>
          </p:nvGrpSpPr>
          <p:grpSpPr bwMode="auto">
            <a:xfrm>
              <a:off x="5338708" y="4714256"/>
              <a:ext cx="463612" cy="285749"/>
              <a:chOff x="3558850" y="4573304"/>
              <a:chExt cx="463568" cy="285869"/>
            </a:xfrm>
          </p:grpSpPr>
          <p:grpSp>
            <p:nvGrpSpPr>
              <p:cNvPr id="1128" name="Group 12">
                <a:extLst>
                  <a:ext uri="{FF2B5EF4-FFF2-40B4-BE49-F238E27FC236}">
                    <a16:creationId xmlns:a16="http://schemas.microsoft.com/office/drawing/2014/main" id="{643660C7-BD5F-8243-BB52-5E41566520BE}"/>
                  </a:ext>
                </a:extLst>
              </p:cNvPr>
              <p:cNvGrpSpPr>
                <a:grpSpLocks/>
              </p:cNvGrpSpPr>
              <p:nvPr/>
            </p:nvGrpSpPr>
            <p:grpSpPr bwMode="auto">
              <a:xfrm>
                <a:off x="3558850" y="4577634"/>
                <a:ext cx="463568" cy="262710"/>
                <a:chOff x="3558850" y="4577634"/>
                <a:chExt cx="463568" cy="262710"/>
              </a:xfrm>
            </p:grpSpPr>
            <p:sp>
              <p:nvSpPr>
                <p:cNvPr id="1130" name="Oval 1129">
                  <a:extLst>
                    <a:ext uri="{FF2B5EF4-FFF2-40B4-BE49-F238E27FC236}">
                      <a16:creationId xmlns:a16="http://schemas.microsoft.com/office/drawing/2014/main" id="{EB6F94A5-07EA-824D-BCE4-E412F1D275A9}"/>
                    </a:ext>
                  </a:extLst>
                </p:cNvPr>
                <p:cNvSpPr/>
                <p:nvPr/>
              </p:nvSpPr>
              <p:spPr bwMode="auto">
                <a:xfrm>
                  <a:off x="3573046" y="4578067"/>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1" name="Oval 1130">
                  <a:extLst>
                    <a:ext uri="{FF2B5EF4-FFF2-40B4-BE49-F238E27FC236}">
                      <a16:creationId xmlns:a16="http://schemas.microsoft.com/office/drawing/2014/main" id="{3AFA8449-4699-DE4E-AD4F-2F50FF91F472}"/>
                    </a:ext>
                  </a:extLst>
                </p:cNvPr>
                <p:cNvSpPr/>
                <p:nvPr/>
              </p:nvSpPr>
              <p:spPr bwMode="auto">
                <a:xfrm>
                  <a:off x="3558760" y="4587596"/>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29" name="TextBox 389">
                <a:extLst>
                  <a:ext uri="{FF2B5EF4-FFF2-40B4-BE49-F238E27FC236}">
                    <a16:creationId xmlns:a16="http://schemas.microsoft.com/office/drawing/2014/main" id="{64D840F2-5A70-9E44-A243-269898185070}"/>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3" name="Group 450">
              <a:extLst>
                <a:ext uri="{FF2B5EF4-FFF2-40B4-BE49-F238E27FC236}">
                  <a16:creationId xmlns:a16="http://schemas.microsoft.com/office/drawing/2014/main" id="{AADDBF22-BF75-E042-B015-F1D30A1937CF}"/>
                </a:ext>
              </a:extLst>
            </p:cNvPr>
            <p:cNvGrpSpPr>
              <a:grpSpLocks/>
            </p:cNvGrpSpPr>
            <p:nvPr/>
          </p:nvGrpSpPr>
          <p:grpSpPr bwMode="auto">
            <a:xfrm>
              <a:off x="6118930" y="4712138"/>
              <a:ext cx="463612" cy="285749"/>
              <a:chOff x="3558850" y="4573304"/>
              <a:chExt cx="463568" cy="285869"/>
            </a:xfrm>
          </p:grpSpPr>
          <p:grpSp>
            <p:nvGrpSpPr>
              <p:cNvPr id="1124" name="Group 451">
                <a:extLst>
                  <a:ext uri="{FF2B5EF4-FFF2-40B4-BE49-F238E27FC236}">
                    <a16:creationId xmlns:a16="http://schemas.microsoft.com/office/drawing/2014/main" id="{BD64AF44-6F7F-1747-8E26-3E6D0EDDA010}"/>
                  </a:ext>
                </a:extLst>
              </p:cNvPr>
              <p:cNvGrpSpPr>
                <a:grpSpLocks/>
              </p:cNvGrpSpPr>
              <p:nvPr/>
            </p:nvGrpSpPr>
            <p:grpSpPr bwMode="auto">
              <a:xfrm>
                <a:off x="3558850" y="4577634"/>
                <a:ext cx="463568" cy="262710"/>
                <a:chOff x="3558850" y="4577634"/>
                <a:chExt cx="463568" cy="262710"/>
              </a:xfrm>
            </p:grpSpPr>
            <p:sp>
              <p:nvSpPr>
                <p:cNvPr id="1126" name="Oval 1125">
                  <a:extLst>
                    <a:ext uri="{FF2B5EF4-FFF2-40B4-BE49-F238E27FC236}">
                      <a16:creationId xmlns:a16="http://schemas.microsoft.com/office/drawing/2014/main" id="{B13E6B0A-9B22-874D-A5BB-CAB7052B0E58}"/>
                    </a:ext>
                  </a:extLst>
                </p:cNvPr>
                <p:cNvSpPr/>
                <p:nvPr/>
              </p:nvSpPr>
              <p:spPr bwMode="auto">
                <a:xfrm>
                  <a:off x="3573874" y="4581775"/>
                  <a:ext cx="439696" cy="257283"/>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27" name="Oval 1126">
                  <a:extLst>
                    <a:ext uri="{FF2B5EF4-FFF2-40B4-BE49-F238E27FC236}">
                      <a16:creationId xmlns:a16="http://schemas.microsoft.com/office/drawing/2014/main" id="{88C69275-D6D4-D64E-9433-86A12EE44DC2}"/>
                    </a:ext>
                  </a:extLst>
                </p:cNvPr>
                <p:cNvSpPr/>
                <p:nvPr/>
              </p:nvSpPr>
              <p:spPr bwMode="auto">
                <a:xfrm>
                  <a:off x="3559588" y="4591304"/>
                  <a:ext cx="463506" cy="24934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25" name="TextBox 389">
                <a:extLst>
                  <a:ext uri="{FF2B5EF4-FFF2-40B4-BE49-F238E27FC236}">
                    <a16:creationId xmlns:a16="http://schemas.microsoft.com/office/drawing/2014/main" id="{137E9DC6-E808-9244-BE10-49D98EA5A17A}"/>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4" name="Group 455">
              <a:extLst>
                <a:ext uri="{FF2B5EF4-FFF2-40B4-BE49-F238E27FC236}">
                  <a16:creationId xmlns:a16="http://schemas.microsoft.com/office/drawing/2014/main" id="{F9EC1EDD-92AD-2245-AE89-053A0D1F0A45}"/>
                </a:ext>
              </a:extLst>
            </p:cNvPr>
            <p:cNvGrpSpPr>
              <a:grpSpLocks/>
            </p:cNvGrpSpPr>
            <p:nvPr/>
          </p:nvGrpSpPr>
          <p:grpSpPr bwMode="auto">
            <a:xfrm>
              <a:off x="7319300" y="4710021"/>
              <a:ext cx="463612" cy="285749"/>
              <a:chOff x="3558850" y="4573304"/>
              <a:chExt cx="463568" cy="285869"/>
            </a:xfrm>
          </p:grpSpPr>
          <p:grpSp>
            <p:nvGrpSpPr>
              <p:cNvPr id="1120" name="Group 456">
                <a:extLst>
                  <a:ext uri="{FF2B5EF4-FFF2-40B4-BE49-F238E27FC236}">
                    <a16:creationId xmlns:a16="http://schemas.microsoft.com/office/drawing/2014/main" id="{CB1EA6B7-79F6-7C4E-B31B-F6338BD15A28}"/>
                  </a:ext>
                </a:extLst>
              </p:cNvPr>
              <p:cNvGrpSpPr>
                <a:grpSpLocks/>
              </p:cNvGrpSpPr>
              <p:nvPr/>
            </p:nvGrpSpPr>
            <p:grpSpPr bwMode="auto">
              <a:xfrm>
                <a:off x="3558850" y="4577634"/>
                <a:ext cx="463568" cy="262710"/>
                <a:chOff x="3558850" y="4577634"/>
                <a:chExt cx="463568" cy="262710"/>
              </a:xfrm>
            </p:grpSpPr>
            <p:sp>
              <p:nvSpPr>
                <p:cNvPr id="1122" name="Oval 1121">
                  <a:extLst>
                    <a:ext uri="{FF2B5EF4-FFF2-40B4-BE49-F238E27FC236}">
                      <a16:creationId xmlns:a16="http://schemas.microsoft.com/office/drawing/2014/main" id="{9BF9A7D0-3676-5B44-9F92-551F82BA815A}"/>
                    </a:ext>
                  </a:extLst>
                </p:cNvPr>
                <p:cNvSpPr/>
                <p:nvPr/>
              </p:nvSpPr>
              <p:spPr bwMode="auto">
                <a:xfrm>
                  <a:off x="3573654" y="4577540"/>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23" name="Oval 1122">
                  <a:extLst>
                    <a:ext uri="{FF2B5EF4-FFF2-40B4-BE49-F238E27FC236}">
                      <a16:creationId xmlns:a16="http://schemas.microsoft.com/office/drawing/2014/main" id="{F3145DFC-AFCD-7043-8580-05CA0BB4CB0F}"/>
                    </a:ext>
                  </a:extLst>
                </p:cNvPr>
                <p:cNvSpPr/>
                <p:nvPr/>
              </p:nvSpPr>
              <p:spPr bwMode="auto">
                <a:xfrm>
                  <a:off x="3559368" y="4587069"/>
                  <a:ext cx="463506" cy="252518"/>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21" name="TextBox 389">
                <a:extLst>
                  <a:ext uri="{FF2B5EF4-FFF2-40B4-BE49-F238E27FC236}">
                    <a16:creationId xmlns:a16="http://schemas.microsoft.com/office/drawing/2014/main" id="{F248CEB0-87E6-A44A-A50F-5C3EC5372B52}"/>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5" name="Group 460">
              <a:extLst>
                <a:ext uri="{FF2B5EF4-FFF2-40B4-BE49-F238E27FC236}">
                  <a16:creationId xmlns:a16="http://schemas.microsoft.com/office/drawing/2014/main" id="{4F7BA808-3479-484C-BAF0-5CC1FD0331EB}"/>
                </a:ext>
              </a:extLst>
            </p:cNvPr>
            <p:cNvGrpSpPr>
              <a:grpSpLocks/>
            </p:cNvGrpSpPr>
            <p:nvPr/>
          </p:nvGrpSpPr>
          <p:grpSpPr bwMode="auto">
            <a:xfrm>
              <a:off x="8307181" y="4707904"/>
              <a:ext cx="463612" cy="285749"/>
              <a:chOff x="3558850" y="4573304"/>
              <a:chExt cx="463568" cy="285869"/>
            </a:xfrm>
          </p:grpSpPr>
          <p:grpSp>
            <p:nvGrpSpPr>
              <p:cNvPr id="1116" name="Group 461">
                <a:extLst>
                  <a:ext uri="{FF2B5EF4-FFF2-40B4-BE49-F238E27FC236}">
                    <a16:creationId xmlns:a16="http://schemas.microsoft.com/office/drawing/2014/main" id="{933FA7BC-47D5-ED48-85E7-B486D7CBCA91}"/>
                  </a:ext>
                </a:extLst>
              </p:cNvPr>
              <p:cNvGrpSpPr>
                <a:grpSpLocks/>
              </p:cNvGrpSpPr>
              <p:nvPr/>
            </p:nvGrpSpPr>
            <p:grpSpPr bwMode="auto">
              <a:xfrm>
                <a:off x="3558850" y="4577634"/>
                <a:ext cx="463568" cy="262710"/>
                <a:chOff x="3558850" y="4577634"/>
                <a:chExt cx="463568" cy="262710"/>
              </a:xfrm>
            </p:grpSpPr>
            <p:sp>
              <p:nvSpPr>
                <p:cNvPr id="1118" name="Oval 1117">
                  <a:extLst>
                    <a:ext uri="{FF2B5EF4-FFF2-40B4-BE49-F238E27FC236}">
                      <a16:creationId xmlns:a16="http://schemas.microsoft.com/office/drawing/2014/main" id="{BFFF1AA5-D313-234B-BDA6-40E287FD081F}"/>
                    </a:ext>
                  </a:extLst>
                </p:cNvPr>
                <p:cNvSpPr/>
                <p:nvPr/>
              </p:nvSpPr>
              <p:spPr bwMode="auto">
                <a:xfrm>
                  <a:off x="3573198" y="4578069"/>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19" name="Oval 1118">
                  <a:extLst>
                    <a:ext uri="{FF2B5EF4-FFF2-40B4-BE49-F238E27FC236}">
                      <a16:creationId xmlns:a16="http://schemas.microsoft.com/office/drawing/2014/main" id="{08D261B5-FBF3-B541-B8CA-B63F648BEF5C}"/>
                    </a:ext>
                  </a:extLst>
                </p:cNvPr>
                <p:cNvSpPr/>
                <p:nvPr/>
              </p:nvSpPr>
              <p:spPr bwMode="auto">
                <a:xfrm>
                  <a:off x="3558912" y="4587598"/>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17" name="TextBox 389">
                <a:extLst>
                  <a:ext uri="{FF2B5EF4-FFF2-40B4-BE49-F238E27FC236}">
                    <a16:creationId xmlns:a16="http://schemas.microsoft.com/office/drawing/2014/main" id="{8386C9B3-5C0B-0443-98EF-8CDB1312E97F}"/>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474667"/>
            <a:ext cx="2698750" cy="903288"/>
            <a:chOff x="938213" y="5237163"/>
            <a:chExt cx="2698750" cy="903287"/>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237163"/>
              <a:ext cx="1616075" cy="487362"/>
              <a:chOff x="-4079003" y="2717403"/>
              <a:chExt cx="1616718" cy="488475"/>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946130" y="485078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3" name="Group 1162">
            <a:extLst>
              <a:ext uri="{FF2B5EF4-FFF2-40B4-BE49-F238E27FC236}">
                <a16:creationId xmlns:a16="http://schemas.microsoft.com/office/drawing/2014/main" id="{F8C15A5A-1645-0849-B8DE-390745B8EBA4}"/>
              </a:ext>
            </a:extLst>
          </p:cNvPr>
          <p:cNvGrpSpPr>
            <a:grpSpLocks/>
          </p:cNvGrpSpPr>
          <p:nvPr/>
        </p:nvGrpSpPr>
        <p:grpSpPr bwMode="auto">
          <a:xfrm>
            <a:off x="4390906" y="2898842"/>
            <a:ext cx="4051268" cy="2367063"/>
            <a:chOff x="-3855475" y="3644638"/>
            <a:chExt cx="4051268" cy="2367866"/>
          </a:xfrm>
        </p:grpSpPr>
        <p:cxnSp>
          <p:nvCxnSpPr>
            <p:cNvPr id="1164" name="Straight Arrow Connector 1163">
              <a:extLst>
                <a:ext uri="{FF2B5EF4-FFF2-40B4-BE49-F238E27FC236}">
                  <a16:creationId xmlns:a16="http://schemas.microsoft.com/office/drawing/2014/main" id="{D6CE7F18-1D47-9C49-BB85-76C5894DE532}"/>
                </a:ext>
              </a:extLst>
            </p:cNvPr>
            <p:cNvCxnSpPr>
              <a:cxnSpLocks/>
            </p:cNvCxnSpPr>
            <p:nvPr/>
          </p:nvCxnSpPr>
          <p:spPr bwMode="auto">
            <a:xfrm>
              <a:off x="-3855475" y="3664699"/>
              <a:ext cx="0" cy="2094800"/>
            </a:xfrm>
            <a:prstGeom prst="straightConnector1">
              <a:avLst/>
            </a:prstGeom>
            <a:noFill/>
            <a:ln w="12700" cap="flat" cmpd="sng" algn="ctr">
              <a:solidFill>
                <a:srgbClr val="CC0000"/>
              </a:solidFill>
              <a:prstDash val="solid"/>
              <a:tailEnd type="triangle"/>
            </a:ln>
            <a:effectLst/>
          </p:spPr>
        </p:cxnSp>
        <p:cxnSp>
          <p:nvCxnSpPr>
            <p:cNvPr id="1165" name="Straight Arrow Connector 1164">
              <a:extLst>
                <a:ext uri="{FF2B5EF4-FFF2-40B4-BE49-F238E27FC236}">
                  <a16:creationId xmlns:a16="http://schemas.microsoft.com/office/drawing/2014/main" id="{1C7BE6B4-EA67-FB4B-B50B-7E72D52ED7D1}"/>
                </a:ext>
              </a:extLst>
            </p:cNvPr>
            <p:cNvCxnSpPr>
              <a:cxnSpLocks noChangeShapeType="1"/>
            </p:cNvCxnSpPr>
            <p:nvPr/>
          </p:nvCxnSpPr>
          <p:spPr bwMode="auto">
            <a:xfrm>
              <a:off x="-2818087" y="3658010"/>
              <a:ext cx="0" cy="235449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6" name="Straight Arrow Connector 1165">
              <a:extLst>
                <a:ext uri="{FF2B5EF4-FFF2-40B4-BE49-F238E27FC236}">
                  <a16:creationId xmlns:a16="http://schemas.microsoft.com/office/drawing/2014/main" id="{57774C27-8FF6-9F4F-A17E-D2F743FE22FC}"/>
                </a:ext>
              </a:extLst>
            </p:cNvPr>
            <p:cNvCxnSpPr>
              <a:cxnSpLocks noChangeShapeType="1"/>
            </p:cNvCxnSpPr>
            <p:nvPr/>
          </p:nvCxnSpPr>
          <p:spPr bwMode="auto">
            <a:xfrm>
              <a:off x="-2006679" y="3655204"/>
              <a:ext cx="31396" cy="2331351"/>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7" name="Straight Arrow Connector 1166">
              <a:extLst>
                <a:ext uri="{FF2B5EF4-FFF2-40B4-BE49-F238E27FC236}">
                  <a16:creationId xmlns:a16="http://schemas.microsoft.com/office/drawing/2014/main" id="{1F481D65-016C-9E4F-A167-D6343A313652}"/>
                </a:ext>
              </a:extLst>
            </p:cNvPr>
            <p:cNvCxnSpPr>
              <a:cxnSpLocks noChangeShapeType="1"/>
            </p:cNvCxnSpPr>
            <p:nvPr/>
          </p:nvCxnSpPr>
          <p:spPr bwMode="auto">
            <a:xfrm>
              <a:off x="-817641" y="3644638"/>
              <a:ext cx="0" cy="236462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8" name="Straight Arrow Connector 1167">
              <a:extLst>
                <a:ext uri="{FF2B5EF4-FFF2-40B4-BE49-F238E27FC236}">
                  <a16:creationId xmlns:a16="http://schemas.microsoft.com/office/drawing/2014/main" id="{8D76033E-EA4A-B441-99A6-CFC1521E6CB2}"/>
                </a:ext>
              </a:extLst>
            </p:cNvPr>
            <p:cNvCxnSpPr>
              <a:cxnSpLocks noChangeShapeType="1"/>
            </p:cNvCxnSpPr>
            <p:nvPr/>
          </p:nvCxnSpPr>
          <p:spPr bwMode="auto">
            <a:xfrm>
              <a:off x="195792" y="3690049"/>
              <a:ext cx="1" cy="2311566"/>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sp>
        <p:nvSpPr>
          <p:cNvPr id="354" name="Slide Number Placeholder 4">
            <a:extLst>
              <a:ext uri="{FF2B5EF4-FFF2-40B4-BE49-F238E27FC236}">
                <a16:creationId xmlns:a16="http://schemas.microsoft.com/office/drawing/2014/main" id="{EB6E2EBA-F897-A249-9C0A-5C6AC0D9112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a:t>
            </a:fld>
            <a:endParaRPr lang="en-US" dirty="0"/>
          </a:p>
        </p:txBody>
      </p:sp>
    </p:spTree>
    <p:extLst>
      <p:ext uri="{BB962C8B-B14F-4D97-AF65-F5344CB8AC3E}">
        <p14:creationId xmlns:p14="http://schemas.microsoft.com/office/powerpoint/2010/main" val="162510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926"/>
                                        </p:tgtEl>
                                        <p:attrNameLst>
                                          <p:attrName>style.visibility</p:attrName>
                                        </p:attrNameLst>
                                      </p:cBhvr>
                                      <p:to>
                                        <p:strVal val="visible"/>
                                      </p:to>
                                    </p:set>
                                    <p:animEffect transition="in" filter="wipe(down)">
                                      <p:cBhvr>
                                        <p:cTn id="7" dur="500"/>
                                        <p:tgtEl>
                                          <p:spTgt spid="9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7"/>
                                        </p:tgtEl>
                                        <p:attrNameLst>
                                          <p:attrName>style.visibility</p:attrName>
                                        </p:attrNameLst>
                                      </p:cBhvr>
                                      <p:to>
                                        <p:strVal val="visible"/>
                                      </p:to>
                                    </p:set>
                                    <p:animEffect transition="in" filter="dissolve">
                                      <p:cBhvr>
                                        <p:cTn id="12" dur="500"/>
                                        <p:tgtEl>
                                          <p:spTgt spid="817"/>
                                        </p:tgtEl>
                                      </p:cBhvr>
                                    </p:animEffect>
                                  </p:childTnLst>
                                </p:cTn>
                              </p:par>
                              <p:par>
                                <p:cTn id="13" presetID="9" presetClass="entr" presetSubtype="0" fill="hold" nodeType="withEffect">
                                  <p:stCondLst>
                                    <p:cond delay="0"/>
                                  </p:stCondLst>
                                  <p:childTnLst>
                                    <p:set>
                                      <p:cBhvr>
                                        <p:cTn id="14" dur="1" fill="hold">
                                          <p:stCondLst>
                                            <p:cond delay="0"/>
                                          </p:stCondLst>
                                        </p:cTn>
                                        <p:tgtEl>
                                          <p:spTgt spid="1110"/>
                                        </p:tgtEl>
                                        <p:attrNameLst>
                                          <p:attrName>style.visibility</p:attrName>
                                        </p:attrNameLst>
                                      </p:cBhvr>
                                      <p:to>
                                        <p:strVal val="visible"/>
                                      </p:to>
                                    </p:set>
                                    <p:animEffect transition="in" filter="dissolve">
                                      <p:cBhvr>
                                        <p:cTn id="15" dur="500"/>
                                        <p:tgtEl>
                                          <p:spTgt spid="111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900"/>
                                        </p:tgtEl>
                                        <p:attrNameLst>
                                          <p:attrName>style.visibility</p:attrName>
                                        </p:attrNameLst>
                                      </p:cBhvr>
                                      <p:to>
                                        <p:strVal val="visible"/>
                                      </p:to>
                                    </p:set>
                                    <p:animEffect transition="in" filter="dissolve">
                                      <p:cBhvr>
                                        <p:cTn id="20" dur="500"/>
                                        <p:tgtEl>
                                          <p:spTgt spid="90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1163"/>
                                        </p:tgtEl>
                                        <p:attrNameLst>
                                          <p:attrName>style.visibility</p:attrName>
                                        </p:attrNameLst>
                                      </p:cBhvr>
                                      <p:to>
                                        <p:strVal val="visible"/>
                                      </p:to>
                                    </p:set>
                                    <p:animEffect transition="in" filter="wipe(up)">
                                      <p:cBhvr>
                                        <p:cTn id="25" dur="500"/>
                                        <p:tgtEl>
                                          <p:spTgt spid="1163"/>
                                        </p:tgtEl>
                                      </p:cBhvr>
                                    </p:animEffect>
                                  </p:childTnLst>
                                </p:cTn>
                              </p:par>
                              <p:par>
                                <p:cTn id="26" presetID="9" presetClass="entr" presetSubtype="0" fill="hold" nodeType="withEffect">
                                  <p:stCondLst>
                                    <p:cond delay="0"/>
                                  </p:stCondLst>
                                  <p:childTnLst>
                                    <p:set>
                                      <p:cBhvr>
                                        <p:cTn id="27" dur="1" fill="hold">
                                          <p:stCondLst>
                                            <p:cond delay="0"/>
                                          </p:stCondLst>
                                        </p:cTn>
                                        <p:tgtEl>
                                          <p:spTgt spid="1037"/>
                                        </p:tgtEl>
                                        <p:attrNameLst>
                                          <p:attrName>style.visibility</p:attrName>
                                        </p:attrNameLst>
                                      </p:cBhvr>
                                      <p:to>
                                        <p:strVal val="visible"/>
                                      </p:to>
                                    </p:set>
                                    <p:animEffect transition="in" filter="dissolve">
                                      <p:cBhvr>
                                        <p:cTn id="28" dur="500"/>
                                        <p:tgtEl>
                                          <p:spTgt spid="1037"/>
                                        </p:tgtEl>
                                      </p:cBhvr>
                                    </p:animEffect>
                                  </p:childTnLst>
                                </p:cTn>
                              </p:par>
                              <p:par>
                                <p:cTn id="29" presetID="9"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dissolve">
                                      <p:cBhvr>
                                        <p:cTn id="31" dur="500"/>
                                        <p:tgtEl>
                                          <p:spTgt spid="3"/>
                                        </p:tgtEl>
                                      </p:cBhvr>
                                    </p:animEffect>
                                  </p:childTnLst>
                                </p:cTn>
                              </p:par>
                            </p:childTnLst>
                          </p:cTn>
                        </p:par>
                        <p:par>
                          <p:cTn id="32" fill="hold">
                            <p:stCondLst>
                              <p:cond delay="500"/>
                            </p:stCondLst>
                            <p:childTnLst>
                              <p:par>
                                <p:cTn id="33" presetID="9" presetClass="entr" presetSubtype="0" fill="hold" nodeType="afterEffect">
                                  <p:stCondLst>
                                    <p:cond delay="500"/>
                                  </p:stCondLst>
                                  <p:childTnLst>
                                    <p:set>
                                      <p:cBhvr>
                                        <p:cTn id="34" dur="1" fill="hold">
                                          <p:stCondLst>
                                            <p:cond delay="0"/>
                                          </p:stCondLst>
                                        </p:cTn>
                                        <p:tgtEl>
                                          <p:spTgt spid="1043"/>
                                        </p:tgtEl>
                                        <p:attrNameLst>
                                          <p:attrName>style.visibility</p:attrName>
                                        </p:attrNameLst>
                                      </p:cBhvr>
                                      <p:to>
                                        <p:strVal val="visible"/>
                                      </p:to>
                                    </p:set>
                                    <p:animEffect transition="in" filter="dissolve">
                                      <p:cBhvr>
                                        <p:cTn id="35" dur="2000"/>
                                        <p:tgtEl>
                                          <p:spTgt spid="104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896"/>
                                        </p:tgtEl>
                                        <p:attrNameLst>
                                          <p:attrName>style.visibility</p:attrName>
                                        </p:attrNameLst>
                                      </p:cBhvr>
                                      <p:to>
                                        <p:strVal val="visible"/>
                                      </p:to>
                                    </p:set>
                                    <p:animEffect transition="in" filter="dissolve">
                                      <p:cBhvr>
                                        <p:cTn id="40" dur="500"/>
                                        <p:tgtEl>
                                          <p:spTgt spid="8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 service model</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1050233" y="2623931"/>
            <a:ext cx="4621697" cy="3208477"/>
          </a:xfrm>
        </p:spPr>
        <p:txBody>
          <a:bodyPr>
            <a:normAutofit/>
          </a:bodyPr>
          <a:lstStyle/>
          <a:p>
            <a:pPr>
              <a:buFont typeface="Wingdings" charset="0"/>
              <a:buNone/>
              <a:defRPr/>
            </a:pPr>
            <a:r>
              <a:rPr lang="en-US" sz="3200" dirty="0">
                <a:solidFill>
                  <a:srgbClr val="C00000"/>
                </a:solidFill>
              </a:rPr>
              <a:t>example services for </a:t>
            </a:r>
            <a:r>
              <a:rPr lang="en-US" sz="3200" i="1" dirty="0">
                <a:solidFill>
                  <a:srgbClr val="C00000"/>
                </a:solidFill>
              </a:rPr>
              <a:t>individual</a:t>
            </a:r>
            <a:r>
              <a:rPr lang="en-US" sz="3200" dirty="0">
                <a:solidFill>
                  <a:srgbClr val="C00000"/>
                </a:solidFill>
              </a:rPr>
              <a:t> datagrams</a:t>
            </a:r>
            <a:r>
              <a:rPr lang="en-US" sz="3200" dirty="0">
                <a:solidFill>
                  <a:srgbClr val="CC0000"/>
                </a:solidFill>
              </a:rPr>
              <a:t>:</a:t>
            </a:r>
          </a:p>
          <a:p>
            <a:pPr>
              <a:buFont typeface="Wingdings" charset="2"/>
              <a:buChar char="§"/>
              <a:defRPr/>
            </a:pPr>
            <a:r>
              <a:rPr lang="en-US" dirty="0"/>
              <a:t>guaranteed delivery</a:t>
            </a:r>
          </a:p>
          <a:p>
            <a:pPr>
              <a:buFont typeface="Wingdings" charset="2"/>
              <a:buChar char="§"/>
              <a:defRPr/>
            </a:pPr>
            <a:r>
              <a:rPr lang="en-US" dirty="0"/>
              <a:t>guaranteed delivery with less than 40 </a:t>
            </a:r>
            <a:r>
              <a:rPr lang="en-US" dirty="0" err="1"/>
              <a:t>msec</a:t>
            </a:r>
            <a:r>
              <a:rPr lang="en-US" dirty="0"/>
              <a:t> delay</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2597426"/>
            <a:ext cx="5502965" cy="3564837"/>
          </a:xfrm>
        </p:spPr>
        <p:txBody>
          <a:bodyPr>
            <a:normAutofit/>
          </a:bodyPr>
          <a:lstStyle/>
          <a:p>
            <a:pPr>
              <a:buNone/>
            </a:pPr>
            <a:r>
              <a:rPr lang="en-US" altLang="en-US" sz="3200" dirty="0">
                <a:solidFill>
                  <a:srgbClr val="CC0000"/>
                </a:solidFill>
                <a:ea typeface="ＭＳ Ｐゴシック" panose="020B0600070205080204" pitchFamily="34" charset="-128"/>
                <a:cs typeface="ＭＳ Ｐゴシック" panose="020B0600070205080204" pitchFamily="34" charset="-128"/>
              </a:rPr>
              <a:t>example services for a </a:t>
            </a:r>
            <a:r>
              <a:rPr lang="en-US" altLang="en-US" sz="3200" i="1" dirty="0">
                <a:solidFill>
                  <a:srgbClr val="CC0000"/>
                </a:solidFill>
                <a:ea typeface="ＭＳ Ｐゴシック" panose="020B0600070205080204" pitchFamily="34" charset="-128"/>
                <a:cs typeface="ＭＳ Ｐゴシック" panose="020B0600070205080204" pitchFamily="34" charset="-128"/>
              </a:rPr>
              <a:t>flow</a:t>
            </a:r>
            <a:r>
              <a:rPr lang="en-US" altLang="en-US" sz="3200" dirty="0">
                <a:solidFill>
                  <a:srgbClr val="CC0000"/>
                </a:solidFill>
                <a:ea typeface="ＭＳ Ｐゴシック" panose="020B0600070205080204" pitchFamily="34" charset="-128"/>
                <a:cs typeface="ＭＳ Ｐゴシック" panose="020B0600070205080204" pitchFamily="34" charset="-128"/>
              </a:rPr>
              <a:t> of datagrams:</a:t>
            </a:r>
          </a:p>
          <a:p>
            <a:r>
              <a:rPr lang="en-US" altLang="en-US" dirty="0">
                <a:ea typeface="ＭＳ Ｐゴシック" panose="020B0600070205080204" pitchFamily="34" charset="-128"/>
                <a:cs typeface="ＭＳ Ｐゴシック" panose="020B0600070205080204" pitchFamily="34" charset="-128"/>
              </a:rPr>
              <a:t>in-order datagram delivery</a:t>
            </a:r>
          </a:p>
          <a:p>
            <a:r>
              <a:rPr lang="en-US" altLang="en-US" dirty="0">
                <a:ea typeface="ＭＳ Ｐゴシック" panose="020B0600070205080204" pitchFamily="34" charset="-128"/>
                <a:cs typeface="ＭＳ Ｐゴシック" panose="020B0600070205080204" pitchFamily="34" charset="-128"/>
              </a:rPr>
              <a:t>guaranteed minimum bandwidth to flow</a:t>
            </a:r>
          </a:p>
          <a:p>
            <a:r>
              <a:rPr lang="en-US" altLang="en-US" dirty="0">
                <a:ea typeface="ＭＳ Ｐゴシック" panose="020B0600070205080204" pitchFamily="34" charset="-128"/>
                <a:cs typeface="ＭＳ Ｐゴシック" panose="020B0600070205080204" pitchFamily="34" charset="-128"/>
              </a:rPr>
              <a:t>restrictions on changes in inter-packet spacing</a:t>
            </a:r>
          </a:p>
          <a:p>
            <a:endParaRPr lang="en-US"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1033668" y="1403834"/>
            <a:ext cx="1078727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20000"/>
              </a:spcBef>
              <a:spcAft>
                <a:spcPts val="0"/>
              </a:spcAft>
              <a:buClr>
                <a:srgbClr val="ED7D31"/>
              </a:buClr>
              <a:buSzPct val="85000"/>
              <a:buFont typeface="ZapfDingbats"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What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service model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channel” transporting datagrams from sender to receiver?</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Slide Number Placeholder 4">
            <a:extLst>
              <a:ext uri="{FF2B5EF4-FFF2-40B4-BE49-F238E27FC236}">
                <a16:creationId xmlns:a16="http://schemas.microsoft.com/office/drawing/2014/main" id="{BCE52C15-0B00-9649-90D9-D506878A4BC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a:t>
            </a:fld>
            <a:endParaRPr lang="en-US" dirty="0"/>
          </a:p>
        </p:txBody>
      </p:sp>
    </p:spTree>
    <p:extLst>
      <p:ext uri="{BB962C8B-B14F-4D97-AF65-F5344CB8AC3E}">
        <p14:creationId xmlns:p14="http://schemas.microsoft.com/office/powerpoint/2010/main" val="357709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Intserv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Diffserv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76539A4-4744-8842-8ED2-36EF0B5DAA55}"/>
              </a:ext>
            </a:extLst>
          </p:cNvPr>
          <p:cNvSpPr/>
          <p:nvPr/>
        </p:nvSpPr>
        <p:spPr>
          <a:xfrm>
            <a:off x="821410" y="3093349"/>
            <a:ext cx="10120393" cy="29044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Line 16">
            <a:extLst>
              <a:ext uri="{FF2B5EF4-FFF2-40B4-BE49-F238E27FC236}">
                <a16:creationId xmlns:a16="http://schemas.microsoft.com/office/drawing/2014/main" id="{B1FE5F6C-026F-0544-9F5F-295E95B4FC3A}"/>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B777822C-9D57-814F-877A-2273D1202ED7}"/>
              </a:ext>
            </a:extLst>
          </p:cNvPr>
          <p:cNvGrpSpPr/>
          <p:nvPr/>
        </p:nvGrpSpPr>
        <p:grpSpPr>
          <a:xfrm>
            <a:off x="1859797" y="3440624"/>
            <a:ext cx="8105613" cy="2557221"/>
            <a:chOff x="852407" y="3270142"/>
            <a:chExt cx="8105613" cy="2557221"/>
          </a:xfrm>
        </p:grpSpPr>
        <p:sp>
          <p:nvSpPr>
            <p:cNvPr id="28" name="TextBox 27">
              <a:extLst>
                <a:ext uri="{FF2B5EF4-FFF2-40B4-BE49-F238E27FC236}">
                  <a16:creationId xmlns:a16="http://schemas.microsoft.com/office/drawing/2014/main" id="{828EFD12-C61D-5143-AE81-9D893932CA81}"/>
                </a:ext>
              </a:extLst>
            </p:cNvPr>
            <p:cNvSpPr txBox="1"/>
            <p:nvPr/>
          </p:nvSpPr>
          <p:spPr>
            <a:xfrm>
              <a:off x="1175287" y="3794500"/>
              <a:ext cx="7516160" cy="181588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No</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guarantees on</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successful</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datagram delivery to destination</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timing or order of delivery</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bandwidth available to end-end flow</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78D0C32C-957E-6540-8CA6-963771BBE837}"/>
                </a:ext>
              </a:extLst>
            </p:cNvPr>
            <p:cNvSpPr/>
            <p:nvPr/>
          </p:nvSpPr>
          <p:spPr>
            <a:xfrm>
              <a:off x="852407" y="3502617"/>
              <a:ext cx="8105613" cy="2324746"/>
            </a:xfrm>
            <a:prstGeom prst="rect">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611B64E3-F240-2E4A-9BB4-1C9FDFBB21EA}"/>
                </a:ext>
              </a:extLst>
            </p:cNvPr>
            <p:cNvSpPr txBox="1"/>
            <p:nvPr/>
          </p:nvSpPr>
          <p:spPr>
            <a:xfrm>
              <a:off x="1100380" y="3270142"/>
              <a:ext cx="5474191"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Internet  “best effort” service model</a:t>
              </a:r>
            </a:p>
          </p:txBody>
        </p:sp>
      </p:grpSp>
      <p:sp>
        <p:nvSpPr>
          <p:cNvPr id="29" name="Text Box 15">
            <a:extLst>
              <a:ext uri="{FF2B5EF4-FFF2-40B4-BE49-F238E27FC236}">
                <a16:creationId xmlns:a16="http://schemas.microsoft.com/office/drawing/2014/main" id="{9BD70DA9-3274-304C-A354-2FF885CD2536}"/>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ality</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1" name="Slide Number Placeholder 4">
            <a:extLst>
              <a:ext uri="{FF2B5EF4-FFF2-40B4-BE49-F238E27FC236}">
                <a16:creationId xmlns:a16="http://schemas.microsoft.com/office/drawing/2014/main" id="{CC41D844-4BFF-004B-B364-1106DEFC8A1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a:t>
            </a:fld>
            <a:endParaRPr lang="en-US" dirty="0"/>
          </a:p>
        </p:txBody>
      </p:sp>
    </p:spTree>
    <p:extLst>
      <p:ext uri="{BB962C8B-B14F-4D97-AF65-F5344CB8AC3E}">
        <p14:creationId xmlns:p14="http://schemas.microsoft.com/office/powerpoint/2010/main" val="789343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Reflections on best-effort  service: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48755" y="1399565"/>
            <a:ext cx="10836967" cy="4691268"/>
          </a:xfrm>
        </p:spPr>
        <p:txBody>
          <a:bodyPr>
            <a:normAutofit/>
          </a:bodyPr>
          <a:lstStyle/>
          <a:p>
            <a:pPr>
              <a:buFont typeface="Wingdings" charset="2"/>
              <a:buChar char="§"/>
              <a:defRPr/>
            </a:pPr>
            <a:r>
              <a:rPr lang="en-US" dirty="0">
                <a:solidFill>
                  <a:srgbClr val="0013A3"/>
                </a:solidFill>
              </a:rPr>
              <a:t>simplicity of mechanism </a:t>
            </a:r>
            <a:r>
              <a:rPr lang="en-US" dirty="0"/>
              <a:t>has allowed Internet to be widely deployed adopted</a:t>
            </a:r>
          </a:p>
          <a:p>
            <a:pPr>
              <a:buFont typeface="Wingdings" charset="2"/>
              <a:buChar char="§"/>
              <a:defRPr/>
            </a:pPr>
            <a:r>
              <a:rPr lang="en-US" dirty="0"/>
              <a:t>sufficient </a:t>
            </a:r>
            <a:r>
              <a:rPr lang="en-US" dirty="0">
                <a:solidFill>
                  <a:srgbClr val="0013A3"/>
                </a:solidFill>
              </a:rPr>
              <a:t>provisioning of bandwidth</a:t>
            </a:r>
            <a:r>
              <a:rPr lang="en-US" dirty="0"/>
              <a:t> allows performance of real-time applications (e.g., interactive voice, video) to be “good enough” for “most of the time”</a:t>
            </a:r>
          </a:p>
          <a:p>
            <a:pPr>
              <a:buFont typeface="Wingdings" charset="2"/>
              <a:buChar char="§"/>
              <a:defRPr/>
            </a:pPr>
            <a:r>
              <a:rPr lang="en-US" dirty="0">
                <a:solidFill>
                  <a:srgbClr val="0013A3"/>
                </a:solidFill>
              </a:rPr>
              <a:t>replicated, application-layer distributed services </a:t>
            </a:r>
            <a:r>
              <a:rPr lang="en-US" dirty="0"/>
              <a:t>(datacenters, content distribution networks) connecting close to clients’ networks, allow services to be provided from multiple locations</a:t>
            </a:r>
          </a:p>
          <a:p>
            <a:pPr>
              <a:buFont typeface="Wingdings" charset="2"/>
              <a:buChar char="§"/>
              <a:defRPr/>
            </a:pPr>
            <a:r>
              <a:rPr lang="en-US" dirty="0"/>
              <a:t>congestion control of “elastic” services helps</a:t>
            </a:r>
          </a:p>
          <a:p>
            <a:pPr marL="130175" indent="0">
              <a:buNone/>
            </a:pPr>
            <a:endParaRPr lang="en-US" dirty="0"/>
          </a:p>
        </p:txBody>
      </p:sp>
      <p:sp>
        <p:nvSpPr>
          <p:cNvPr id="7" name="TextBox 6">
            <a:extLst>
              <a:ext uri="{FF2B5EF4-FFF2-40B4-BE49-F238E27FC236}">
                <a16:creationId xmlns:a16="http://schemas.microsoft.com/office/drawing/2014/main" id="{A62B6DB3-9428-AA4F-A9F0-FA024E48D16D}"/>
              </a:ext>
            </a:extLst>
          </p:cNvPr>
          <p:cNvSpPr txBox="1"/>
          <p:nvPr/>
        </p:nvSpPr>
        <p:spPr>
          <a:xfrm flipH="1">
            <a:off x="1131375" y="5749871"/>
            <a:ext cx="10104895"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It’s hard to argue with success of best-effort service model </a:t>
            </a:r>
          </a:p>
        </p:txBody>
      </p:sp>
      <p:sp>
        <p:nvSpPr>
          <p:cNvPr id="5" name="Slide Number Placeholder 4">
            <a:extLst>
              <a:ext uri="{FF2B5EF4-FFF2-40B4-BE49-F238E27FC236}">
                <a16:creationId xmlns:a16="http://schemas.microsoft.com/office/drawing/2014/main" id="{F7F6B907-925A-7C4B-8121-37A5FA8A6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11</a:t>
            </a:fld>
            <a:endParaRPr lang="en-US" dirty="0"/>
          </a:p>
        </p:txBody>
      </p:sp>
    </p:spTree>
    <p:extLst>
      <p:ext uri="{BB962C8B-B14F-4D97-AF65-F5344CB8AC3E}">
        <p14:creationId xmlns:p14="http://schemas.microsoft.com/office/powerpoint/2010/main" val="462188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dissolv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dissolv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dissolv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7"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 ports, switching, output ports</a:t>
            </a:r>
          </a:p>
          <a:p>
            <a:pPr lvl="1">
              <a:spcBef>
                <a:spcPts val="0"/>
              </a:spcBef>
            </a:pPr>
            <a:r>
              <a:rPr lang="en-US" altLang="ja-JP" sz="2800" dirty="0">
                <a:ea typeface="ＭＳ Ｐゴシック" panose="020B0600070205080204" pitchFamily="34" charset="-128"/>
                <a:cs typeface="Arial" panose="020B0604020202020204" pitchFamily="34" charset="0"/>
              </a:rPr>
              <a:t>buffer management, scheduling</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Match+action</a:t>
            </a:r>
            <a:endParaRPr lang="en-US" altLang="en-US" sz="2800" dirty="0">
              <a:solidFill>
                <a:schemeClr val="bg1">
                  <a:lumMod val="75000"/>
                </a:schemeClr>
              </a:solidFill>
              <a:ea typeface="ＭＳ Ｐゴシック" panose="020B0600070205080204" pitchFamily="34" charset="-128"/>
            </a:endParaRP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a:t>
            </a:r>
            <a:r>
              <a:rPr lang="en-US" altLang="en-US" sz="2800" dirty="0" err="1">
                <a:solidFill>
                  <a:schemeClr val="bg1">
                    <a:lumMod val="75000"/>
                  </a:schemeClr>
                </a:solidFill>
                <a:ea typeface="ＭＳ Ｐゴシック" panose="020B0600070205080204" pitchFamily="34" charset="-128"/>
              </a:rPr>
              <a:t>match+action</a:t>
            </a:r>
            <a:r>
              <a:rPr lang="en-US" altLang="en-US" sz="2800" dirty="0">
                <a:solidFill>
                  <a:schemeClr val="bg1">
                    <a:lumMod val="75000"/>
                  </a:schemeClr>
                </a:solidFill>
                <a:ea typeface="ＭＳ Ｐゴシック" panose="020B0600070205080204" pitchFamily="34" charset="-128"/>
              </a:rPr>
              <a:t>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12</a:t>
            </a:fld>
            <a:endParaRPr lang="en-US" dirty="0"/>
          </a:p>
        </p:txBody>
      </p:sp>
    </p:spTree>
    <p:extLst>
      <p:ext uri="{BB962C8B-B14F-4D97-AF65-F5344CB8AC3E}">
        <p14:creationId xmlns:p14="http://schemas.microsoft.com/office/powerpoint/2010/main" val="80155018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Router architecture overview</a:t>
            </a:r>
            <a:endParaRPr lang="en-US" sz="4800"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874641" y="1443590"/>
            <a:ext cx="1078727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high-level view of generic router architecture:</a:t>
            </a:r>
          </a:p>
        </p:txBody>
      </p:sp>
      <p:grpSp>
        <p:nvGrpSpPr>
          <p:cNvPr id="11" name="Group 60">
            <a:extLst>
              <a:ext uri="{FF2B5EF4-FFF2-40B4-BE49-F238E27FC236}">
                <a16:creationId xmlns:a16="http://schemas.microsoft.com/office/drawing/2014/main" id="{BFA21CC6-3BDD-0546-BF9B-53F12E412143}"/>
              </a:ext>
            </a:extLst>
          </p:cNvPr>
          <p:cNvGrpSpPr>
            <a:grpSpLocks/>
          </p:cNvGrpSpPr>
          <p:nvPr/>
        </p:nvGrpSpPr>
        <p:grpSpPr bwMode="auto">
          <a:xfrm>
            <a:off x="4324902" y="3466272"/>
            <a:ext cx="1609725" cy="2343150"/>
            <a:chOff x="2418" y="1882"/>
            <a:chExt cx="1014" cy="1476"/>
          </a:xfrm>
          <a:effectLst>
            <a:outerShdw blurRad="50800" dist="38100" dir="2700000" algn="tl" rotWithShape="0">
              <a:prstClr val="black">
                <a:alpha val="40000"/>
              </a:prstClr>
            </a:outerShdw>
          </a:effectLst>
        </p:grpSpPr>
        <p:sp>
          <p:nvSpPr>
            <p:cNvPr id="12" name="Rectangle 45">
              <a:extLst>
                <a:ext uri="{FF2B5EF4-FFF2-40B4-BE49-F238E27FC236}">
                  <a16:creationId xmlns:a16="http://schemas.microsoft.com/office/drawing/2014/main" id="{97E8C5CE-2986-D342-8AF6-D8B4A72B6F58}"/>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 name="Text Box 48">
              <a:extLst>
                <a:ext uri="{FF2B5EF4-FFF2-40B4-BE49-F238E27FC236}">
                  <a16:creationId xmlns:a16="http://schemas.microsoft.com/office/drawing/2014/main" id="{62B04B43-D6DE-1643-8C5F-DAEC3D27B5B9}"/>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grpSp>
        <p:nvGrpSpPr>
          <p:cNvPr id="3" name="Group 2">
            <a:extLst>
              <a:ext uri="{FF2B5EF4-FFF2-40B4-BE49-F238E27FC236}">
                <a16:creationId xmlns:a16="http://schemas.microsoft.com/office/drawing/2014/main" id="{3EF9895C-337A-3B44-9EA1-F8EEA976D228}"/>
              </a:ext>
            </a:extLst>
          </p:cNvPr>
          <p:cNvGrpSpPr/>
          <p:nvPr/>
        </p:nvGrpSpPr>
        <p:grpSpPr>
          <a:xfrm>
            <a:off x="4342365" y="2504247"/>
            <a:ext cx="1590675" cy="1090613"/>
            <a:chOff x="4342365" y="2504247"/>
            <a:chExt cx="1590675" cy="1090613"/>
          </a:xfrm>
        </p:grpSpPr>
        <p:sp>
          <p:nvSpPr>
            <p:cNvPr id="14" name="Rectangle 46">
              <a:extLst>
                <a:ext uri="{FF2B5EF4-FFF2-40B4-BE49-F238E27FC236}">
                  <a16:creationId xmlns:a16="http://schemas.microsoft.com/office/drawing/2014/main" id="{7302BDAC-B9C0-8949-A593-83EC0EF2D9B9}"/>
                </a:ext>
              </a:extLst>
            </p:cNvPr>
            <p:cNvSpPr>
              <a:spLocks noChangeArrowheads="1"/>
            </p:cNvSpPr>
            <p:nvPr/>
          </p:nvSpPr>
          <p:spPr bwMode="auto">
            <a:xfrm>
              <a:off x="4342365" y="2504247"/>
              <a:ext cx="1590675" cy="647700"/>
            </a:xfrm>
            <a:prstGeom prst="rect">
              <a:avLst/>
            </a:prstGeom>
            <a:solidFill>
              <a:schemeClr val="bg1"/>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 name="Text Box 47">
              <a:extLst>
                <a:ext uri="{FF2B5EF4-FFF2-40B4-BE49-F238E27FC236}">
                  <a16:creationId xmlns:a16="http://schemas.microsoft.com/office/drawing/2014/main" id="{4F3F6146-1D55-0B4C-BB98-623E05AE0524}"/>
                </a:ext>
              </a:extLst>
            </p:cNvPr>
            <p:cNvSpPr txBox="1">
              <a:spLocks noChangeArrowheads="1"/>
            </p:cNvSpPr>
            <p:nvPr/>
          </p:nvSpPr>
          <p:spPr bwMode="auto">
            <a:xfrm>
              <a:off x="4520165" y="2545522"/>
              <a:ext cx="11874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routing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processor</a:t>
              </a:r>
            </a:p>
          </p:txBody>
        </p:sp>
        <p:sp>
          <p:nvSpPr>
            <p:cNvPr id="16" name="Line 50">
              <a:extLst>
                <a:ext uri="{FF2B5EF4-FFF2-40B4-BE49-F238E27FC236}">
                  <a16:creationId xmlns:a16="http://schemas.microsoft.com/office/drawing/2014/main" id="{73F730FD-50D6-6D47-8351-91FF553BF577}"/>
                </a:ext>
              </a:extLst>
            </p:cNvPr>
            <p:cNvSpPr>
              <a:spLocks noChangeShapeType="1"/>
            </p:cNvSpPr>
            <p:nvPr/>
          </p:nvSpPr>
          <p:spPr bwMode="auto">
            <a:xfrm>
              <a:off x="5071027" y="3023360"/>
              <a:ext cx="19050" cy="571500"/>
            </a:xfrm>
            <a:prstGeom prst="line">
              <a:avLst/>
            </a:prstGeom>
            <a:noFill/>
            <a:ln w="3810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 name="Group 17">
            <a:extLst>
              <a:ext uri="{FF2B5EF4-FFF2-40B4-BE49-F238E27FC236}">
                <a16:creationId xmlns:a16="http://schemas.microsoft.com/office/drawing/2014/main" id="{ACA66ED2-9041-9540-A174-B6BE809E0111}"/>
              </a:ext>
            </a:extLst>
          </p:cNvPr>
          <p:cNvGrpSpPr>
            <a:grpSpLocks/>
          </p:cNvGrpSpPr>
          <p:nvPr/>
        </p:nvGrpSpPr>
        <p:grpSpPr bwMode="auto">
          <a:xfrm>
            <a:off x="2281790" y="3480560"/>
            <a:ext cx="2033587" cy="566737"/>
            <a:chOff x="930" y="1989"/>
            <a:chExt cx="1482" cy="357"/>
          </a:xfrm>
        </p:grpSpPr>
        <p:sp>
          <p:nvSpPr>
            <p:cNvPr id="18" name="Rectangle 9">
              <a:extLst>
                <a:ext uri="{FF2B5EF4-FFF2-40B4-BE49-F238E27FC236}">
                  <a16:creationId xmlns:a16="http://schemas.microsoft.com/office/drawing/2014/main" id="{62683D12-8EE3-D54F-9142-B80DE97AA82C}"/>
                </a:ext>
              </a:extLst>
            </p:cNvPr>
            <p:cNvSpPr>
              <a:spLocks noChangeArrowheads="1"/>
            </p:cNvSpPr>
            <p:nvPr/>
          </p:nvSpPr>
          <p:spPr bwMode="auto">
            <a:xfrm>
              <a:off x="1152" y="1989"/>
              <a:ext cx="1086"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 name="Rectangle 5">
              <a:extLst>
                <a:ext uri="{FF2B5EF4-FFF2-40B4-BE49-F238E27FC236}">
                  <a16:creationId xmlns:a16="http://schemas.microsoft.com/office/drawing/2014/main" id="{7C8073E8-202F-E24A-8766-ABE3BC4DC6CB}"/>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 name="Rectangle 6">
              <a:extLst>
                <a:ext uri="{FF2B5EF4-FFF2-40B4-BE49-F238E27FC236}">
                  <a16:creationId xmlns:a16="http://schemas.microsoft.com/office/drawing/2014/main" id="{80E00E55-88BB-DC43-A2D7-ED792D65F56E}"/>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Rectangle 8">
              <a:extLst>
                <a:ext uri="{FF2B5EF4-FFF2-40B4-BE49-F238E27FC236}">
                  <a16:creationId xmlns:a16="http://schemas.microsoft.com/office/drawing/2014/main" id="{697D85E7-E59C-2948-B89C-5F82FF5C75D9}"/>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2" name="Line 16">
              <a:extLst>
                <a:ext uri="{FF2B5EF4-FFF2-40B4-BE49-F238E27FC236}">
                  <a16:creationId xmlns:a16="http://schemas.microsoft.com/office/drawing/2014/main" id="{5BF71348-3208-AB4B-82A9-83B395A2F2E8}"/>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 name="Group 18">
            <a:extLst>
              <a:ext uri="{FF2B5EF4-FFF2-40B4-BE49-F238E27FC236}">
                <a16:creationId xmlns:a16="http://schemas.microsoft.com/office/drawing/2014/main" id="{A6176FD2-28E4-634E-B138-CE64958CCB93}"/>
              </a:ext>
            </a:extLst>
          </p:cNvPr>
          <p:cNvGrpSpPr>
            <a:grpSpLocks/>
          </p:cNvGrpSpPr>
          <p:nvPr/>
        </p:nvGrpSpPr>
        <p:grpSpPr bwMode="auto">
          <a:xfrm>
            <a:off x="2270677" y="5218872"/>
            <a:ext cx="2058988" cy="566738"/>
            <a:chOff x="930" y="1989"/>
            <a:chExt cx="1482" cy="357"/>
          </a:xfrm>
        </p:grpSpPr>
        <p:sp>
          <p:nvSpPr>
            <p:cNvPr id="24" name="Rectangle 19">
              <a:extLst>
                <a:ext uri="{FF2B5EF4-FFF2-40B4-BE49-F238E27FC236}">
                  <a16:creationId xmlns:a16="http://schemas.microsoft.com/office/drawing/2014/main" id="{B02421A2-89F9-7B4F-AD0F-B54C1097FB56}"/>
                </a:ext>
              </a:extLst>
            </p:cNvPr>
            <p:cNvSpPr>
              <a:spLocks noChangeArrowheads="1"/>
            </p:cNvSpPr>
            <p:nvPr/>
          </p:nvSpPr>
          <p:spPr bwMode="auto">
            <a:xfrm>
              <a:off x="1152" y="1989"/>
              <a:ext cx="1088"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20">
              <a:extLst>
                <a:ext uri="{FF2B5EF4-FFF2-40B4-BE49-F238E27FC236}">
                  <a16:creationId xmlns:a16="http://schemas.microsoft.com/office/drawing/2014/main" id="{F8E24AD8-D1B3-694B-BCB6-D84CE449DD07}"/>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21">
              <a:extLst>
                <a:ext uri="{FF2B5EF4-FFF2-40B4-BE49-F238E27FC236}">
                  <a16:creationId xmlns:a16="http://schemas.microsoft.com/office/drawing/2014/main" id="{EAAFBCAC-65CD-014D-AEFE-7FBAFCE9C2E1}"/>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Rectangle 22">
              <a:extLst>
                <a:ext uri="{FF2B5EF4-FFF2-40B4-BE49-F238E27FC236}">
                  <a16:creationId xmlns:a16="http://schemas.microsoft.com/office/drawing/2014/main" id="{0C8D09F6-0F58-0440-9B1A-15F2687E56B2}"/>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Line 23">
              <a:extLst>
                <a:ext uri="{FF2B5EF4-FFF2-40B4-BE49-F238E27FC236}">
                  <a16:creationId xmlns:a16="http://schemas.microsoft.com/office/drawing/2014/main" id="{F601D68E-5FC2-E24B-9E6A-DBF25E086E34}"/>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 name="Group 29">
            <a:extLst>
              <a:ext uri="{FF2B5EF4-FFF2-40B4-BE49-F238E27FC236}">
                <a16:creationId xmlns:a16="http://schemas.microsoft.com/office/drawing/2014/main" id="{DBEF67F1-37BF-D74B-BCE9-505A050D61CD}"/>
              </a:ext>
            </a:extLst>
          </p:cNvPr>
          <p:cNvGrpSpPr>
            <a:grpSpLocks/>
          </p:cNvGrpSpPr>
          <p:nvPr/>
        </p:nvGrpSpPr>
        <p:grpSpPr bwMode="auto">
          <a:xfrm rot="2656396">
            <a:off x="2900915" y="4371147"/>
            <a:ext cx="546100" cy="546100"/>
            <a:chOff x="354" y="2715"/>
            <a:chExt cx="344" cy="344"/>
          </a:xfrm>
        </p:grpSpPr>
        <p:sp>
          <p:nvSpPr>
            <p:cNvPr id="30" name="Oval 25">
              <a:extLst>
                <a:ext uri="{FF2B5EF4-FFF2-40B4-BE49-F238E27FC236}">
                  <a16:creationId xmlns:a16="http://schemas.microsoft.com/office/drawing/2014/main" id="{9C112058-256F-D445-8FC7-9A99414DF354}"/>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 name="Oval 26">
              <a:extLst>
                <a:ext uri="{FF2B5EF4-FFF2-40B4-BE49-F238E27FC236}">
                  <a16:creationId xmlns:a16="http://schemas.microsoft.com/office/drawing/2014/main" id="{90D25AC5-CC8E-B54C-82BF-7D5D986999B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 name="Oval 27">
              <a:extLst>
                <a:ext uri="{FF2B5EF4-FFF2-40B4-BE49-F238E27FC236}">
                  <a16:creationId xmlns:a16="http://schemas.microsoft.com/office/drawing/2014/main" id="{40D693B4-9136-E641-8D14-C1E0622EC370}"/>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 name="Oval 28">
              <a:extLst>
                <a:ext uri="{FF2B5EF4-FFF2-40B4-BE49-F238E27FC236}">
                  <a16:creationId xmlns:a16="http://schemas.microsoft.com/office/drawing/2014/main" id="{4775F00E-A158-F94A-972C-197213FC889E}"/>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 name="Text Box 57">
            <a:extLst>
              <a:ext uri="{FF2B5EF4-FFF2-40B4-BE49-F238E27FC236}">
                <a16:creationId xmlns:a16="http://schemas.microsoft.com/office/drawing/2014/main" id="{492AF8D2-6C5A-F547-903E-BECF47C4F8E4}"/>
              </a:ext>
            </a:extLst>
          </p:cNvPr>
          <p:cNvSpPr txBox="1">
            <a:spLocks noChangeArrowheads="1"/>
          </p:cNvSpPr>
          <p:nvPr/>
        </p:nvSpPr>
        <p:spPr bwMode="auto">
          <a:xfrm>
            <a:off x="2177015" y="5864985"/>
            <a:ext cx="19113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router input ports</a:t>
            </a:r>
          </a:p>
        </p:txBody>
      </p:sp>
      <p:grpSp>
        <p:nvGrpSpPr>
          <p:cNvPr id="35" name="Group 37">
            <a:extLst>
              <a:ext uri="{FF2B5EF4-FFF2-40B4-BE49-F238E27FC236}">
                <a16:creationId xmlns:a16="http://schemas.microsoft.com/office/drawing/2014/main" id="{11CB7D7F-8B2C-554A-B4F6-07F28C5B5C9F}"/>
              </a:ext>
            </a:extLst>
          </p:cNvPr>
          <p:cNvGrpSpPr>
            <a:grpSpLocks/>
          </p:cNvGrpSpPr>
          <p:nvPr/>
        </p:nvGrpSpPr>
        <p:grpSpPr bwMode="auto">
          <a:xfrm>
            <a:off x="5882240" y="3485322"/>
            <a:ext cx="1957387" cy="566738"/>
            <a:chOff x="-51" y="2454"/>
            <a:chExt cx="1482" cy="357"/>
          </a:xfrm>
          <a:effectLst>
            <a:outerShdw blurRad="50800" dist="38100" dir="2700000" algn="tl" rotWithShape="0">
              <a:prstClr val="black">
                <a:alpha val="40000"/>
              </a:prstClr>
            </a:outerShdw>
          </a:effectLst>
        </p:grpSpPr>
        <p:grpSp>
          <p:nvGrpSpPr>
            <p:cNvPr id="36" name="Group 36">
              <a:extLst>
                <a:ext uri="{FF2B5EF4-FFF2-40B4-BE49-F238E27FC236}">
                  <a16:creationId xmlns:a16="http://schemas.microsoft.com/office/drawing/2014/main" id="{9302BD5C-3388-5F4D-8CCA-EAD2FD66ADB1}"/>
                </a:ext>
              </a:extLst>
            </p:cNvPr>
            <p:cNvGrpSpPr>
              <a:grpSpLocks/>
            </p:cNvGrpSpPr>
            <p:nvPr/>
          </p:nvGrpSpPr>
          <p:grpSpPr bwMode="auto">
            <a:xfrm flipH="1">
              <a:off x="171" y="2454"/>
              <a:ext cx="1086" cy="357"/>
              <a:chOff x="171" y="2454"/>
              <a:chExt cx="1086" cy="357"/>
            </a:xfrm>
          </p:grpSpPr>
          <p:sp>
            <p:nvSpPr>
              <p:cNvPr id="38" name="Rectangle 31">
                <a:extLst>
                  <a:ext uri="{FF2B5EF4-FFF2-40B4-BE49-F238E27FC236}">
                    <a16:creationId xmlns:a16="http://schemas.microsoft.com/office/drawing/2014/main" id="{0D459D87-1893-1743-8D5A-F323FDD3499D}"/>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 name="Rectangle 32">
                <a:extLst>
                  <a:ext uri="{FF2B5EF4-FFF2-40B4-BE49-F238E27FC236}">
                    <a16:creationId xmlns:a16="http://schemas.microsoft.com/office/drawing/2014/main" id="{D94682C7-1EFD-0242-B3A2-8679BFDACB44}"/>
                  </a:ext>
                </a:extLst>
              </p:cNvPr>
              <p:cNvSpPr>
                <a:spLocks noChangeArrowheads="1"/>
              </p:cNvSpPr>
              <p:nvPr/>
            </p:nvSpPr>
            <p:spPr bwMode="auto">
              <a:xfrm>
                <a:off x="216" y="2554"/>
                <a:ext cx="338"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 name="Rectangle 33">
                <a:extLst>
                  <a:ext uri="{FF2B5EF4-FFF2-40B4-BE49-F238E27FC236}">
                    <a16:creationId xmlns:a16="http://schemas.microsoft.com/office/drawing/2014/main" id="{D323E676-6A0B-9D4C-A262-5DA2B4D92EB1}"/>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 name="Rectangle 34">
                <a:extLst>
                  <a:ext uri="{FF2B5EF4-FFF2-40B4-BE49-F238E27FC236}">
                    <a16:creationId xmlns:a16="http://schemas.microsoft.com/office/drawing/2014/main" id="{DE45BAF9-F85F-CE49-B15E-73BB262FDBEB}"/>
                  </a:ext>
                </a:extLst>
              </p:cNvPr>
              <p:cNvSpPr>
                <a:spLocks noChangeArrowheads="1"/>
              </p:cNvSpPr>
              <p:nvPr/>
            </p:nvSpPr>
            <p:spPr bwMode="auto">
              <a:xfrm>
                <a:off x="921"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7" name="Line 35">
              <a:extLst>
                <a:ext uri="{FF2B5EF4-FFF2-40B4-BE49-F238E27FC236}">
                  <a16:creationId xmlns:a16="http://schemas.microsoft.com/office/drawing/2014/main" id="{63958D1A-98FE-AF43-AC11-DB72B9D9C0B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 name="Group 38">
            <a:extLst>
              <a:ext uri="{FF2B5EF4-FFF2-40B4-BE49-F238E27FC236}">
                <a16:creationId xmlns:a16="http://schemas.microsoft.com/office/drawing/2014/main" id="{5D8C710B-718F-D647-B17E-DF34372005AC}"/>
              </a:ext>
            </a:extLst>
          </p:cNvPr>
          <p:cNvGrpSpPr>
            <a:grpSpLocks/>
          </p:cNvGrpSpPr>
          <p:nvPr/>
        </p:nvGrpSpPr>
        <p:grpSpPr bwMode="auto">
          <a:xfrm>
            <a:off x="5901290" y="5218872"/>
            <a:ext cx="2011362" cy="566738"/>
            <a:chOff x="-51" y="2454"/>
            <a:chExt cx="1482" cy="357"/>
          </a:xfrm>
        </p:grpSpPr>
        <p:grpSp>
          <p:nvGrpSpPr>
            <p:cNvPr id="43" name="Group 39">
              <a:extLst>
                <a:ext uri="{FF2B5EF4-FFF2-40B4-BE49-F238E27FC236}">
                  <a16:creationId xmlns:a16="http://schemas.microsoft.com/office/drawing/2014/main" id="{EC854885-69FE-4244-BF93-8BB2F7786F85}"/>
                </a:ext>
              </a:extLst>
            </p:cNvPr>
            <p:cNvGrpSpPr>
              <a:grpSpLocks/>
            </p:cNvGrpSpPr>
            <p:nvPr/>
          </p:nvGrpSpPr>
          <p:grpSpPr bwMode="auto">
            <a:xfrm flipH="1">
              <a:off x="171" y="2454"/>
              <a:ext cx="1086" cy="357"/>
              <a:chOff x="171" y="2454"/>
              <a:chExt cx="1086" cy="357"/>
            </a:xfrm>
          </p:grpSpPr>
          <p:sp>
            <p:nvSpPr>
              <p:cNvPr id="45" name="Rectangle 40">
                <a:extLst>
                  <a:ext uri="{FF2B5EF4-FFF2-40B4-BE49-F238E27FC236}">
                    <a16:creationId xmlns:a16="http://schemas.microsoft.com/office/drawing/2014/main" id="{31148FFC-88E2-8643-8EDC-EE4624168153}"/>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Rectangle 41">
                <a:extLst>
                  <a:ext uri="{FF2B5EF4-FFF2-40B4-BE49-F238E27FC236}">
                    <a16:creationId xmlns:a16="http://schemas.microsoft.com/office/drawing/2014/main" id="{682A9F8F-8723-874E-BB4D-B2BB08BC7357}"/>
                  </a:ext>
                </a:extLst>
              </p:cNvPr>
              <p:cNvSpPr>
                <a:spLocks noChangeArrowheads="1"/>
              </p:cNvSpPr>
              <p:nvPr/>
            </p:nvSpPr>
            <p:spPr bwMode="auto">
              <a:xfrm>
                <a:off x="216" y="2554"/>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 name="Rectangle 42">
                <a:extLst>
                  <a:ext uri="{FF2B5EF4-FFF2-40B4-BE49-F238E27FC236}">
                    <a16:creationId xmlns:a16="http://schemas.microsoft.com/office/drawing/2014/main" id="{E9D99F85-7DA2-B94F-9793-067BFD27650F}"/>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 name="Rectangle 43">
                <a:extLst>
                  <a:ext uri="{FF2B5EF4-FFF2-40B4-BE49-F238E27FC236}">
                    <a16:creationId xmlns:a16="http://schemas.microsoft.com/office/drawing/2014/main" id="{79592419-CEB4-124B-A09B-CF67F5F2A477}"/>
                  </a:ext>
                </a:extLst>
              </p:cNvPr>
              <p:cNvSpPr>
                <a:spLocks noChangeArrowheads="1"/>
              </p:cNvSpPr>
              <p:nvPr/>
            </p:nvSpPr>
            <p:spPr bwMode="auto">
              <a:xfrm>
                <a:off x="923"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44" name="Line 44">
              <a:extLst>
                <a:ext uri="{FF2B5EF4-FFF2-40B4-BE49-F238E27FC236}">
                  <a16:creationId xmlns:a16="http://schemas.microsoft.com/office/drawing/2014/main" id="{CBC3FC3D-F764-0047-9677-FB9B8EAAFE5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 name="Group 51">
            <a:extLst>
              <a:ext uri="{FF2B5EF4-FFF2-40B4-BE49-F238E27FC236}">
                <a16:creationId xmlns:a16="http://schemas.microsoft.com/office/drawing/2014/main" id="{0063545A-31FC-8D42-B9F6-52805867B567}"/>
              </a:ext>
            </a:extLst>
          </p:cNvPr>
          <p:cNvGrpSpPr>
            <a:grpSpLocks/>
          </p:cNvGrpSpPr>
          <p:nvPr/>
        </p:nvGrpSpPr>
        <p:grpSpPr bwMode="auto">
          <a:xfrm rot="2656396">
            <a:off x="6768065" y="4361622"/>
            <a:ext cx="546100" cy="546100"/>
            <a:chOff x="354" y="2715"/>
            <a:chExt cx="344" cy="344"/>
          </a:xfrm>
        </p:grpSpPr>
        <p:sp>
          <p:nvSpPr>
            <p:cNvPr id="50" name="Oval 52">
              <a:extLst>
                <a:ext uri="{FF2B5EF4-FFF2-40B4-BE49-F238E27FC236}">
                  <a16:creationId xmlns:a16="http://schemas.microsoft.com/office/drawing/2014/main" id="{83BE4773-3E63-524C-AD59-033C9E4302BB}"/>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 name="Oval 53">
              <a:extLst>
                <a:ext uri="{FF2B5EF4-FFF2-40B4-BE49-F238E27FC236}">
                  <a16:creationId xmlns:a16="http://schemas.microsoft.com/office/drawing/2014/main" id="{F45E0C4D-B738-5E42-99B7-C0253D1ECBD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 name="Oval 54">
              <a:extLst>
                <a:ext uri="{FF2B5EF4-FFF2-40B4-BE49-F238E27FC236}">
                  <a16:creationId xmlns:a16="http://schemas.microsoft.com/office/drawing/2014/main" id="{2BD06A3F-4F96-8948-8417-90216E36CC2D}"/>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 name="Oval 55">
              <a:extLst>
                <a:ext uri="{FF2B5EF4-FFF2-40B4-BE49-F238E27FC236}">
                  <a16:creationId xmlns:a16="http://schemas.microsoft.com/office/drawing/2014/main" id="{6A51F44D-8E0B-DD44-A2B0-5A5743630F7B}"/>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4" name="Text Box 58">
            <a:extLst>
              <a:ext uri="{FF2B5EF4-FFF2-40B4-BE49-F238E27FC236}">
                <a16:creationId xmlns:a16="http://schemas.microsoft.com/office/drawing/2014/main" id="{8536AB41-BBDA-6A40-9786-A1757F6328E5}"/>
              </a:ext>
            </a:extLst>
          </p:cNvPr>
          <p:cNvSpPr txBox="1">
            <a:spLocks noChangeArrowheads="1"/>
          </p:cNvSpPr>
          <p:nvPr/>
        </p:nvSpPr>
        <p:spPr bwMode="auto">
          <a:xfrm>
            <a:off x="6201327" y="5906260"/>
            <a:ext cx="20510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router output ports</a:t>
            </a:r>
          </a:p>
        </p:txBody>
      </p:sp>
      <p:cxnSp>
        <p:nvCxnSpPr>
          <p:cNvPr id="55" name="Straight Connector 54">
            <a:extLst>
              <a:ext uri="{FF2B5EF4-FFF2-40B4-BE49-F238E27FC236}">
                <a16:creationId xmlns:a16="http://schemas.microsoft.com/office/drawing/2014/main" id="{EDEF025D-D161-0845-8BA8-D19B1861EEDE}"/>
              </a:ext>
            </a:extLst>
          </p:cNvPr>
          <p:cNvCxnSpPr>
            <a:cxnSpLocks noChangeShapeType="1"/>
          </p:cNvCxnSpPr>
          <p:nvPr/>
        </p:nvCxnSpPr>
        <p:spPr bwMode="auto">
          <a:xfrm>
            <a:off x="2270677" y="3275772"/>
            <a:ext cx="7802563" cy="127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sp>
        <p:nvSpPr>
          <p:cNvPr id="56" name="TextBox 55">
            <a:extLst>
              <a:ext uri="{FF2B5EF4-FFF2-40B4-BE49-F238E27FC236}">
                <a16:creationId xmlns:a16="http://schemas.microsoft.com/office/drawing/2014/main" id="{BAC350F1-2A41-2C4D-A74E-E12FE3300314}"/>
              </a:ext>
            </a:extLst>
          </p:cNvPr>
          <p:cNvSpPr txBox="1">
            <a:spLocks noChangeArrowheads="1"/>
          </p:cNvSpPr>
          <p:nvPr/>
        </p:nvSpPr>
        <p:spPr bwMode="auto">
          <a:xfrm>
            <a:off x="8177765" y="3312285"/>
            <a:ext cx="2185987"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forwarding data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(hardware) operates in nanosecond timeframe</a:t>
            </a:r>
          </a:p>
        </p:txBody>
      </p:sp>
      <p:sp>
        <p:nvSpPr>
          <p:cNvPr id="57" name="Rectangle 56">
            <a:extLst>
              <a:ext uri="{FF2B5EF4-FFF2-40B4-BE49-F238E27FC236}">
                <a16:creationId xmlns:a16="http://schemas.microsoft.com/office/drawing/2014/main" id="{9E496939-D5D8-314E-A293-36FDE55B110E}"/>
              </a:ext>
            </a:extLst>
          </p:cNvPr>
          <p:cNvSpPr>
            <a:spLocks noChangeArrowheads="1"/>
          </p:cNvSpPr>
          <p:nvPr/>
        </p:nvSpPr>
        <p:spPr bwMode="auto">
          <a:xfrm>
            <a:off x="7490377" y="2208972"/>
            <a:ext cx="287972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routing, management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control plane </a:t>
            </a: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(software)</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operates in millisecond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time frame</a:t>
            </a:r>
          </a:p>
        </p:txBody>
      </p:sp>
      <p:sp>
        <p:nvSpPr>
          <p:cNvPr id="58" name="Freeform 10">
            <a:extLst>
              <a:ext uri="{FF2B5EF4-FFF2-40B4-BE49-F238E27FC236}">
                <a16:creationId xmlns:a16="http://schemas.microsoft.com/office/drawing/2014/main" id="{9563B337-045C-B84E-ADB0-A5D36720825E}"/>
              </a:ext>
            </a:extLst>
          </p:cNvPr>
          <p:cNvSpPr>
            <a:spLocks/>
          </p:cNvSpPr>
          <p:nvPr/>
        </p:nvSpPr>
        <p:spPr bwMode="auto">
          <a:xfrm>
            <a:off x="3735940" y="2799522"/>
            <a:ext cx="512762" cy="73025"/>
          </a:xfrm>
          <a:custGeom>
            <a:avLst/>
            <a:gdLst>
              <a:gd name="T0" fmla="*/ 487003 w 512919"/>
              <a:gd name="T1" fmla="*/ 70891 h 73266"/>
              <a:gd name="T2" fmla="*/ 511349 w 512919"/>
              <a:gd name="T3" fmla="*/ 0 h 73266"/>
              <a:gd name="T4" fmla="*/ 146098 w 512919"/>
              <a:gd name="T5" fmla="*/ 11815 h 73266"/>
              <a:gd name="T6" fmla="*/ 97399 w 512919"/>
              <a:gd name="T7" fmla="*/ 23630 h 73266"/>
              <a:gd name="T8" fmla="*/ 0 w 512919"/>
              <a:gd name="T9" fmla="*/ 11815 h 73266"/>
              <a:gd name="T10" fmla="*/ 0 w 512919"/>
              <a:gd name="T11" fmla="*/ 11815 h 73266"/>
              <a:gd name="T12" fmla="*/ 511349 w 512919"/>
              <a:gd name="T13" fmla="*/ 11815 h 73266"/>
              <a:gd name="T14" fmla="*/ 0 60000 65536"/>
              <a:gd name="T15" fmla="*/ 0 60000 65536"/>
              <a:gd name="T16" fmla="*/ 0 60000 65536"/>
              <a:gd name="T17" fmla="*/ 0 60000 65536"/>
              <a:gd name="T18" fmla="*/ 0 60000 65536"/>
              <a:gd name="T19" fmla="*/ 0 60000 65536"/>
              <a:gd name="T20" fmla="*/ 0 60000 65536"/>
              <a:gd name="T21" fmla="*/ 0 w 512919"/>
              <a:gd name="T22" fmla="*/ 0 h 73266"/>
              <a:gd name="T23" fmla="*/ 512919 w 512919"/>
              <a:gd name="T24" fmla="*/ 73266 h 73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2919" h="73266">
                <a:moveTo>
                  <a:pt x="488494" y="73266"/>
                </a:moveTo>
                <a:lnTo>
                  <a:pt x="512919" y="0"/>
                </a:lnTo>
                <a:cubicBezTo>
                  <a:pt x="390795" y="4070"/>
                  <a:pt x="268529" y="5036"/>
                  <a:pt x="146548" y="12211"/>
                </a:cubicBezTo>
                <a:cubicBezTo>
                  <a:pt x="129793" y="13196"/>
                  <a:pt x="114483" y="24422"/>
                  <a:pt x="97699" y="24422"/>
                </a:cubicBezTo>
                <a:cubicBezTo>
                  <a:pt x="64879" y="24422"/>
                  <a:pt x="0" y="12211"/>
                  <a:pt x="0" y="12211"/>
                </a:cubicBezTo>
                <a:lnTo>
                  <a:pt x="512919" y="122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59" name="Elbow Connector 58">
            <a:extLst>
              <a:ext uri="{FF2B5EF4-FFF2-40B4-BE49-F238E27FC236}">
                <a16:creationId xmlns:a16="http://schemas.microsoft.com/office/drawing/2014/main" id="{3E124150-F33F-0C46-842C-F5427C1367BD}"/>
              </a:ext>
            </a:extLst>
          </p:cNvPr>
          <p:cNvCxnSpPr>
            <a:cxnSpLocks noChangeShapeType="1"/>
            <a:endCxn id="27" idx="0"/>
          </p:cNvCxnSpPr>
          <p:nvPr/>
        </p:nvCxnSpPr>
        <p:spPr bwMode="auto">
          <a:xfrm rot="5400000">
            <a:off x="2752483" y="3862354"/>
            <a:ext cx="2473325" cy="347662"/>
          </a:xfrm>
          <a:prstGeom prst="bentConnector3">
            <a:avLst>
              <a:gd name="adj1" fmla="val -60"/>
            </a:avLst>
          </a:prstGeom>
          <a:noFill/>
          <a:ln w="19050">
            <a:solidFill>
              <a:schemeClr val="tx1"/>
            </a:solidFill>
            <a:round/>
            <a:headEnd/>
            <a:tailEnd type="arrow" w="med" len="med"/>
          </a:ln>
          <a:extLst>
            <a:ext uri="{909E8E84-426E-40DD-AFC4-6F175D3DCCD1}">
              <a14:hiddenFill xmlns:a14="http://schemas.microsoft.com/office/drawing/2010/main">
                <a:noFill/>
              </a14:hiddenFill>
            </a:ext>
          </a:extLst>
        </p:spPr>
      </p:cxnSp>
      <p:sp>
        <p:nvSpPr>
          <p:cNvPr id="60" name="Slide Number Placeholder 4">
            <a:extLst>
              <a:ext uri="{FF2B5EF4-FFF2-40B4-BE49-F238E27FC236}">
                <a16:creationId xmlns:a16="http://schemas.microsoft.com/office/drawing/2014/main" id="{31F0B563-E3B7-434E-9C41-6F0D5BC32A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13</a:t>
            </a:fld>
            <a:endParaRPr lang="en-US" dirty="0"/>
          </a:p>
        </p:txBody>
      </p:sp>
    </p:spTree>
    <p:extLst>
      <p:ext uri="{BB962C8B-B14F-4D97-AF65-F5344CB8AC3E}">
        <p14:creationId xmlns:p14="http://schemas.microsoft.com/office/powerpoint/2010/main" val="2437766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1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dissolve">
                                      <p:cBhvr>
                                        <p:cTn id="17" dur="500"/>
                                        <p:tgtEl>
                                          <p:spTgt spid="5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dissolve">
                                      <p:cBhvr>
                                        <p:cTn id="22" dur="500"/>
                                        <p:tgtEl>
                                          <p:spTgt spid="5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57"/>
                                        </p:tgtEl>
                                        <p:attrNameLst>
                                          <p:attrName>style.visibility</p:attrName>
                                        </p:attrNameLst>
                                      </p:cBhvr>
                                      <p:to>
                                        <p:strVal val="visible"/>
                                      </p:to>
                                    </p:set>
                                    <p:animEffect transition="in" filter="dissolve">
                                      <p:cBhvr>
                                        <p:cTn id="25" dur="500"/>
                                        <p:tgtEl>
                                          <p:spTgt spid="57"/>
                                        </p:tgtEl>
                                      </p:cBhvr>
                                    </p:animEffect>
                                  </p:childTnLst>
                                </p:cTn>
                              </p:par>
                              <p:par>
                                <p:cTn id="26" presetID="9" presetClass="entr" presetSubtype="0" fill="hold" nodeType="withEffect">
                                  <p:stCondLst>
                                    <p:cond delay="0"/>
                                  </p:stCondLst>
                                  <p:childTnLst>
                                    <p:set>
                                      <p:cBhvr>
                                        <p:cTn id="27" dur="1" fill="hold">
                                          <p:stCondLst>
                                            <p:cond delay="0"/>
                                          </p:stCondLst>
                                        </p:cTn>
                                        <p:tgtEl>
                                          <p:spTgt spid="55"/>
                                        </p:tgtEl>
                                        <p:attrNameLst>
                                          <p:attrName>style.visibility</p:attrName>
                                        </p:attrNameLst>
                                      </p:cBhvr>
                                      <p:to>
                                        <p:strVal val="visible"/>
                                      </p:to>
                                    </p:set>
                                    <p:animEffect transition="in" filter="dissolve">
                                      <p:cBhvr>
                                        <p:cTn id="28"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7"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3" name="Group 2">
            <a:extLst>
              <a:ext uri="{FF2B5EF4-FFF2-40B4-BE49-F238E27FC236}">
                <a16:creationId xmlns:a16="http://schemas.microsoft.com/office/drawing/2014/main" id="{67F3BF66-FCD5-DF4D-990A-B26733B57152}"/>
              </a:ext>
            </a:extLst>
          </p:cNvPr>
          <p:cNvGrpSpPr/>
          <p:nvPr/>
        </p:nvGrpSpPr>
        <p:grpSpPr>
          <a:xfrm>
            <a:off x="258938" y="2032898"/>
            <a:ext cx="3589783" cy="2064484"/>
            <a:chOff x="258938" y="2032898"/>
            <a:chExt cx="3589783" cy="2064484"/>
          </a:xfrm>
        </p:grpSpPr>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6BA40969-3F14-3A45-97E9-4D81F9F1D53C}"/>
              </a:ext>
            </a:extLst>
          </p:cNvPr>
          <p:cNvGrpSpPr/>
          <p:nvPr/>
        </p:nvGrpSpPr>
        <p:grpSpPr>
          <a:xfrm>
            <a:off x="871146" y="1664528"/>
            <a:ext cx="4336475" cy="3729630"/>
            <a:chOff x="871146" y="1664528"/>
            <a:chExt cx="4336475" cy="3729630"/>
          </a:xfrm>
        </p:grpSpPr>
        <p:sp>
          <p:nvSpPr>
            <p:cNvPr id="99" name="Rectangle 33">
              <a:extLst>
                <a:ext uri="{FF2B5EF4-FFF2-40B4-BE49-F238E27FC236}">
                  <a16:creationId xmlns:a16="http://schemas.microsoft.com/office/drawing/2014/main" id="{C0248889-95B0-8647-AC13-2A31FDECF3D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4" name="Group 3">
              <a:extLst>
                <a:ext uri="{FF2B5EF4-FFF2-40B4-BE49-F238E27FC236}">
                  <a16:creationId xmlns:a16="http://schemas.microsoft.com/office/drawing/2014/main" id="{9212FDFA-0F46-D741-88DA-002B11963175}"/>
                </a:ext>
              </a:extLst>
            </p:cNvPr>
            <p:cNvGrpSpPr/>
            <p:nvPr/>
          </p:nvGrpSpPr>
          <p:grpSpPr>
            <a:xfrm>
              <a:off x="871146" y="1664528"/>
              <a:ext cx="4336475" cy="3729630"/>
              <a:chOff x="871146" y="1664528"/>
              <a:chExt cx="4336475" cy="3729630"/>
            </a:xfrm>
          </p:grpSpPr>
          <p:sp>
            <p:nvSpPr>
              <p:cNvPr id="93" name="Rectangle 14">
                <a:extLst>
                  <a:ext uri="{FF2B5EF4-FFF2-40B4-BE49-F238E27FC236}">
                    <a16:creationId xmlns:a16="http://schemas.microsoft.com/office/drawing/2014/main" id="{12FFE13A-BB9E-4943-97F3-EA1EFC2EB338}"/>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Text Box 6">
                <a:extLst>
                  <a:ext uri="{FF2B5EF4-FFF2-40B4-BE49-F238E27FC236}">
                    <a16:creationId xmlns:a16="http://schemas.microsoft.com/office/drawing/2014/main" id="{EAC11D6E-3147-1749-980D-26286A15A284}"/>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7" name="Line 59">
                <a:extLst>
                  <a:ext uri="{FF2B5EF4-FFF2-40B4-BE49-F238E27FC236}">
                    <a16:creationId xmlns:a16="http://schemas.microsoft.com/office/drawing/2014/main" id="{052969D8-B347-344A-9102-4C70516822DF}"/>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8" name="Group 7">
            <a:extLst>
              <a:ext uri="{FF2B5EF4-FFF2-40B4-BE49-F238E27FC236}">
                <a16:creationId xmlns:a16="http://schemas.microsoft.com/office/drawing/2014/main" id="{4E501147-3CF5-8941-886B-E4E508892657}"/>
              </a:ext>
            </a:extLst>
          </p:cNvPr>
          <p:cNvGrpSpPr/>
          <p:nvPr/>
        </p:nvGrpSpPr>
        <p:grpSpPr>
          <a:xfrm>
            <a:off x="3458817" y="1655073"/>
            <a:ext cx="8189844" cy="5023471"/>
            <a:chOff x="3458817" y="1655073"/>
            <a:chExt cx="8189844" cy="5023471"/>
          </a:xfrm>
        </p:grpSpPr>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B1658A4B-37AF-414E-BE01-AD93294C9259}"/>
                </a:ext>
              </a:extLst>
            </p:cNvPr>
            <p:cNvGrpSpPr/>
            <p:nvPr/>
          </p:nvGrpSpPr>
          <p:grpSpPr>
            <a:xfrm>
              <a:off x="3458817" y="1655073"/>
              <a:ext cx="8189844" cy="5023471"/>
              <a:chOff x="3458817" y="1655073"/>
              <a:chExt cx="8189844" cy="5023471"/>
            </a:xfrm>
          </p:grpSpPr>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no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goal: complete input port processing at ‘</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line speed’</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input port queuing: </a:t>
                </a: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if datagrams arrive faster than forwarding rate into switch fabric</a:t>
                </a: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6" name="Slide Number Placeholder 4">
            <a:extLst>
              <a:ext uri="{FF2B5EF4-FFF2-40B4-BE49-F238E27FC236}">
                <a16:creationId xmlns:a16="http://schemas.microsoft.com/office/drawing/2014/main" id="{B127B8A7-EB35-9F48-B1F3-0905B5BFF21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14</a:t>
            </a:fld>
            <a:endParaRPr lang="en-US" dirty="0"/>
          </a:p>
        </p:txBody>
      </p:sp>
    </p:spTree>
    <p:extLst>
      <p:ext uri="{BB962C8B-B14F-4D97-AF65-F5344CB8AC3E}">
        <p14:creationId xmlns:p14="http://schemas.microsoft.com/office/powerpoint/2010/main" val="10803758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dissolv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destination-based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only on destination IP address (traditional)</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 any set of header field values</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31">
            <a:extLst>
              <a:ext uri="{FF2B5EF4-FFF2-40B4-BE49-F238E27FC236}">
                <a16:creationId xmlns:a16="http://schemas.microsoft.com/office/drawing/2014/main" id="{F18F2E2A-C657-CE42-826A-8464B8BEB733}"/>
              </a:ext>
            </a:extLst>
          </p:cNvPr>
          <p:cNvGrpSpPr/>
          <p:nvPr/>
        </p:nvGrpSpPr>
        <p:grpSpPr>
          <a:xfrm>
            <a:off x="871146" y="1664528"/>
            <a:ext cx="4336475" cy="3729630"/>
            <a:chOff x="871146" y="1664528"/>
            <a:chExt cx="4336475" cy="3729630"/>
          </a:xfrm>
        </p:grpSpPr>
        <p:sp>
          <p:nvSpPr>
            <p:cNvPr id="33" name="Rectangle 33">
              <a:extLst>
                <a:ext uri="{FF2B5EF4-FFF2-40B4-BE49-F238E27FC236}">
                  <a16:creationId xmlns:a16="http://schemas.microsoft.com/office/drawing/2014/main" id="{2EA30939-880D-1A4E-ADA4-26E2CC52164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34" name="Group 33">
              <a:extLst>
                <a:ext uri="{FF2B5EF4-FFF2-40B4-BE49-F238E27FC236}">
                  <a16:creationId xmlns:a16="http://schemas.microsoft.com/office/drawing/2014/main" id="{913133BD-446D-E742-B2AD-72DE39321A8A}"/>
                </a:ext>
              </a:extLst>
            </p:cNvPr>
            <p:cNvGrpSpPr/>
            <p:nvPr/>
          </p:nvGrpSpPr>
          <p:grpSpPr>
            <a:xfrm>
              <a:off x="871146" y="1664528"/>
              <a:ext cx="4336475" cy="3729630"/>
              <a:chOff x="871146" y="1664528"/>
              <a:chExt cx="4336475" cy="3729630"/>
            </a:xfrm>
          </p:grpSpPr>
          <p:sp>
            <p:nvSpPr>
              <p:cNvPr id="35" name="Rectangle 14">
                <a:extLst>
                  <a:ext uri="{FF2B5EF4-FFF2-40B4-BE49-F238E27FC236}">
                    <a16:creationId xmlns:a16="http://schemas.microsoft.com/office/drawing/2014/main" id="{79A46D4C-DBCD-A54B-9BA8-1AEED3D1385B}"/>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Line 30">
                <a:extLst>
                  <a:ext uri="{FF2B5EF4-FFF2-40B4-BE49-F238E27FC236}">
                    <a16:creationId xmlns:a16="http://schemas.microsoft.com/office/drawing/2014/main" id="{42D89CE3-6D54-8D4C-A4FF-D8068693F459}"/>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Text Box 6">
                <a:extLst>
                  <a:ext uri="{FF2B5EF4-FFF2-40B4-BE49-F238E27FC236}">
                    <a16:creationId xmlns:a16="http://schemas.microsoft.com/office/drawing/2014/main" id="{29D9E7A0-6D99-F942-B6C6-24EF09651BBA}"/>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 name="Line 59">
                <a:extLst>
                  <a:ext uri="{FF2B5EF4-FFF2-40B4-BE49-F238E27FC236}">
                    <a16:creationId xmlns:a16="http://schemas.microsoft.com/office/drawing/2014/main" id="{67FB4697-6647-C242-8EBD-81171A3917C4}"/>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9" name="Slide Number Placeholder 4">
            <a:extLst>
              <a:ext uri="{FF2B5EF4-FFF2-40B4-BE49-F238E27FC236}">
                <a16:creationId xmlns:a16="http://schemas.microsoft.com/office/drawing/2014/main" id="{EA359BDC-8294-2A40-B5BE-B5E215B7EE4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15</a:t>
            </a:fld>
            <a:endParaRPr lang="en-US" dirty="0"/>
          </a:p>
        </p:txBody>
      </p:sp>
    </p:spTree>
    <p:extLst>
      <p:ext uri="{BB962C8B-B14F-4D97-AF65-F5344CB8AC3E}">
        <p14:creationId xmlns:p14="http://schemas.microsoft.com/office/powerpoint/2010/main" val="82720983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Box 12">
            <a:extLst>
              <a:ext uri="{FF2B5EF4-FFF2-40B4-BE49-F238E27FC236}">
                <a16:creationId xmlns:a16="http://schemas.microsoft.com/office/drawing/2014/main" id="{39713235-40E8-FD43-A0F7-09AF038C8856}"/>
              </a:ext>
            </a:extLst>
          </p:cNvPr>
          <p:cNvSpPr txBox="1">
            <a:spLocks noChangeArrowheads="1"/>
          </p:cNvSpPr>
          <p:nvPr/>
        </p:nvSpPr>
        <p:spPr bwMode="auto">
          <a:xfrm>
            <a:off x="1188002" y="6033604"/>
            <a:ext cx="73207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what happens if ranges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divide up so nicely?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7" name="Picture 26">
            <a:extLst>
              <a:ext uri="{FF2B5EF4-FFF2-40B4-BE49-F238E27FC236}">
                <a16:creationId xmlns:a16="http://schemas.microsoft.com/office/drawing/2014/main" id="{26C911F9-D713-DF44-9F74-E50D01F6C43A}"/>
              </a:ext>
            </a:extLst>
          </p:cNvPr>
          <p:cNvPicPr>
            <a:picLocks noChangeAspect="1"/>
          </p:cNvPicPr>
          <p:nvPr/>
        </p:nvPicPr>
        <p:blipFill>
          <a:blip r:embed="rId3"/>
          <a:stretch>
            <a:fillRect/>
          </a:stretch>
        </p:blipFill>
        <p:spPr>
          <a:xfrm>
            <a:off x="1056411" y="3154505"/>
            <a:ext cx="9375866" cy="2779571"/>
          </a:xfrm>
          <a:prstGeom prst="rect">
            <a:avLst/>
          </a:prstGeom>
        </p:spPr>
      </p:pic>
      <p:grpSp>
        <p:nvGrpSpPr>
          <p:cNvPr id="7" name="Group 6">
            <a:extLst>
              <a:ext uri="{FF2B5EF4-FFF2-40B4-BE49-F238E27FC236}">
                <a16:creationId xmlns:a16="http://schemas.microsoft.com/office/drawing/2014/main" id="{625C7E65-E330-D54C-9458-A2526E45EE84}"/>
              </a:ext>
            </a:extLst>
          </p:cNvPr>
          <p:cNvGrpSpPr/>
          <p:nvPr/>
        </p:nvGrpSpPr>
        <p:grpSpPr>
          <a:xfrm>
            <a:off x="898734" y="1108364"/>
            <a:ext cx="9699993" cy="2044580"/>
            <a:chOff x="898734" y="1108364"/>
            <a:chExt cx="9699993" cy="2044580"/>
          </a:xfrm>
        </p:grpSpPr>
        <p:pic>
          <p:nvPicPr>
            <p:cNvPr id="28" name="Picture 27">
              <a:extLst>
                <a:ext uri="{FF2B5EF4-FFF2-40B4-BE49-F238E27FC236}">
                  <a16:creationId xmlns:a16="http://schemas.microsoft.com/office/drawing/2014/main" id="{AB2C9B1D-B13F-2A44-BFD7-FE059F60C03B}"/>
                </a:ext>
              </a:extLst>
            </p:cNvPr>
            <p:cNvPicPr>
              <a:picLocks noChangeAspect="1"/>
            </p:cNvPicPr>
            <p:nvPr/>
          </p:nvPicPr>
          <p:blipFill>
            <a:blip r:embed="rId4"/>
            <a:stretch>
              <a:fillRect/>
            </a:stretch>
          </p:blipFill>
          <p:spPr>
            <a:xfrm>
              <a:off x="898734" y="1186912"/>
              <a:ext cx="9594790" cy="1966032"/>
            </a:xfrm>
            <a:prstGeom prst="rect">
              <a:avLst/>
            </a:prstGeom>
          </p:spPr>
        </p:pic>
        <p:sp>
          <p:nvSpPr>
            <p:cNvPr id="5" name="Rectangle 4">
              <a:extLst>
                <a:ext uri="{FF2B5EF4-FFF2-40B4-BE49-F238E27FC236}">
                  <a16:creationId xmlns:a16="http://schemas.microsoft.com/office/drawing/2014/main" id="{1FAB1BC2-A9DF-384B-9E93-78C77805E9B5}"/>
                </a:ext>
              </a:extLst>
            </p:cNvPr>
            <p:cNvSpPr/>
            <p:nvPr/>
          </p:nvSpPr>
          <p:spPr>
            <a:xfrm>
              <a:off x="1039091" y="1108364"/>
              <a:ext cx="9559636" cy="235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Destination-based forwarding</a:t>
            </a:r>
          </a:p>
        </p:txBody>
      </p:sp>
      <p:grpSp>
        <p:nvGrpSpPr>
          <p:cNvPr id="9" name="Group 8">
            <a:extLst>
              <a:ext uri="{FF2B5EF4-FFF2-40B4-BE49-F238E27FC236}">
                <a16:creationId xmlns:a16="http://schemas.microsoft.com/office/drawing/2014/main" id="{BDFBC640-7D8A-6C4E-A73D-113F295A0D69}"/>
              </a:ext>
            </a:extLst>
          </p:cNvPr>
          <p:cNvGrpSpPr/>
          <p:nvPr/>
        </p:nvGrpSpPr>
        <p:grpSpPr>
          <a:xfrm>
            <a:off x="1038514" y="2679128"/>
            <a:ext cx="9093336" cy="1283278"/>
            <a:chOff x="1038514" y="2679128"/>
            <a:chExt cx="9093336" cy="1283278"/>
          </a:xfrm>
        </p:grpSpPr>
        <p:pic>
          <p:nvPicPr>
            <p:cNvPr id="29" name="Picture 28">
              <a:extLst>
                <a:ext uri="{FF2B5EF4-FFF2-40B4-BE49-F238E27FC236}">
                  <a16:creationId xmlns:a16="http://schemas.microsoft.com/office/drawing/2014/main" id="{16512AEA-D127-3748-A1EB-EB563AC90228}"/>
                </a:ext>
              </a:extLst>
            </p:cNvPr>
            <p:cNvPicPr>
              <a:picLocks noChangeAspect="1"/>
            </p:cNvPicPr>
            <p:nvPr/>
          </p:nvPicPr>
          <p:blipFill>
            <a:blip r:embed="rId5"/>
            <a:stretch>
              <a:fillRect/>
            </a:stretch>
          </p:blipFill>
          <p:spPr>
            <a:xfrm>
              <a:off x="1038514" y="2679128"/>
              <a:ext cx="9093336" cy="1283278"/>
            </a:xfrm>
            <a:prstGeom prst="rect">
              <a:avLst/>
            </a:prstGeom>
          </p:spPr>
        </p:pic>
        <p:sp>
          <p:nvSpPr>
            <p:cNvPr id="8" name="TextBox 7">
              <a:extLst>
                <a:ext uri="{FF2B5EF4-FFF2-40B4-BE49-F238E27FC236}">
                  <a16:creationId xmlns:a16="http://schemas.microsoft.com/office/drawing/2014/main" id="{9EF59FBD-8B2C-9141-A4D8-C536B3311F8A}"/>
                </a:ext>
              </a:extLst>
            </p:cNvPr>
            <p:cNvSpPr txBox="1"/>
            <p:nvPr/>
          </p:nvSpPr>
          <p:spPr>
            <a:xfrm>
              <a:off x="8451272" y="3131128"/>
              <a:ext cx="886691" cy="43088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sp>
        <p:nvSpPr>
          <p:cNvPr id="11" name="Slide Number Placeholder 4">
            <a:extLst>
              <a:ext uri="{FF2B5EF4-FFF2-40B4-BE49-F238E27FC236}">
                <a16:creationId xmlns:a16="http://schemas.microsoft.com/office/drawing/2014/main" id="{81C74D07-6178-E24A-9413-942CDFCE346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16</a:t>
            </a:fld>
            <a:endParaRPr lang="en-US" dirty="0"/>
          </a:p>
        </p:txBody>
      </p:sp>
    </p:spTree>
    <p:extLst>
      <p:ext uri="{BB962C8B-B14F-4D97-AF65-F5344CB8AC3E}">
        <p14:creationId xmlns:p14="http://schemas.microsoft.com/office/powerpoint/2010/main" val="3657912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42" presetClass="path" presetSubtype="0" accel="50000" decel="50000" fill="hold" nodeType="withEffect">
                                  <p:stCondLst>
                                    <p:cond delay="0"/>
                                  </p:stCondLst>
                                  <p:childTnLst>
                                    <p:animMotion origin="layout" path="M -3.75E-6 1.11022E-16 L 0.00052 0.10718 " pathEditMode="relative" rAng="0" ptsTypes="AA">
                                      <p:cBhvr>
                                        <p:cTn id="9" dur="2000" fill="hold"/>
                                        <p:tgtEl>
                                          <p:spTgt spid="27"/>
                                        </p:tgtEl>
                                        <p:attrNameLst>
                                          <p:attrName>ppt_x</p:attrName>
                                          <p:attrName>ppt_y</p:attrName>
                                        </p:attrNameLst>
                                      </p:cBhvr>
                                      <p:rCtr x="26" y="5347"/>
                                    </p:animMotion>
                                  </p:childTnLst>
                                </p:cTn>
                              </p:par>
                              <p:par>
                                <p:cTn id="10" presetID="42" presetClass="path" presetSubtype="0" accel="50000" decel="50000" fill="hold" nodeType="withEffect">
                                  <p:stCondLst>
                                    <p:cond delay="0"/>
                                  </p:stCondLst>
                                  <p:childTnLst>
                                    <p:animMotion origin="layout" path="M -4.375E-6 1.85185E-6 L 0.00013 -0.05417 " pathEditMode="relative" rAng="0" ptsTypes="AA">
                                      <p:cBhvr>
                                        <p:cTn id="11" dur="2000" fill="hold"/>
                                        <p:tgtEl>
                                          <p:spTgt spid="7"/>
                                        </p:tgtEl>
                                        <p:attrNameLst>
                                          <p:attrName>ppt_x</p:attrName>
                                          <p:attrName>ppt_y</p:attrName>
                                        </p:attrNameLst>
                                      </p:cBhvr>
                                      <p:rCtr x="0" y="-27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grpSp>
        <p:nvGrpSpPr>
          <p:cNvPr id="3" name="Group 2">
            <a:extLst>
              <a:ext uri="{FF2B5EF4-FFF2-40B4-BE49-F238E27FC236}">
                <a16:creationId xmlns:a16="http://schemas.microsoft.com/office/drawing/2014/main" id="{03D13401-BB00-AB4B-8905-3EDC38C55E44}"/>
              </a:ext>
            </a:extLst>
          </p:cNvPr>
          <p:cNvGrpSpPr/>
          <p:nvPr/>
        </p:nvGrpSpPr>
        <p:grpSpPr>
          <a:xfrm>
            <a:off x="2674601" y="3416024"/>
            <a:ext cx="7479325" cy="2180038"/>
            <a:chOff x="2674601" y="3416024"/>
            <a:chExt cx="7479325" cy="2180038"/>
          </a:xfrm>
        </p:grpSpPr>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grpSp>
      <p:grpSp>
        <p:nvGrpSpPr>
          <p:cNvPr id="4" name="Group 3">
            <a:extLst>
              <a:ext uri="{FF2B5EF4-FFF2-40B4-BE49-F238E27FC236}">
                <a16:creationId xmlns:a16="http://schemas.microsoft.com/office/drawing/2014/main" id="{F655AE30-180F-9548-B5CE-B9911AA53A47}"/>
              </a:ext>
            </a:extLst>
          </p:cNvPr>
          <p:cNvGrpSpPr/>
          <p:nvPr/>
        </p:nvGrpSpPr>
        <p:grpSpPr>
          <a:xfrm>
            <a:off x="789703" y="5747609"/>
            <a:ext cx="9305341" cy="903606"/>
            <a:chOff x="789703" y="5747609"/>
            <a:chExt cx="9305341" cy="903606"/>
          </a:xfrm>
        </p:grpSpPr>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sp>
        <p:nvSpPr>
          <p:cNvPr id="31" name="Slide Number Placeholder 4">
            <a:extLst>
              <a:ext uri="{FF2B5EF4-FFF2-40B4-BE49-F238E27FC236}">
                <a16:creationId xmlns:a16="http://schemas.microsoft.com/office/drawing/2014/main" id="{EC760D1C-B9BF-9F46-BBE7-A444C5F6877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17</a:t>
            </a:fld>
            <a:endParaRPr lang="en-US" dirty="0"/>
          </a:p>
        </p:txBody>
      </p:sp>
    </p:spTree>
    <p:extLst>
      <p:ext uri="{BB962C8B-B14F-4D97-AF65-F5344CB8AC3E}">
        <p14:creationId xmlns:p14="http://schemas.microsoft.com/office/powerpoint/2010/main" val="1421189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03563" y="3297382"/>
            <a:ext cx="9670473" cy="3560618"/>
            <a:chOff x="803563" y="3297382"/>
            <a:chExt cx="9670473" cy="3560618"/>
          </a:xfrm>
        </p:grpSpPr>
        <p:sp>
          <p:nvSpPr>
            <p:cNvPr id="7" name="Freeform 6">
              <a:extLst>
                <a:ext uri="{FF2B5EF4-FFF2-40B4-BE49-F238E27FC236}">
                  <a16:creationId xmlns:a16="http://schemas.microsoft.com/office/drawing/2014/main" id="{A848FF30-7F47-EF40-9B21-6336F9996053}"/>
                </a:ext>
              </a:extLst>
            </p:cNvPr>
            <p:cNvSpPr/>
            <p:nvPr/>
          </p:nvSpPr>
          <p:spPr>
            <a:xfrm>
              <a:off x="845127" y="32973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418" y="1108364"/>
                  </a:lnTo>
                  <a:lnTo>
                    <a:pt x="5375564" y="665017"/>
                  </a:lnTo>
                  <a:lnTo>
                    <a:pt x="1856509" y="651163"/>
                  </a:lnTo>
                  <a:lnTo>
                    <a:pt x="1870364" y="1122218"/>
                  </a:lnTo>
                  <a:lnTo>
                    <a:pt x="0" y="1080654"/>
                  </a:lnTo>
                  <a:lnTo>
                    <a:pt x="110837"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1634837" y="4364180"/>
              <a:ext cx="8756072" cy="1399309"/>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803563" y="57357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246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246" y="1094510"/>
                  </a:lnTo>
                  <a:cubicBezTo>
                    <a:pt x="5390952" y="952610"/>
                    <a:pt x="5392657" y="810711"/>
                    <a:pt x="5394363" y="668811"/>
                  </a:cubicBezTo>
                  <a:lnTo>
                    <a:pt x="1856509" y="651163"/>
                  </a:lnTo>
                  <a:lnTo>
                    <a:pt x="1870364" y="1122218"/>
                  </a:lnTo>
                  <a:lnTo>
                    <a:pt x="0" y="1080654"/>
                  </a:lnTo>
                  <a:lnTo>
                    <a:pt x="110837"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3972790"/>
            <a:ext cx="3505199" cy="2150919"/>
            <a:chOff x="2701636" y="3972790"/>
            <a:chExt cx="3505199" cy="2150919"/>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7279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350327"/>
              <a:ext cx="290946" cy="142701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4738255"/>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0AD153D5-F6CB-0E4F-AE80-7E6404A6B28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18</a:t>
            </a:fld>
            <a:endParaRPr lang="en-US" dirty="0"/>
          </a:p>
        </p:txBody>
      </p:sp>
    </p:spTree>
    <p:extLst>
      <p:ext uri="{BB962C8B-B14F-4D97-AF65-F5344CB8AC3E}">
        <p14:creationId xmlns:p14="http://schemas.microsoft.com/office/powerpoint/2010/main" val="423417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2" y="3297383"/>
            <a:ext cx="9628910" cy="3560617"/>
            <a:chOff x="858982" y="3297383"/>
            <a:chExt cx="9628910" cy="3560617"/>
          </a:xfrm>
        </p:grpSpPr>
        <p:sp>
          <p:nvSpPr>
            <p:cNvPr id="7" name="Freeform 6">
              <a:extLst>
                <a:ext uri="{FF2B5EF4-FFF2-40B4-BE49-F238E27FC236}">
                  <a16:creationId xmlns:a16="http://schemas.microsoft.com/office/drawing/2014/main" id="{A848FF30-7F47-EF40-9B21-6336F9996053}"/>
                </a:ext>
              </a:extLst>
            </p:cNvPr>
            <p:cNvSpPr/>
            <p:nvPr/>
          </p:nvSpPr>
          <p:spPr>
            <a:xfrm>
              <a:off x="858982" y="3297383"/>
              <a:ext cx="9628910" cy="1944054"/>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10" h="1944054">
                  <a:moveTo>
                    <a:pt x="96983" y="0"/>
                  </a:moveTo>
                  <a:lnTo>
                    <a:pt x="9615055" y="13854"/>
                  </a:lnTo>
                  <a:lnTo>
                    <a:pt x="9628910" y="1925782"/>
                  </a:lnTo>
                  <a:lnTo>
                    <a:pt x="5349662" y="1944054"/>
                  </a:lnTo>
                  <a:lnTo>
                    <a:pt x="5341431" y="1505726"/>
                  </a:lnTo>
                  <a:lnTo>
                    <a:pt x="1856509" y="1482436"/>
                  </a:lnTo>
                  <a:lnTo>
                    <a:pt x="1801092" y="1939637"/>
                  </a:ln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5112326"/>
              <a:ext cx="8118764" cy="1052948"/>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289224" y="652972"/>
                  </a:lnTo>
                  <a:lnTo>
                    <a:pt x="5298661" y="198982"/>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4804081"/>
            <a:ext cx="3505199" cy="1804550"/>
            <a:chOff x="2701636" y="4319159"/>
            <a:chExt cx="3505199" cy="1804550"/>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4319159"/>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682823"/>
              <a:ext cx="290945" cy="1094521"/>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502920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1B73FEC-A96A-8347-A60F-5E87D5B24CA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19</a:t>
            </a:fld>
            <a:endParaRPr lang="en-US" dirty="0"/>
          </a:p>
        </p:txBody>
      </p:sp>
    </p:spTree>
    <p:extLst>
      <p:ext uri="{BB962C8B-B14F-4D97-AF65-F5344CB8AC3E}">
        <p14:creationId xmlns:p14="http://schemas.microsoft.com/office/powerpoint/2010/main" val="2204531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1" y="3297382"/>
            <a:ext cx="9615055" cy="3560618"/>
            <a:chOff x="858981" y="3297382"/>
            <a:chExt cx="9615055" cy="3560618"/>
          </a:xfrm>
        </p:grpSpPr>
        <p:sp>
          <p:nvSpPr>
            <p:cNvPr id="7" name="Freeform 6">
              <a:extLst>
                <a:ext uri="{FF2B5EF4-FFF2-40B4-BE49-F238E27FC236}">
                  <a16:creationId xmlns:a16="http://schemas.microsoft.com/office/drawing/2014/main" id="{A848FF30-7F47-EF40-9B21-6336F9996053}"/>
                </a:ext>
              </a:extLst>
            </p:cNvPr>
            <p:cNvSpPr/>
            <p:nvPr/>
          </p:nvSpPr>
          <p:spPr>
            <a:xfrm>
              <a:off x="858981" y="3297382"/>
              <a:ext cx="9615055" cy="1884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39637"/>
                <a:gd name="connsiteX1" fmla="*/ 9615055 w 9628910"/>
                <a:gd name="connsiteY1" fmla="*/ 13854 h 1939637"/>
                <a:gd name="connsiteX2" fmla="*/ 9628910 w 9628910"/>
                <a:gd name="connsiteY2" fmla="*/ 1925782 h 1939637"/>
                <a:gd name="connsiteX3" fmla="*/ 5848426 w 9628910"/>
                <a:gd name="connsiteY3" fmla="*/ 1500709 h 1939637"/>
                <a:gd name="connsiteX4" fmla="*/ 5341431 w 9628910"/>
                <a:gd name="connsiteY4" fmla="*/ 1505726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341431 w 9615055"/>
                <a:gd name="connsiteY4" fmla="*/ 1505726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066799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26340 w 9615055"/>
                <a:gd name="connsiteY4" fmla="*/ 1006963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88397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37712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5055" h="1884218">
                  <a:moveTo>
                    <a:pt x="96983" y="0"/>
                  </a:moveTo>
                  <a:lnTo>
                    <a:pt x="9615055" y="13854"/>
                  </a:lnTo>
                  <a:lnTo>
                    <a:pt x="9545783" y="1510146"/>
                  </a:lnTo>
                  <a:lnTo>
                    <a:pt x="5787719" y="1504503"/>
                  </a:lnTo>
                  <a:cubicBezTo>
                    <a:pt x="5789210" y="1356363"/>
                    <a:pt x="5790700" y="1208222"/>
                    <a:pt x="5792191" y="1060082"/>
                  </a:cubicBezTo>
                  <a:lnTo>
                    <a:pt x="1829949" y="1063004"/>
                  </a:lnTo>
                  <a:cubicBezTo>
                    <a:pt x="1832537" y="1313651"/>
                    <a:pt x="1835125" y="1571887"/>
                    <a:pt x="1826330" y="1818740"/>
                  </a:cubicBez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4764472"/>
              <a:ext cx="8118764" cy="1343892"/>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760279 w 9531927"/>
                <a:gd name="connsiteY3" fmla="*/ 625263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760279" y="625263"/>
                  </a:lnTo>
                  <a:lnTo>
                    <a:pt x="5728152" y="185128"/>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5" y="4388439"/>
            <a:ext cx="3934692" cy="2261743"/>
            <a:chOff x="2701635" y="3903517"/>
            <a:chExt cx="3934692" cy="2261743"/>
          </a:xfrm>
        </p:grpSpPr>
        <p:sp>
          <p:nvSpPr>
            <p:cNvPr id="3" name="Rectangle 2">
              <a:extLst>
                <a:ext uri="{FF2B5EF4-FFF2-40B4-BE49-F238E27FC236}">
                  <a16:creationId xmlns:a16="http://schemas.microsoft.com/office/drawing/2014/main" id="{0F0BC283-76C4-1340-944F-7C4D353D8FFC}"/>
                </a:ext>
              </a:extLst>
            </p:cNvPr>
            <p:cNvSpPr/>
            <p:nvPr/>
          </p:nvSpPr>
          <p:spPr>
            <a:xfrm>
              <a:off x="2701635" y="5791200"/>
              <a:ext cx="3934691" cy="37406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03517"/>
              <a:ext cx="3920838" cy="34981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294897"/>
              <a:ext cx="346364" cy="148244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45528" y="480753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48BDD4C-3288-5747-9BB3-0F1BB4D2595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20</a:t>
            </a:fld>
            <a:endParaRPr lang="en-US" dirty="0"/>
          </a:p>
        </p:txBody>
      </p:sp>
    </p:spTree>
    <p:extLst>
      <p:ext uri="{BB962C8B-B14F-4D97-AF65-F5344CB8AC3E}">
        <p14:creationId xmlns:p14="http://schemas.microsoft.com/office/powerpoint/2010/main" val="3615323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p:txBody>
          <a:bodyPr/>
          <a:lstStyle/>
          <a:p>
            <a:pPr indent="-287338"/>
            <a:r>
              <a:rPr lang="en-US" altLang="en-US" sz="3200" dirty="0">
                <a:ea typeface="ＭＳ Ｐゴシック" panose="020B0600070205080204" pitchFamily="34" charset="-128"/>
                <a:cs typeface="ＭＳ Ｐゴシック" panose="020B0600070205080204" pitchFamily="34" charset="-128"/>
              </a:rPr>
              <a:t>we’ll see</a:t>
            </a:r>
            <a:r>
              <a:rPr lang="en-US" altLang="en-US" sz="3200" i="1" dirty="0">
                <a:solidFill>
                  <a:srgbClr val="000090"/>
                </a:solidFill>
                <a:ea typeface="ＭＳ Ｐゴシック" panose="020B0600070205080204" pitchFamily="34" charset="-128"/>
                <a:cs typeface="ＭＳ Ｐゴシック" panose="020B0600070205080204" pitchFamily="34" charset="-128"/>
              </a:rPr>
              <a:t> why </a:t>
            </a:r>
            <a:r>
              <a:rPr lang="en-US" altLang="en-US" sz="3200" dirty="0">
                <a:ea typeface="ＭＳ Ｐゴシック" panose="020B0600070205080204" pitchFamily="34" charset="-128"/>
                <a:cs typeface="ＭＳ Ｐゴシック" panose="020B0600070205080204" pitchFamily="34" charset="-128"/>
              </a:rPr>
              <a:t>longest prefix matching is used shortly, when we study addressing</a:t>
            </a:r>
          </a:p>
          <a:p>
            <a:pPr indent="-287338"/>
            <a:r>
              <a:rPr lang="en-US" altLang="en-US" sz="3200" dirty="0">
                <a:ea typeface="ＭＳ Ｐゴシック" panose="020B0600070205080204" pitchFamily="34" charset="-128"/>
                <a:cs typeface="ＭＳ Ｐゴシック" panose="020B0600070205080204" pitchFamily="34" charset="-128"/>
              </a:rPr>
              <a:t>longest prefix matching: often performed using ternary content addressable memories (TCAMs)</a:t>
            </a:r>
          </a:p>
          <a:p>
            <a:pPr lvl="1"/>
            <a:r>
              <a:rPr lang="en-US" altLang="en-US" sz="2800" i="1" dirty="0">
                <a:solidFill>
                  <a:srgbClr val="CC0000"/>
                </a:solidFill>
                <a:ea typeface="ＭＳ Ｐゴシック" panose="020B0600070205080204" pitchFamily="34" charset="-128"/>
              </a:rPr>
              <a:t>content addressable: </a:t>
            </a:r>
            <a:r>
              <a:rPr lang="en-US" altLang="en-US" sz="2800" dirty="0">
                <a:ea typeface="ＭＳ Ｐゴシック" panose="020B0600070205080204" pitchFamily="34" charset="-128"/>
              </a:rPr>
              <a:t>present address to TCAM: retrieve address in one clock cycle, regardless of table size</a:t>
            </a:r>
          </a:p>
          <a:p>
            <a:pPr lvl="1"/>
            <a:r>
              <a:rPr lang="en-US" altLang="en-US" sz="2800" dirty="0">
                <a:ea typeface="ＭＳ Ｐゴシック" panose="020B0600070205080204" pitchFamily="34" charset="-128"/>
              </a:rPr>
              <a:t>Cisco Catalyst:  ~1M routing table entries in TCAM</a:t>
            </a:r>
          </a:p>
          <a:p>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Longest prefix matching</a:t>
            </a:r>
          </a:p>
        </p:txBody>
      </p:sp>
      <p:sp>
        <p:nvSpPr>
          <p:cNvPr id="4" name="Slide Number Placeholder 4">
            <a:extLst>
              <a:ext uri="{FF2B5EF4-FFF2-40B4-BE49-F238E27FC236}">
                <a16:creationId xmlns:a16="http://schemas.microsoft.com/office/drawing/2014/main" id="{3FF29919-E30C-C848-A2A0-2376EB62D48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21</a:t>
            </a:fld>
            <a:endParaRPr lang="en-US" dirty="0"/>
          </a:p>
        </p:txBody>
      </p:sp>
    </p:spTree>
    <p:extLst>
      <p:ext uri="{BB962C8B-B14F-4D97-AF65-F5344CB8AC3E}">
        <p14:creationId xmlns:p14="http://schemas.microsoft.com/office/powerpoint/2010/main" val="325308787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140" name="Group 60">
            <a:extLst>
              <a:ext uri="{FF2B5EF4-FFF2-40B4-BE49-F238E27FC236}">
                <a16:creationId xmlns:a16="http://schemas.microsoft.com/office/drawing/2014/main" id="{E16CE5B6-2BB1-8843-9C94-E2F2D5BE7F75}"/>
              </a:ext>
            </a:extLst>
          </p:cNvPr>
          <p:cNvGrpSpPr>
            <a:grpSpLocks/>
          </p:cNvGrpSpPr>
          <p:nvPr/>
        </p:nvGrpSpPr>
        <p:grpSpPr bwMode="auto">
          <a:xfrm>
            <a:off x="4510432" y="3943350"/>
            <a:ext cx="1609725" cy="2343150"/>
            <a:chOff x="2418" y="1882"/>
            <a:chExt cx="1014" cy="1476"/>
          </a:xfrm>
          <a:effectLst>
            <a:outerShdw blurRad="50800" dist="38100" dir="2700000" algn="tl" rotWithShape="0">
              <a:prstClr val="black">
                <a:alpha val="40000"/>
              </a:prstClr>
            </a:outerShdw>
          </a:effectLst>
        </p:grpSpPr>
        <p:sp>
          <p:nvSpPr>
            <p:cNvPr id="141" name="Rectangle 45">
              <a:extLst>
                <a:ext uri="{FF2B5EF4-FFF2-40B4-BE49-F238E27FC236}">
                  <a16:creationId xmlns:a16="http://schemas.microsoft.com/office/drawing/2014/main" id="{F26101B5-1F43-6C44-B633-4C17C2A3D1C0}"/>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2" name="Text Box 48">
              <a:extLst>
                <a:ext uri="{FF2B5EF4-FFF2-40B4-BE49-F238E27FC236}">
                  <a16:creationId xmlns:a16="http://schemas.microsoft.com/office/drawing/2014/main" id="{1E1E4579-D30C-D245-B0D4-E5A2AEC25247}"/>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sp>
        <p:nvSpPr>
          <p:cNvPr id="160" name="Text Box 57">
            <a:extLst>
              <a:ext uri="{FF2B5EF4-FFF2-40B4-BE49-F238E27FC236}">
                <a16:creationId xmlns:a16="http://schemas.microsoft.com/office/drawing/2014/main" id="{F1679189-37C6-6D40-A05F-4B13D87DE33B}"/>
              </a:ext>
            </a:extLst>
          </p:cNvPr>
          <p:cNvSpPr txBox="1">
            <a:spLocks noChangeArrowheads="1"/>
          </p:cNvSpPr>
          <p:nvPr/>
        </p:nvSpPr>
        <p:spPr bwMode="auto">
          <a:xfrm>
            <a:off x="2216772" y="4857819"/>
            <a:ext cx="1492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input ports</a:t>
            </a:r>
          </a:p>
        </p:txBody>
      </p:sp>
      <p:grpSp>
        <p:nvGrpSpPr>
          <p:cNvPr id="168" name="Group 38">
            <a:extLst>
              <a:ext uri="{FF2B5EF4-FFF2-40B4-BE49-F238E27FC236}">
                <a16:creationId xmlns:a16="http://schemas.microsoft.com/office/drawing/2014/main" id="{8AC17FBD-D822-CD43-929D-2CC812BF0667}"/>
              </a:ext>
            </a:extLst>
          </p:cNvPr>
          <p:cNvGrpSpPr>
            <a:grpSpLocks/>
          </p:cNvGrpSpPr>
          <p:nvPr/>
        </p:nvGrpSpPr>
        <p:grpSpPr bwMode="auto">
          <a:xfrm>
            <a:off x="6149007" y="5709203"/>
            <a:ext cx="1472095" cy="386798"/>
            <a:chOff x="-51" y="2454"/>
            <a:chExt cx="1482" cy="357"/>
          </a:xfrm>
        </p:grpSpPr>
        <p:grpSp>
          <p:nvGrpSpPr>
            <p:cNvPr id="169" name="Group 39">
              <a:extLst>
                <a:ext uri="{FF2B5EF4-FFF2-40B4-BE49-F238E27FC236}">
                  <a16:creationId xmlns:a16="http://schemas.microsoft.com/office/drawing/2014/main" id="{0892708C-B62F-1443-A450-88C550BC04BC}"/>
                </a:ext>
              </a:extLst>
            </p:cNvPr>
            <p:cNvGrpSpPr>
              <a:grpSpLocks/>
            </p:cNvGrpSpPr>
            <p:nvPr/>
          </p:nvGrpSpPr>
          <p:grpSpPr bwMode="auto">
            <a:xfrm flipH="1">
              <a:off x="171" y="2454"/>
              <a:ext cx="1086" cy="357"/>
              <a:chOff x="171" y="2454"/>
              <a:chExt cx="1086" cy="357"/>
            </a:xfrm>
          </p:grpSpPr>
          <p:sp>
            <p:nvSpPr>
              <p:cNvPr id="171" name="Rectangle 40">
                <a:extLst>
                  <a:ext uri="{FF2B5EF4-FFF2-40B4-BE49-F238E27FC236}">
                    <a16:creationId xmlns:a16="http://schemas.microsoft.com/office/drawing/2014/main" id="{646AD0B4-3035-904E-BC08-F1F7B9E664EF}"/>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2" name="Rectangle 41">
                <a:extLst>
                  <a:ext uri="{FF2B5EF4-FFF2-40B4-BE49-F238E27FC236}">
                    <a16:creationId xmlns:a16="http://schemas.microsoft.com/office/drawing/2014/main" id="{C11D294C-080E-E146-92DD-4E0970AA192D}"/>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3" name="Rectangle 42">
                <a:extLst>
                  <a:ext uri="{FF2B5EF4-FFF2-40B4-BE49-F238E27FC236}">
                    <a16:creationId xmlns:a16="http://schemas.microsoft.com/office/drawing/2014/main" id="{AEC771A2-E626-8246-BD5D-885A3F23221F}"/>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43">
                <a:extLst>
                  <a:ext uri="{FF2B5EF4-FFF2-40B4-BE49-F238E27FC236}">
                    <a16:creationId xmlns:a16="http://schemas.microsoft.com/office/drawing/2014/main" id="{D9ACADB5-CB99-0C44-953C-36D248E856BC}"/>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70" name="Line 44">
              <a:extLst>
                <a:ext uri="{FF2B5EF4-FFF2-40B4-BE49-F238E27FC236}">
                  <a16:creationId xmlns:a16="http://schemas.microsoft.com/office/drawing/2014/main" id="{0B5CB4ED-80BB-FD4A-8E51-691C12DA6F5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 name="Text Box 57">
            <a:extLst>
              <a:ext uri="{FF2B5EF4-FFF2-40B4-BE49-F238E27FC236}">
                <a16:creationId xmlns:a16="http://schemas.microsoft.com/office/drawing/2014/main" id="{7B04503A-E5E8-3F47-B2CA-2C4493C5596F}"/>
              </a:ext>
            </a:extLst>
          </p:cNvPr>
          <p:cNvSpPr txBox="1">
            <a:spLocks noChangeArrowheads="1"/>
          </p:cNvSpPr>
          <p:nvPr/>
        </p:nvSpPr>
        <p:spPr bwMode="auto">
          <a:xfrm>
            <a:off x="6689378" y="4864446"/>
            <a:ext cx="1633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output ports</a:t>
            </a:r>
          </a:p>
        </p:txBody>
      </p:sp>
      <p:grpSp>
        <p:nvGrpSpPr>
          <p:cNvPr id="182" name="Group 38">
            <a:extLst>
              <a:ext uri="{FF2B5EF4-FFF2-40B4-BE49-F238E27FC236}">
                <a16:creationId xmlns:a16="http://schemas.microsoft.com/office/drawing/2014/main" id="{0D66BD80-759C-4845-8712-8D0B4AF84EF1}"/>
              </a:ext>
            </a:extLst>
          </p:cNvPr>
          <p:cNvGrpSpPr>
            <a:grpSpLocks/>
          </p:cNvGrpSpPr>
          <p:nvPr/>
        </p:nvGrpSpPr>
        <p:grpSpPr bwMode="auto">
          <a:xfrm>
            <a:off x="6155633" y="4072559"/>
            <a:ext cx="1472095" cy="386798"/>
            <a:chOff x="-51" y="2454"/>
            <a:chExt cx="1482" cy="357"/>
          </a:xfrm>
        </p:grpSpPr>
        <p:grpSp>
          <p:nvGrpSpPr>
            <p:cNvPr id="183" name="Group 39">
              <a:extLst>
                <a:ext uri="{FF2B5EF4-FFF2-40B4-BE49-F238E27FC236}">
                  <a16:creationId xmlns:a16="http://schemas.microsoft.com/office/drawing/2014/main" id="{5C936A85-45B9-074E-B843-773AFF5135C9}"/>
                </a:ext>
              </a:extLst>
            </p:cNvPr>
            <p:cNvGrpSpPr>
              <a:grpSpLocks/>
            </p:cNvGrpSpPr>
            <p:nvPr/>
          </p:nvGrpSpPr>
          <p:grpSpPr bwMode="auto">
            <a:xfrm flipH="1">
              <a:off x="171" y="2454"/>
              <a:ext cx="1086" cy="357"/>
              <a:chOff x="171" y="2454"/>
              <a:chExt cx="1086" cy="357"/>
            </a:xfrm>
          </p:grpSpPr>
          <p:sp>
            <p:nvSpPr>
              <p:cNvPr id="185" name="Rectangle 40">
                <a:extLst>
                  <a:ext uri="{FF2B5EF4-FFF2-40B4-BE49-F238E27FC236}">
                    <a16:creationId xmlns:a16="http://schemas.microsoft.com/office/drawing/2014/main" id="{B622FEB5-7929-1240-B7D5-15643E719FB3}"/>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6" name="Rectangle 41">
                <a:extLst>
                  <a:ext uri="{FF2B5EF4-FFF2-40B4-BE49-F238E27FC236}">
                    <a16:creationId xmlns:a16="http://schemas.microsoft.com/office/drawing/2014/main" id="{9EC76602-1084-F84D-AD9A-D96EB15A89EB}"/>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2">
                <a:extLst>
                  <a:ext uri="{FF2B5EF4-FFF2-40B4-BE49-F238E27FC236}">
                    <a16:creationId xmlns:a16="http://schemas.microsoft.com/office/drawing/2014/main" id="{DD155316-70EC-7F4D-B61B-21231E854AF0}"/>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8" name="Rectangle 43">
                <a:extLst>
                  <a:ext uri="{FF2B5EF4-FFF2-40B4-BE49-F238E27FC236}">
                    <a16:creationId xmlns:a16="http://schemas.microsoft.com/office/drawing/2014/main" id="{BFE2402A-9D06-854F-8BB0-978456C98DC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84" name="Line 44">
              <a:extLst>
                <a:ext uri="{FF2B5EF4-FFF2-40B4-BE49-F238E27FC236}">
                  <a16:creationId xmlns:a16="http://schemas.microsoft.com/office/drawing/2014/main" id="{D7FF759B-D504-9D47-8A31-C0C49E47A70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 name="TextBox 5">
            <a:extLst>
              <a:ext uri="{FF2B5EF4-FFF2-40B4-BE49-F238E27FC236}">
                <a16:creationId xmlns:a16="http://schemas.microsoft.com/office/drawing/2014/main" id="{F67B67A3-971A-E044-9E63-6007998B6291}"/>
              </a:ext>
            </a:extLst>
          </p:cNvPr>
          <p:cNvSpPr txBox="1"/>
          <p:nvPr/>
        </p:nvSpPr>
        <p:spPr>
          <a:xfrm rot="5400000">
            <a:off x="6248400" y="4708389"/>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sp>
        <p:nvSpPr>
          <p:cNvPr id="190" name="TextBox 189">
            <a:extLst>
              <a:ext uri="{FF2B5EF4-FFF2-40B4-BE49-F238E27FC236}">
                <a16:creationId xmlns:a16="http://schemas.microsoft.com/office/drawing/2014/main" id="{90C8DE0E-9EEF-204C-9448-24E1458DC419}"/>
              </a:ext>
            </a:extLst>
          </p:cNvPr>
          <p:cNvSpPr txBox="1"/>
          <p:nvPr/>
        </p:nvSpPr>
        <p:spPr>
          <a:xfrm rot="5400000">
            <a:off x="3472070" y="4715016"/>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grpSp>
        <p:nvGrpSpPr>
          <p:cNvPr id="192" name="Group 39">
            <a:extLst>
              <a:ext uri="{FF2B5EF4-FFF2-40B4-BE49-F238E27FC236}">
                <a16:creationId xmlns:a16="http://schemas.microsoft.com/office/drawing/2014/main" id="{43EE5875-DB50-8F42-9E84-EBF455D6C7E5}"/>
              </a:ext>
            </a:extLst>
          </p:cNvPr>
          <p:cNvGrpSpPr>
            <a:grpSpLocks/>
          </p:cNvGrpSpPr>
          <p:nvPr/>
        </p:nvGrpSpPr>
        <p:grpSpPr bwMode="auto">
          <a:xfrm rot="10800000" flipH="1">
            <a:off x="3242010" y="4065933"/>
            <a:ext cx="1078742" cy="386798"/>
            <a:chOff x="171" y="2454"/>
            <a:chExt cx="1086" cy="357"/>
          </a:xfrm>
        </p:grpSpPr>
        <p:sp>
          <p:nvSpPr>
            <p:cNvPr id="194" name="Rectangle 40">
              <a:extLst>
                <a:ext uri="{FF2B5EF4-FFF2-40B4-BE49-F238E27FC236}">
                  <a16:creationId xmlns:a16="http://schemas.microsoft.com/office/drawing/2014/main" id="{906CC695-2DD1-2E42-A750-72D29415134B}"/>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5" name="Rectangle 41">
              <a:extLst>
                <a:ext uri="{FF2B5EF4-FFF2-40B4-BE49-F238E27FC236}">
                  <a16:creationId xmlns:a16="http://schemas.microsoft.com/office/drawing/2014/main" id="{99D0D5A4-1E5B-0B43-A1B7-FD7BC835DCFE}"/>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6" name="Rectangle 42">
              <a:extLst>
                <a:ext uri="{FF2B5EF4-FFF2-40B4-BE49-F238E27FC236}">
                  <a16:creationId xmlns:a16="http://schemas.microsoft.com/office/drawing/2014/main" id="{6140224D-DBC1-EB40-AFE8-D6D0132B57D2}"/>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7" name="Rectangle 43">
              <a:extLst>
                <a:ext uri="{FF2B5EF4-FFF2-40B4-BE49-F238E27FC236}">
                  <a16:creationId xmlns:a16="http://schemas.microsoft.com/office/drawing/2014/main" id="{0A00DDFA-F665-324F-A415-D0B5E35A5F4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93" name="Line 44">
            <a:extLst>
              <a:ext uri="{FF2B5EF4-FFF2-40B4-BE49-F238E27FC236}">
                <a16:creationId xmlns:a16="http://schemas.microsoft.com/office/drawing/2014/main" id="{A888E476-EAD9-6C4A-A7A3-DDB9C8C3A0C3}"/>
              </a:ext>
            </a:extLst>
          </p:cNvPr>
          <p:cNvSpPr>
            <a:spLocks noChangeShapeType="1"/>
          </p:cNvSpPr>
          <p:nvPr/>
        </p:nvSpPr>
        <p:spPr bwMode="auto">
          <a:xfrm>
            <a:off x="3021494" y="4260957"/>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99" name="Group 39">
            <a:extLst>
              <a:ext uri="{FF2B5EF4-FFF2-40B4-BE49-F238E27FC236}">
                <a16:creationId xmlns:a16="http://schemas.microsoft.com/office/drawing/2014/main" id="{861F8D20-AD91-3246-9499-A09CBEB79CED}"/>
              </a:ext>
            </a:extLst>
          </p:cNvPr>
          <p:cNvGrpSpPr>
            <a:grpSpLocks/>
          </p:cNvGrpSpPr>
          <p:nvPr/>
        </p:nvGrpSpPr>
        <p:grpSpPr bwMode="auto">
          <a:xfrm rot="10800000" flipH="1">
            <a:off x="3248636" y="5729080"/>
            <a:ext cx="1078742" cy="386798"/>
            <a:chOff x="171" y="2454"/>
            <a:chExt cx="1086" cy="357"/>
          </a:xfrm>
        </p:grpSpPr>
        <p:sp>
          <p:nvSpPr>
            <p:cNvPr id="201" name="Rectangle 40">
              <a:extLst>
                <a:ext uri="{FF2B5EF4-FFF2-40B4-BE49-F238E27FC236}">
                  <a16:creationId xmlns:a16="http://schemas.microsoft.com/office/drawing/2014/main" id="{C04E48EB-4A34-004B-84AD-61BC56BA591D}"/>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41">
              <a:extLst>
                <a:ext uri="{FF2B5EF4-FFF2-40B4-BE49-F238E27FC236}">
                  <a16:creationId xmlns:a16="http://schemas.microsoft.com/office/drawing/2014/main" id="{D0C6BD53-6130-A748-BC48-3FA6588875D2}"/>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42">
              <a:extLst>
                <a:ext uri="{FF2B5EF4-FFF2-40B4-BE49-F238E27FC236}">
                  <a16:creationId xmlns:a16="http://schemas.microsoft.com/office/drawing/2014/main" id="{19984A44-E408-0A4C-A437-40EAEAA848A3}"/>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4" name="Rectangle 43">
              <a:extLst>
                <a:ext uri="{FF2B5EF4-FFF2-40B4-BE49-F238E27FC236}">
                  <a16:creationId xmlns:a16="http://schemas.microsoft.com/office/drawing/2014/main" id="{30660A84-3620-0541-9A93-C5E1D76F117E}"/>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00" name="Line 44">
            <a:extLst>
              <a:ext uri="{FF2B5EF4-FFF2-40B4-BE49-F238E27FC236}">
                <a16:creationId xmlns:a16="http://schemas.microsoft.com/office/drawing/2014/main" id="{975E947C-3697-5947-8DC9-3EF33B31BD2E}"/>
              </a:ext>
            </a:extLst>
          </p:cNvPr>
          <p:cNvSpPr>
            <a:spLocks noChangeShapeType="1"/>
          </p:cNvSpPr>
          <p:nvPr/>
        </p:nvSpPr>
        <p:spPr bwMode="auto">
          <a:xfrm>
            <a:off x="3028120" y="5924104"/>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 name="Content Placeholder 2">
            <a:extLst>
              <a:ext uri="{FF2B5EF4-FFF2-40B4-BE49-F238E27FC236}">
                <a16:creationId xmlns:a16="http://schemas.microsoft.com/office/drawing/2014/main" id="{DC2E6EA4-0C86-5F4C-BB3E-C92E5B769FC5}"/>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9" name="TextBox 8">
            <a:extLst>
              <a:ext uri="{FF2B5EF4-FFF2-40B4-BE49-F238E27FC236}">
                <a16:creationId xmlns:a16="http://schemas.microsoft.com/office/drawing/2014/main" id="{01E77334-DD7E-1B48-8BC7-370BDB02F09A}"/>
              </a:ext>
            </a:extLst>
          </p:cNvPr>
          <p:cNvSpPr txBox="1"/>
          <p:nvPr/>
        </p:nvSpPr>
        <p:spPr>
          <a:xfrm>
            <a:off x="2756452" y="4081670"/>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09" name="TextBox 208">
            <a:extLst>
              <a:ext uri="{FF2B5EF4-FFF2-40B4-BE49-F238E27FC236}">
                <a16:creationId xmlns:a16="http://schemas.microsoft.com/office/drawing/2014/main" id="{38F21D3F-8391-534C-9242-3758758C301A}"/>
              </a:ext>
            </a:extLst>
          </p:cNvPr>
          <p:cNvSpPr txBox="1"/>
          <p:nvPr/>
        </p:nvSpPr>
        <p:spPr>
          <a:xfrm>
            <a:off x="2749826" y="5718314"/>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0" name="TextBox 209">
            <a:extLst>
              <a:ext uri="{FF2B5EF4-FFF2-40B4-BE49-F238E27FC236}">
                <a16:creationId xmlns:a16="http://schemas.microsoft.com/office/drawing/2014/main" id="{58A4E43E-89E0-E547-8C85-19EA30836952}"/>
              </a:ext>
            </a:extLst>
          </p:cNvPr>
          <p:cNvSpPr txBox="1"/>
          <p:nvPr/>
        </p:nvSpPr>
        <p:spPr>
          <a:xfrm>
            <a:off x="7593495" y="4081671"/>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1" name="TextBox 210">
            <a:extLst>
              <a:ext uri="{FF2B5EF4-FFF2-40B4-BE49-F238E27FC236}">
                <a16:creationId xmlns:a16="http://schemas.microsoft.com/office/drawing/2014/main" id="{394AA5E3-B3F2-B445-8CEF-84D33DC4565C}"/>
              </a:ext>
            </a:extLst>
          </p:cNvPr>
          <p:cNvSpPr txBox="1"/>
          <p:nvPr/>
        </p:nvSpPr>
        <p:spPr>
          <a:xfrm>
            <a:off x="7586868" y="5718315"/>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10" name="TextBox 9">
            <a:extLst>
              <a:ext uri="{FF2B5EF4-FFF2-40B4-BE49-F238E27FC236}">
                <a16:creationId xmlns:a16="http://schemas.microsoft.com/office/drawing/2014/main" id="{A8D02FF0-F045-2443-B110-8EA634D57D8A}"/>
              </a:ext>
            </a:extLst>
          </p:cNvPr>
          <p:cNvSpPr txBox="1"/>
          <p:nvPr/>
        </p:nvSpPr>
        <p:spPr>
          <a:xfrm>
            <a:off x="4611758" y="4094922"/>
            <a:ext cx="133118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(rate: NR, ideally)</a:t>
            </a:r>
          </a:p>
        </p:txBody>
      </p:sp>
      <p:sp>
        <p:nvSpPr>
          <p:cNvPr id="43" name="Slide Number Placeholder 4">
            <a:extLst>
              <a:ext uri="{FF2B5EF4-FFF2-40B4-BE49-F238E27FC236}">
                <a16:creationId xmlns:a16="http://schemas.microsoft.com/office/drawing/2014/main" id="{1006AEB9-8E30-BF47-8218-D88E2916AC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22</a:t>
            </a:fld>
            <a:endParaRPr lang="en-US" dirty="0"/>
          </a:p>
        </p:txBody>
      </p:sp>
    </p:spTree>
    <p:extLst>
      <p:ext uri="{BB962C8B-B14F-4D97-AF65-F5344CB8AC3E}">
        <p14:creationId xmlns:p14="http://schemas.microsoft.com/office/powerpoint/2010/main" val="2706103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7"/>
                                        </p:tgtEl>
                                        <p:attrNameLst>
                                          <p:attrName>style.visibility</p:attrName>
                                        </p:attrNameLst>
                                      </p:cBhvr>
                                      <p:to>
                                        <p:strVal val="visible"/>
                                      </p:to>
                                    </p:set>
                                    <p:animEffect transition="in" filter="dissolve">
                                      <p:cBhvr>
                                        <p:cTn id="7" dur="500"/>
                                        <p:tgtEl>
                                          <p:spTgt spid="2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7" grpId="0"/>
      <p:bldP spid="10"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311" name="Group 80">
            <a:extLst>
              <a:ext uri="{FF2B5EF4-FFF2-40B4-BE49-F238E27FC236}">
                <a16:creationId xmlns:a16="http://schemas.microsoft.com/office/drawing/2014/main" id="{3ECBEF50-5AB0-494A-8A71-7779C83BEB48}"/>
              </a:ext>
            </a:extLst>
          </p:cNvPr>
          <p:cNvGrpSpPr>
            <a:grpSpLocks/>
          </p:cNvGrpSpPr>
          <p:nvPr/>
        </p:nvGrpSpPr>
        <p:grpSpPr bwMode="auto">
          <a:xfrm>
            <a:off x="4769281" y="4484392"/>
            <a:ext cx="1093120" cy="215900"/>
            <a:chOff x="876" y="2800"/>
            <a:chExt cx="788" cy="175"/>
          </a:xfrm>
        </p:grpSpPr>
        <p:sp>
          <p:nvSpPr>
            <p:cNvPr id="312" name="Rectangle 81">
              <a:extLst>
                <a:ext uri="{FF2B5EF4-FFF2-40B4-BE49-F238E27FC236}">
                  <a16:creationId xmlns:a16="http://schemas.microsoft.com/office/drawing/2014/main" id="{37D52850-F316-4144-A0B4-19C304D6843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Rectangle 82">
              <a:extLst>
                <a:ext uri="{FF2B5EF4-FFF2-40B4-BE49-F238E27FC236}">
                  <a16:creationId xmlns:a16="http://schemas.microsoft.com/office/drawing/2014/main" id="{69439B26-261D-744E-9369-27374726E0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83">
              <a:extLst>
                <a:ext uri="{FF2B5EF4-FFF2-40B4-BE49-F238E27FC236}">
                  <a16:creationId xmlns:a16="http://schemas.microsoft.com/office/drawing/2014/main" id="{1B510572-6B31-7748-A75A-BF9B27F84964}"/>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Rectangle 84">
              <a:extLst>
                <a:ext uri="{FF2B5EF4-FFF2-40B4-BE49-F238E27FC236}">
                  <a16:creationId xmlns:a16="http://schemas.microsoft.com/office/drawing/2014/main" id="{09923AAC-D18D-164E-B81F-A06E6E34C8F3}"/>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Line 85">
              <a:extLst>
                <a:ext uri="{FF2B5EF4-FFF2-40B4-BE49-F238E27FC236}">
                  <a16:creationId xmlns:a16="http://schemas.microsoft.com/office/drawing/2014/main" id="{7260ED2A-03CA-CD4D-ADAC-6C8DFBED0D6A}"/>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7" name="Group 86">
            <a:extLst>
              <a:ext uri="{FF2B5EF4-FFF2-40B4-BE49-F238E27FC236}">
                <a16:creationId xmlns:a16="http://schemas.microsoft.com/office/drawing/2014/main" id="{BE86221D-4C38-2645-B32F-F1F6D4B5168D}"/>
              </a:ext>
            </a:extLst>
          </p:cNvPr>
          <p:cNvGrpSpPr>
            <a:grpSpLocks/>
          </p:cNvGrpSpPr>
          <p:nvPr/>
        </p:nvGrpSpPr>
        <p:grpSpPr bwMode="auto">
          <a:xfrm>
            <a:off x="4767694" y="4879680"/>
            <a:ext cx="1094506" cy="215900"/>
            <a:chOff x="876" y="2800"/>
            <a:chExt cx="789" cy="175"/>
          </a:xfrm>
        </p:grpSpPr>
        <p:sp>
          <p:nvSpPr>
            <p:cNvPr id="318" name="Rectangle 87">
              <a:extLst>
                <a:ext uri="{FF2B5EF4-FFF2-40B4-BE49-F238E27FC236}">
                  <a16:creationId xmlns:a16="http://schemas.microsoft.com/office/drawing/2014/main" id="{996C6DCD-B0C9-FD49-B834-5736A5B7DAA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Rectangle 88">
              <a:extLst>
                <a:ext uri="{FF2B5EF4-FFF2-40B4-BE49-F238E27FC236}">
                  <a16:creationId xmlns:a16="http://schemas.microsoft.com/office/drawing/2014/main" id="{4C49FD79-8AA8-374F-9E0F-16366ADC47D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89">
              <a:extLst>
                <a:ext uri="{FF2B5EF4-FFF2-40B4-BE49-F238E27FC236}">
                  <a16:creationId xmlns:a16="http://schemas.microsoft.com/office/drawing/2014/main" id="{30AA73C6-743D-744D-8076-CEB84412F666}"/>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Rectangle 90">
              <a:extLst>
                <a:ext uri="{FF2B5EF4-FFF2-40B4-BE49-F238E27FC236}">
                  <a16:creationId xmlns:a16="http://schemas.microsoft.com/office/drawing/2014/main" id="{4090BF92-DB22-2543-BF40-68E82A14D80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Line 91">
              <a:extLst>
                <a:ext uri="{FF2B5EF4-FFF2-40B4-BE49-F238E27FC236}">
                  <a16:creationId xmlns:a16="http://schemas.microsoft.com/office/drawing/2014/main" id="{A9CC5C11-4FA7-CD4B-974B-BE7F20975D5E}"/>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3" name="Group 92">
            <a:extLst>
              <a:ext uri="{FF2B5EF4-FFF2-40B4-BE49-F238E27FC236}">
                <a16:creationId xmlns:a16="http://schemas.microsoft.com/office/drawing/2014/main" id="{7F0C30F0-93C0-7B41-A148-F2583C432712}"/>
              </a:ext>
            </a:extLst>
          </p:cNvPr>
          <p:cNvGrpSpPr>
            <a:grpSpLocks/>
          </p:cNvGrpSpPr>
          <p:nvPr/>
        </p:nvGrpSpPr>
        <p:grpSpPr bwMode="auto">
          <a:xfrm>
            <a:off x="4762932" y="5306717"/>
            <a:ext cx="1079248" cy="215900"/>
            <a:chOff x="876" y="2800"/>
            <a:chExt cx="778" cy="175"/>
          </a:xfrm>
        </p:grpSpPr>
        <p:sp>
          <p:nvSpPr>
            <p:cNvPr id="324" name="Rectangle 93">
              <a:extLst>
                <a:ext uri="{FF2B5EF4-FFF2-40B4-BE49-F238E27FC236}">
                  <a16:creationId xmlns:a16="http://schemas.microsoft.com/office/drawing/2014/main" id="{FE2D31CC-2899-6644-8262-069C836FEE9E}"/>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94">
              <a:extLst>
                <a:ext uri="{FF2B5EF4-FFF2-40B4-BE49-F238E27FC236}">
                  <a16:creationId xmlns:a16="http://schemas.microsoft.com/office/drawing/2014/main" id="{E084BCAF-AF68-F044-95BA-E9DD3AB8AE4C}"/>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95">
              <a:extLst>
                <a:ext uri="{FF2B5EF4-FFF2-40B4-BE49-F238E27FC236}">
                  <a16:creationId xmlns:a16="http://schemas.microsoft.com/office/drawing/2014/main" id="{21E8CE31-B88B-E249-802C-CD6E7DB9056F}"/>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Rectangle 96">
              <a:extLst>
                <a:ext uri="{FF2B5EF4-FFF2-40B4-BE49-F238E27FC236}">
                  <a16:creationId xmlns:a16="http://schemas.microsoft.com/office/drawing/2014/main" id="{1D496C77-4D8A-4B49-BD5B-56233FC90DF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Line 97">
              <a:extLst>
                <a:ext uri="{FF2B5EF4-FFF2-40B4-BE49-F238E27FC236}">
                  <a16:creationId xmlns:a16="http://schemas.microsoft.com/office/drawing/2014/main" id="{A04C69F2-C1EE-854B-B285-27D90EB90A40}"/>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9" name="Line 98">
            <a:extLst>
              <a:ext uri="{FF2B5EF4-FFF2-40B4-BE49-F238E27FC236}">
                <a16:creationId xmlns:a16="http://schemas.microsoft.com/office/drawing/2014/main" id="{C1BD91B1-20FC-3B4C-8D6A-F8B58DCC0D0C}"/>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0" name="Group 99">
            <a:extLst>
              <a:ext uri="{FF2B5EF4-FFF2-40B4-BE49-F238E27FC236}">
                <a16:creationId xmlns:a16="http://schemas.microsoft.com/office/drawing/2014/main" id="{81F4A5FC-EF4D-2A48-8784-1750FC54BE25}"/>
              </a:ext>
            </a:extLst>
          </p:cNvPr>
          <p:cNvGrpSpPr>
            <a:grpSpLocks/>
          </p:cNvGrpSpPr>
          <p:nvPr/>
        </p:nvGrpSpPr>
        <p:grpSpPr bwMode="auto">
          <a:xfrm>
            <a:off x="5956300" y="4501349"/>
            <a:ext cx="1030288" cy="215900"/>
            <a:chOff x="367" y="3463"/>
            <a:chExt cx="649" cy="136"/>
          </a:xfrm>
        </p:grpSpPr>
        <p:sp>
          <p:nvSpPr>
            <p:cNvPr id="331" name="Rectangle 100">
              <a:extLst>
                <a:ext uri="{FF2B5EF4-FFF2-40B4-BE49-F238E27FC236}">
                  <a16:creationId xmlns:a16="http://schemas.microsoft.com/office/drawing/2014/main" id="{2FA335FE-AECE-F547-B1ED-C257408CFF60}"/>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01">
              <a:extLst>
                <a:ext uri="{FF2B5EF4-FFF2-40B4-BE49-F238E27FC236}">
                  <a16:creationId xmlns:a16="http://schemas.microsoft.com/office/drawing/2014/main" id="{5F80436E-3841-8349-8966-AB341E01A6B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02">
              <a:extLst>
                <a:ext uri="{FF2B5EF4-FFF2-40B4-BE49-F238E27FC236}">
                  <a16:creationId xmlns:a16="http://schemas.microsoft.com/office/drawing/2014/main" id="{36262B26-2B10-664E-B485-2B0BF6B95705}"/>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Rectangle 103">
              <a:extLst>
                <a:ext uri="{FF2B5EF4-FFF2-40B4-BE49-F238E27FC236}">
                  <a16:creationId xmlns:a16="http://schemas.microsoft.com/office/drawing/2014/main" id="{B2511842-B5CE-E242-9E79-819A629F7DC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104">
              <a:extLst>
                <a:ext uri="{FF2B5EF4-FFF2-40B4-BE49-F238E27FC236}">
                  <a16:creationId xmlns:a16="http://schemas.microsoft.com/office/drawing/2014/main" id="{CAAFBF8F-0301-0F4D-9DF5-B3DD1EC8C778}"/>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6" name="Group 105">
            <a:extLst>
              <a:ext uri="{FF2B5EF4-FFF2-40B4-BE49-F238E27FC236}">
                <a16:creationId xmlns:a16="http://schemas.microsoft.com/office/drawing/2014/main" id="{7BFAB449-E2DA-3147-849E-09A6366B098F}"/>
              </a:ext>
            </a:extLst>
          </p:cNvPr>
          <p:cNvGrpSpPr>
            <a:grpSpLocks/>
          </p:cNvGrpSpPr>
          <p:nvPr/>
        </p:nvGrpSpPr>
        <p:grpSpPr bwMode="auto">
          <a:xfrm>
            <a:off x="5946775" y="4893462"/>
            <a:ext cx="1044574" cy="215900"/>
            <a:chOff x="358" y="3463"/>
            <a:chExt cx="658" cy="136"/>
          </a:xfrm>
        </p:grpSpPr>
        <p:sp>
          <p:nvSpPr>
            <p:cNvPr id="337" name="Rectangle 106">
              <a:extLst>
                <a:ext uri="{FF2B5EF4-FFF2-40B4-BE49-F238E27FC236}">
                  <a16:creationId xmlns:a16="http://schemas.microsoft.com/office/drawing/2014/main" id="{9C435B71-B7F9-FB4C-83FD-6F3745D78BFE}"/>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07">
              <a:extLst>
                <a:ext uri="{FF2B5EF4-FFF2-40B4-BE49-F238E27FC236}">
                  <a16:creationId xmlns:a16="http://schemas.microsoft.com/office/drawing/2014/main" id="{09CF7D3E-B128-CD40-817F-B76520EE2A6C}"/>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108">
              <a:extLst>
                <a:ext uri="{FF2B5EF4-FFF2-40B4-BE49-F238E27FC236}">
                  <a16:creationId xmlns:a16="http://schemas.microsoft.com/office/drawing/2014/main" id="{86FC5905-2FC0-E848-B8C8-C68F4ACE3C5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109">
              <a:extLst>
                <a:ext uri="{FF2B5EF4-FFF2-40B4-BE49-F238E27FC236}">
                  <a16:creationId xmlns:a16="http://schemas.microsoft.com/office/drawing/2014/main" id="{D25B9F48-5027-6E4E-BF5B-3A43EB20480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Line 110">
              <a:extLst>
                <a:ext uri="{FF2B5EF4-FFF2-40B4-BE49-F238E27FC236}">
                  <a16:creationId xmlns:a16="http://schemas.microsoft.com/office/drawing/2014/main" id="{9C3B50DE-BC7E-DC41-A996-2C8F99ABF59C}"/>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42" name="Group 111">
            <a:extLst>
              <a:ext uri="{FF2B5EF4-FFF2-40B4-BE49-F238E27FC236}">
                <a16:creationId xmlns:a16="http://schemas.microsoft.com/office/drawing/2014/main" id="{7DF99D71-DDE6-BB4A-B28F-8F67E7B81B51}"/>
              </a:ext>
            </a:extLst>
          </p:cNvPr>
          <p:cNvGrpSpPr>
            <a:grpSpLocks/>
          </p:cNvGrpSpPr>
          <p:nvPr/>
        </p:nvGrpSpPr>
        <p:grpSpPr bwMode="auto">
          <a:xfrm>
            <a:off x="5945368" y="5315556"/>
            <a:ext cx="1046163" cy="215900"/>
            <a:chOff x="357" y="3463"/>
            <a:chExt cx="659" cy="136"/>
          </a:xfrm>
        </p:grpSpPr>
        <p:sp>
          <p:nvSpPr>
            <p:cNvPr id="343" name="Rectangle 112">
              <a:extLst>
                <a:ext uri="{FF2B5EF4-FFF2-40B4-BE49-F238E27FC236}">
                  <a16:creationId xmlns:a16="http://schemas.microsoft.com/office/drawing/2014/main" id="{DADCADDA-AA8E-4A44-881D-9DC07838042A}"/>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Rectangle 113">
              <a:extLst>
                <a:ext uri="{FF2B5EF4-FFF2-40B4-BE49-F238E27FC236}">
                  <a16:creationId xmlns:a16="http://schemas.microsoft.com/office/drawing/2014/main" id="{7B071F8D-7A94-0545-B654-6656D361736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Rectangle 114">
              <a:extLst>
                <a:ext uri="{FF2B5EF4-FFF2-40B4-BE49-F238E27FC236}">
                  <a16:creationId xmlns:a16="http://schemas.microsoft.com/office/drawing/2014/main" id="{030036A2-20DE-2444-AEBC-ED30EF2E2069}"/>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Rectangle 115">
              <a:extLst>
                <a:ext uri="{FF2B5EF4-FFF2-40B4-BE49-F238E27FC236}">
                  <a16:creationId xmlns:a16="http://schemas.microsoft.com/office/drawing/2014/main" id="{618626AC-F6A7-144F-9ECD-C4110EE9DEA2}"/>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Line 116">
              <a:extLst>
                <a:ext uri="{FF2B5EF4-FFF2-40B4-BE49-F238E27FC236}">
                  <a16:creationId xmlns:a16="http://schemas.microsoft.com/office/drawing/2014/main" id="{75B1015E-550F-F445-8AAB-4865BC07F6DA}"/>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8" name="Text Box 117">
            <a:extLst>
              <a:ext uri="{FF2B5EF4-FFF2-40B4-BE49-F238E27FC236}">
                <a16:creationId xmlns:a16="http://schemas.microsoft.com/office/drawing/2014/main" id="{65D98CB2-870D-B84B-9B0C-A2C174F40D4D}"/>
              </a:ext>
            </a:extLst>
          </p:cNvPr>
          <p:cNvSpPr txBox="1">
            <a:spLocks noChangeArrowheads="1"/>
          </p:cNvSpPr>
          <p:nvPr/>
        </p:nvSpPr>
        <p:spPr bwMode="auto">
          <a:xfrm>
            <a:off x="5664477" y="5835029"/>
            <a:ext cx="552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bus</a:t>
            </a:r>
          </a:p>
        </p:txBody>
      </p:sp>
      <p:grpSp>
        <p:nvGrpSpPr>
          <p:cNvPr id="4" name="Group 3">
            <a:extLst>
              <a:ext uri="{FF2B5EF4-FFF2-40B4-BE49-F238E27FC236}">
                <a16:creationId xmlns:a16="http://schemas.microsoft.com/office/drawing/2014/main" id="{DD7B28A1-7CC4-EC46-9F15-0A766D5FA67A}"/>
              </a:ext>
            </a:extLst>
          </p:cNvPr>
          <p:cNvGrpSpPr/>
          <p:nvPr/>
        </p:nvGrpSpPr>
        <p:grpSpPr>
          <a:xfrm>
            <a:off x="1186899" y="4439064"/>
            <a:ext cx="2798763" cy="1752600"/>
            <a:chOff x="1968777" y="4452316"/>
            <a:chExt cx="2798763" cy="1752600"/>
          </a:xfrm>
        </p:grpSpPr>
        <p:grpSp>
          <p:nvGrpSpPr>
            <p:cNvPr id="272" name="Group 30">
              <a:extLst>
                <a:ext uri="{FF2B5EF4-FFF2-40B4-BE49-F238E27FC236}">
                  <a16:creationId xmlns:a16="http://schemas.microsoft.com/office/drawing/2014/main" id="{3C7C2E39-B8FC-2E4E-8EA7-9980DBE0894E}"/>
                </a:ext>
              </a:extLst>
            </p:cNvPr>
            <p:cNvGrpSpPr>
              <a:grpSpLocks/>
            </p:cNvGrpSpPr>
            <p:nvPr/>
          </p:nvGrpSpPr>
          <p:grpSpPr bwMode="auto">
            <a:xfrm>
              <a:off x="2121177" y="4534866"/>
              <a:ext cx="890588" cy="215900"/>
              <a:chOff x="876" y="2800"/>
              <a:chExt cx="642" cy="175"/>
            </a:xfrm>
          </p:grpSpPr>
          <p:sp>
            <p:nvSpPr>
              <p:cNvPr id="273" name="Rectangle 7">
                <a:extLst>
                  <a:ext uri="{FF2B5EF4-FFF2-40B4-BE49-F238E27FC236}">
                    <a16:creationId xmlns:a16="http://schemas.microsoft.com/office/drawing/2014/main" id="{1C7F0720-4AD3-7241-A18F-1322594DDDD8}"/>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Rectangle 8">
                <a:extLst>
                  <a:ext uri="{FF2B5EF4-FFF2-40B4-BE49-F238E27FC236}">
                    <a16:creationId xmlns:a16="http://schemas.microsoft.com/office/drawing/2014/main" id="{6355CF5C-E1D3-BA4C-9C14-531EDEA373AD}"/>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5" name="Rectangle 9">
                <a:extLst>
                  <a:ext uri="{FF2B5EF4-FFF2-40B4-BE49-F238E27FC236}">
                    <a16:creationId xmlns:a16="http://schemas.microsoft.com/office/drawing/2014/main" id="{41497BCF-AE4C-5744-A422-5C5FDE760F0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Rectangle 10">
                <a:extLst>
                  <a:ext uri="{FF2B5EF4-FFF2-40B4-BE49-F238E27FC236}">
                    <a16:creationId xmlns:a16="http://schemas.microsoft.com/office/drawing/2014/main" id="{BC5034A8-3C30-BA4E-9BC2-0F43C7DAE03E}"/>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Line 11">
                <a:extLst>
                  <a:ext uri="{FF2B5EF4-FFF2-40B4-BE49-F238E27FC236}">
                    <a16:creationId xmlns:a16="http://schemas.microsoft.com/office/drawing/2014/main" id="{B5DB05AA-F635-D242-8616-F8A3AA12323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45">
              <a:extLst>
                <a:ext uri="{FF2B5EF4-FFF2-40B4-BE49-F238E27FC236}">
                  <a16:creationId xmlns:a16="http://schemas.microsoft.com/office/drawing/2014/main" id="{8F35E416-2B65-1B4A-A2ED-DF0FCBEF8372}"/>
                </a:ext>
              </a:extLst>
            </p:cNvPr>
            <p:cNvGrpSpPr>
              <a:grpSpLocks/>
            </p:cNvGrpSpPr>
            <p:nvPr/>
          </p:nvGrpSpPr>
          <p:grpSpPr bwMode="auto">
            <a:xfrm>
              <a:off x="2097365" y="4930154"/>
              <a:ext cx="890587" cy="215900"/>
              <a:chOff x="876" y="2800"/>
              <a:chExt cx="642" cy="175"/>
            </a:xfrm>
          </p:grpSpPr>
          <p:sp>
            <p:nvSpPr>
              <p:cNvPr id="279" name="Rectangle 46">
                <a:extLst>
                  <a:ext uri="{FF2B5EF4-FFF2-40B4-BE49-F238E27FC236}">
                    <a16:creationId xmlns:a16="http://schemas.microsoft.com/office/drawing/2014/main" id="{38918ABB-CEF1-BE45-AEE3-24901AE8397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47">
                <a:extLst>
                  <a:ext uri="{FF2B5EF4-FFF2-40B4-BE49-F238E27FC236}">
                    <a16:creationId xmlns:a16="http://schemas.microsoft.com/office/drawing/2014/main" id="{FA6EFB7D-6BC0-FB42-BB60-753DA2C2FA82}"/>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Rectangle 48">
                <a:extLst>
                  <a:ext uri="{FF2B5EF4-FFF2-40B4-BE49-F238E27FC236}">
                    <a16:creationId xmlns:a16="http://schemas.microsoft.com/office/drawing/2014/main" id="{E6160B5F-9E39-C440-A991-AFCD9768C28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Rectangle 49">
                <a:extLst>
                  <a:ext uri="{FF2B5EF4-FFF2-40B4-BE49-F238E27FC236}">
                    <a16:creationId xmlns:a16="http://schemas.microsoft.com/office/drawing/2014/main" id="{732D2AFE-3597-644A-97A1-28DD2F90A43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Line 50">
                <a:extLst>
                  <a:ext uri="{FF2B5EF4-FFF2-40B4-BE49-F238E27FC236}">
                    <a16:creationId xmlns:a16="http://schemas.microsoft.com/office/drawing/2014/main" id="{F3A2C82B-D735-2341-9B29-100DEE8F8C5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84" name="Group 51">
              <a:extLst>
                <a:ext uri="{FF2B5EF4-FFF2-40B4-BE49-F238E27FC236}">
                  <a16:creationId xmlns:a16="http://schemas.microsoft.com/office/drawing/2014/main" id="{6BA36712-4E6B-3D4E-ABC4-0CE286CF569C}"/>
                </a:ext>
              </a:extLst>
            </p:cNvPr>
            <p:cNvGrpSpPr>
              <a:grpSpLocks/>
            </p:cNvGrpSpPr>
            <p:nvPr/>
          </p:nvGrpSpPr>
          <p:grpSpPr bwMode="auto">
            <a:xfrm>
              <a:off x="2092602" y="5357191"/>
              <a:ext cx="890588" cy="215900"/>
              <a:chOff x="876" y="2800"/>
              <a:chExt cx="642" cy="175"/>
            </a:xfrm>
          </p:grpSpPr>
          <p:sp>
            <p:nvSpPr>
              <p:cNvPr id="285" name="Rectangle 52">
                <a:extLst>
                  <a:ext uri="{FF2B5EF4-FFF2-40B4-BE49-F238E27FC236}">
                    <a16:creationId xmlns:a16="http://schemas.microsoft.com/office/drawing/2014/main" id="{129DC514-3311-A645-A11D-4FF6C0B87A75}"/>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Rectangle 53">
                <a:extLst>
                  <a:ext uri="{FF2B5EF4-FFF2-40B4-BE49-F238E27FC236}">
                    <a16:creationId xmlns:a16="http://schemas.microsoft.com/office/drawing/2014/main" id="{E067EF7E-DADF-0B4B-A13F-44B8E34072B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54">
                <a:extLst>
                  <a:ext uri="{FF2B5EF4-FFF2-40B4-BE49-F238E27FC236}">
                    <a16:creationId xmlns:a16="http://schemas.microsoft.com/office/drawing/2014/main" id="{9301E58F-0697-8D42-8D86-7240128C545D}"/>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Rectangle 55">
                <a:extLst>
                  <a:ext uri="{FF2B5EF4-FFF2-40B4-BE49-F238E27FC236}">
                    <a16:creationId xmlns:a16="http://schemas.microsoft.com/office/drawing/2014/main" id="{91AC650D-8A42-5745-8F86-B02FF0476B8B}"/>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Line 56">
                <a:extLst>
                  <a:ext uri="{FF2B5EF4-FFF2-40B4-BE49-F238E27FC236}">
                    <a16:creationId xmlns:a16="http://schemas.microsoft.com/office/drawing/2014/main" id="{F9808253-1247-4A4E-96D0-B5614778EF5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0" name="Rectangle 57">
              <a:extLst>
                <a:ext uri="{FF2B5EF4-FFF2-40B4-BE49-F238E27FC236}">
                  <a16:creationId xmlns:a16="http://schemas.microsoft.com/office/drawing/2014/main" id="{41269D84-F7BD-3F4B-9EE9-23A8785FCBB4}"/>
                </a:ext>
              </a:extLst>
            </p:cNvPr>
            <p:cNvSpPr>
              <a:spLocks noChangeArrowheads="1"/>
            </p:cNvSpPr>
            <p:nvPr/>
          </p:nvSpPr>
          <p:spPr bwMode="auto">
            <a:xfrm>
              <a:off x="2980015" y="4452316"/>
              <a:ext cx="704850" cy="1176338"/>
            </a:xfrm>
            <a:prstGeom prst="rect">
              <a:avLst/>
            </a:prstGeom>
            <a:solidFill>
              <a:srgbClr val="FFFFFF"/>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1" name="Group 64">
              <a:extLst>
                <a:ext uri="{FF2B5EF4-FFF2-40B4-BE49-F238E27FC236}">
                  <a16:creationId xmlns:a16="http://schemas.microsoft.com/office/drawing/2014/main" id="{F48BF83F-9F4E-FD44-89AF-AD40F44A1B03}"/>
                </a:ext>
              </a:extLst>
            </p:cNvPr>
            <p:cNvGrpSpPr>
              <a:grpSpLocks/>
            </p:cNvGrpSpPr>
            <p:nvPr/>
          </p:nvGrpSpPr>
          <p:grpSpPr bwMode="auto">
            <a:xfrm>
              <a:off x="3689627" y="4533279"/>
              <a:ext cx="890588" cy="215900"/>
              <a:chOff x="455" y="3463"/>
              <a:chExt cx="561" cy="136"/>
            </a:xfrm>
          </p:grpSpPr>
          <p:sp>
            <p:nvSpPr>
              <p:cNvPr id="292" name="Rectangle 59">
                <a:extLst>
                  <a:ext uri="{FF2B5EF4-FFF2-40B4-BE49-F238E27FC236}">
                    <a16:creationId xmlns:a16="http://schemas.microsoft.com/office/drawing/2014/main" id="{4E120DDC-4D03-F842-94AF-27555EDB5CF7}"/>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Rectangle 60">
                <a:extLst>
                  <a:ext uri="{FF2B5EF4-FFF2-40B4-BE49-F238E27FC236}">
                    <a16:creationId xmlns:a16="http://schemas.microsoft.com/office/drawing/2014/main" id="{3E424F24-DEF2-7747-8B32-D2D41DCCB1C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61">
                <a:extLst>
                  <a:ext uri="{FF2B5EF4-FFF2-40B4-BE49-F238E27FC236}">
                    <a16:creationId xmlns:a16="http://schemas.microsoft.com/office/drawing/2014/main" id="{FCB1CF36-46B1-EA41-94AF-564D1A453693}"/>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Rectangle 62">
                <a:extLst>
                  <a:ext uri="{FF2B5EF4-FFF2-40B4-BE49-F238E27FC236}">
                    <a16:creationId xmlns:a16="http://schemas.microsoft.com/office/drawing/2014/main" id="{1B49B267-612F-D84F-B02E-C419C0367BE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63">
                <a:extLst>
                  <a:ext uri="{FF2B5EF4-FFF2-40B4-BE49-F238E27FC236}">
                    <a16:creationId xmlns:a16="http://schemas.microsoft.com/office/drawing/2014/main" id="{DCB1F4FA-6E22-F34F-B286-A108C325D330}"/>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7" name="Group 65">
              <a:extLst>
                <a:ext uri="{FF2B5EF4-FFF2-40B4-BE49-F238E27FC236}">
                  <a16:creationId xmlns:a16="http://schemas.microsoft.com/office/drawing/2014/main" id="{719D39D4-FB51-7642-A36C-2BA36F16985A}"/>
                </a:ext>
              </a:extLst>
            </p:cNvPr>
            <p:cNvGrpSpPr>
              <a:grpSpLocks/>
            </p:cNvGrpSpPr>
            <p:nvPr/>
          </p:nvGrpSpPr>
          <p:grpSpPr bwMode="auto">
            <a:xfrm>
              <a:off x="3694390" y="4925391"/>
              <a:ext cx="890587" cy="215900"/>
              <a:chOff x="455" y="3463"/>
              <a:chExt cx="561" cy="136"/>
            </a:xfrm>
          </p:grpSpPr>
          <p:sp>
            <p:nvSpPr>
              <p:cNvPr id="298" name="Rectangle 66">
                <a:extLst>
                  <a:ext uri="{FF2B5EF4-FFF2-40B4-BE49-F238E27FC236}">
                    <a16:creationId xmlns:a16="http://schemas.microsoft.com/office/drawing/2014/main" id="{95FB090C-CEEB-C642-B6E3-796C33946BBF}"/>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67">
                <a:extLst>
                  <a:ext uri="{FF2B5EF4-FFF2-40B4-BE49-F238E27FC236}">
                    <a16:creationId xmlns:a16="http://schemas.microsoft.com/office/drawing/2014/main" id="{90EE24D2-2A23-8A4B-AA6C-77A540AF262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0" name="Rectangle 68">
                <a:extLst>
                  <a:ext uri="{FF2B5EF4-FFF2-40B4-BE49-F238E27FC236}">
                    <a16:creationId xmlns:a16="http://schemas.microsoft.com/office/drawing/2014/main" id="{0EE5C8FE-A545-1047-B033-D000FCC810C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Rectangle 69">
                <a:extLst>
                  <a:ext uri="{FF2B5EF4-FFF2-40B4-BE49-F238E27FC236}">
                    <a16:creationId xmlns:a16="http://schemas.microsoft.com/office/drawing/2014/main" id="{4875E736-57B1-E048-9DED-51F8EBE441B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Line 70">
                <a:extLst>
                  <a:ext uri="{FF2B5EF4-FFF2-40B4-BE49-F238E27FC236}">
                    <a16:creationId xmlns:a16="http://schemas.microsoft.com/office/drawing/2014/main" id="{F1131A5F-4FDC-6741-B569-1128DD469CB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3" name="Group 71">
              <a:extLst>
                <a:ext uri="{FF2B5EF4-FFF2-40B4-BE49-F238E27FC236}">
                  <a16:creationId xmlns:a16="http://schemas.microsoft.com/office/drawing/2014/main" id="{563249F4-CC55-FB4F-A620-0484EEFEF155}"/>
                </a:ext>
              </a:extLst>
            </p:cNvPr>
            <p:cNvGrpSpPr>
              <a:grpSpLocks/>
            </p:cNvGrpSpPr>
            <p:nvPr/>
          </p:nvGrpSpPr>
          <p:grpSpPr bwMode="auto">
            <a:xfrm>
              <a:off x="3689627" y="5352429"/>
              <a:ext cx="890588" cy="215900"/>
              <a:chOff x="455" y="3463"/>
              <a:chExt cx="561" cy="136"/>
            </a:xfrm>
          </p:grpSpPr>
          <p:sp>
            <p:nvSpPr>
              <p:cNvPr id="304" name="Rectangle 72">
                <a:extLst>
                  <a:ext uri="{FF2B5EF4-FFF2-40B4-BE49-F238E27FC236}">
                    <a16:creationId xmlns:a16="http://schemas.microsoft.com/office/drawing/2014/main" id="{C3C1DBA4-7D91-0449-AD0B-AD923E348603}"/>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73">
                <a:extLst>
                  <a:ext uri="{FF2B5EF4-FFF2-40B4-BE49-F238E27FC236}">
                    <a16:creationId xmlns:a16="http://schemas.microsoft.com/office/drawing/2014/main" id="{0745B999-1569-3C4A-B569-9ACA7563333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6" name="Rectangle 74">
                <a:extLst>
                  <a:ext uri="{FF2B5EF4-FFF2-40B4-BE49-F238E27FC236}">
                    <a16:creationId xmlns:a16="http://schemas.microsoft.com/office/drawing/2014/main" id="{521FB59F-393E-8043-969B-F3359100624A}"/>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75">
                <a:extLst>
                  <a:ext uri="{FF2B5EF4-FFF2-40B4-BE49-F238E27FC236}">
                    <a16:creationId xmlns:a16="http://schemas.microsoft.com/office/drawing/2014/main" id="{8BDC1A78-9913-4044-AD8A-150F0412665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76">
                <a:extLst>
                  <a:ext uri="{FF2B5EF4-FFF2-40B4-BE49-F238E27FC236}">
                    <a16:creationId xmlns:a16="http://schemas.microsoft.com/office/drawing/2014/main" id="{7CD69A6B-8BD5-4A41-B066-4747BB61C49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Text Box 78">
              <a:extLst>
                <a:ext uri="{FF2B5EF4-FFF2-40B4-BE49-F238E27FC236}">
                  <a16:creationId xmlns:a16="http://schemas.microsoft.com/office/drawing/2014/main" id="{DA6CCE94-715B-FE44-98B3-B5292404E1CD}"/>
                </a:ext>
              </a:extLst>
            </p:cNvPr>
            <p:cNvSpPr txBox="1">
              <a:spLocks noChangeArrowheads="1"/>
            </p:cNvSpPr>
            <p:nvPr/>
          </p:nvSpPr>
          <p:spPr bwMode="auto">
            <a:xfrm>
              <a:off x="2813327" y="5838204"/>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310" name="Text Box 79">
              <a:extLst>
                <a:ext uri="{FF2B5EF4-FFF2-40B4-BE49-F238E27FC236}">
                  <a16:creationId xmlns:a16="http://schemas.microsoft.com/office/drawing/2014/main" id="{021CED6C-C2DB-174F-9D8D-6ABDA5614120}"/>
                </a:ext>
              </a:extLst>
            </p:cNvPr>
            <p:cNvSpPr txBox="1">
              <a:spLocks noChangeArrowheads="1"/>
            </p:cNvSpPr>
            <p:nvPr/>
          </p:nvSpPr>
          <p:spPr bwMode="auto">
            <a:xfrm>
              <a:off x="2911752" y="4769816"/>
              <a:ext cx="8239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402" name="Freeform 171">
              <a:extLst>
                <a:ext uri="{FF2B5EF4-FFF2-40B4-BE49-F238E27FC236}">
                  <a16:creationId xmlns:a16="http://schemas.microsoft.com/office/drawing/2014/main" id="{7EB6C5B2-8711-C447-BA49-C9D20140FF62}"/>
                </a:ext>
              </a:extLst>
            </p:cNvPr>
            <p:cNvSpPr>
              <a:spLocks/>
            </p:cNvSpPr>
            <p:nvPr/>
          </p:nvSpPr>
          <p:spPr bwMode="auto">
            <a:xfrm>
              <a:off x="1968777" y="4577729"/>
              <a:ext cx="2798763" cy="412750"/>
            </a:xfrm>
            <a:custGeom>
              <a:avLst/>
              <a:gdLst>
                <a:gd name="T0" fmla="*/ 0 w 1763"/>
                <a:gd name="T1" fmla="*/ 0 h 260"/>
                <a:gd name="T2" fmla="*/ 2147483647 w 1763"/>
                <a:gd name="T3" fmla="*/ 0 h 260"/>
                <a:gd name="T4" fmla="*/ 2147483647 w 1763"/>
                <a:gd name="T5" fmla="*/ 2147483647 h 260"/>
                <a:gd name="T6" fmla="*/ 2147483647 w 1763"/>
                <a:gd name="T7" fmla="*/ 2147483647 h 260"/>
                <a:gd name="T8" fmla="*/ 0 60000 65536"/>
                <a:gd name="T9" fmla="*/ 0 60000 65536"/>
                <a:gd name="T10" fmla="*/ 0 60000 65536"/>
                <a:gd name="T11" fmla="*/ 0 60000 65536"/>
                <a:gd name="T12" fmla="*/ 0 w 1763"/>
                <a:gd name="T13" fmla="*/ 0 h 260"/>
                <a:gd name="T14" fmla="*/ 1763 w 1763"/>
                <a:gd name="T15" fmla="*/ 260 h 260"/>
              </a:gdLst>
              <a:ahLst/>
              <a:cxnLst>
                <a:cxn ang="T8">
                  <a:pos x="T0" y="T1"/>
                </a:cxn>
                <a:cxn ang="T9">
                  <a:pos x="T2" y="T3"/>
                </a:cxn>
                <a:cxn ang="T10">
                  <a:pos x="T4" y="T5"/>
                </a:cxn>
                <a:cxn ang="T11">
                  <a:pos x="T6" y="T7"/>
                </a:cxn>
              </a:cxnLst>
              <a:rect l="T12" t="T13" r="T14" b="T15"/>
              <a:pathLst>
                <a:path w="1763" h="260">
                  <a:moveTo>
                    <a:pt x="0" y="0"/>
                  </a:moveTo>
                  <a:lnTo>
                    <a:pt x="689" y="0"/>
                  </a:lnTo>
                  <a:lnTo>
                    <a:pt x="1054" y="260"/>
                  </a:lnTo>
                  <a:lnTo>
                    <a:pt x="1763" y="260"/>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Freeform 172">
            <a:extLst>
              <a:ext uri="{FF2B5EF4-FFF2-40B4-BE49-F238E27FC236}">
                <a16:creationId xmlns:a16="http://schemas.microsoft.com/office/drawing/2014/main" id="{FCB8CAB7-7CE5-7648-B2F4-FF9B29F4C17A}"/>
              </a:ext>
            </a:extLst>
          </p:cNvPr>
          <p:cNvSpPr>
            <a:spLocks/>
          </p:cNvSpPr>
          <p:nvPr/>
        </p:nvSpPr>
        <p:spPr bwMode="auto">
          <a:xfrm>
            <a:off x="5019952" y="4547566"/>
            <a:ext cx="2006600" cy="40005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Lst>
            <a:ahLst/>
            <a:cxnLst>
              <a:cxn ang="T8">
                <a:pos x="T0" y="T1"/>
              </a:cxn>
              <a:cxn ang="T9">
                <a:pos x="T2" y="T3"/>
              </a:cxn>
              <a:cxn ang="T10">
                <a:pos x="T4" y="T5"/>
              </a:cxn>
              <a:cxn ang="T11">
                <a:pos x="T6" y="T7"/>
              </a:cxn>
            </a:cxnLst>
            <a:rect l="T12" t="T13" r="T14" b="T15"/>
            <a:pathLst>
              <a:path w="1264" h="252">
                <a:moveTo>
                  <a:pt x="0" y="2"/>
                </a:moveTo>
                <a:lnTo>
                  <a:pt x="622" y="0"/>
                </a:lnTo>
                <a:lnTo>
                  <a:pt x="616" y="246"/>
                </a:lnTo>
                <a:lnTo>
                  <a:pt x="1264" y="252"/>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404">
            <a:extLst>
              <a:ext uri="{FF2B5EF4-FFF2-40B4-BE49-F238E27FC236}">
                <a16:creationId xmlns:a16="http://schemas.microsoft.com/office/drawing/2014/main" id="{1E24DDED-AAB8-1742-BEAA-647483FFA1F1}"/>
              </a:ext>
            </a:extLst>
          </p:cNvPr>
          <p:cNvGrpSpPr/>
          <p:nvPr/>
        </p:nvGrpSpPr>
        <p:grpSpPr>
          <a:xfrm>
            <a:off x="7258217" y="4512159"/>
            <a:ext cx="2854919" cy="2066925"/>
            <a:chOff x="6675121" y="4485654"/>
            <a:chExt cx="2854919" cy="2066925"/>
          </a:xfrm>
        </p:grpSpPr>
        <p:grpSp>
          <p:nvGrpSpPr>
            <p:cNvPr id="349" name="Group 118">
              <a:extLst>
                <a:ext uri="{FF2B5EF4-FFF2-40B4-BE49-F238E27FC236}">
                  <a16:creationId xmlns:a16="http://schemas.microsoft.com/office/drawing/2014/main" id="{2404D93A-580B-0343-A0B1-94D96A2957A1}"/>
                </a:ext>
              </a:extLst>
            </p:cNvPr>
            <p:cNvGrpSpPr>
              <a:grpSpLocks/>
            </p:cNvGrpSpPr>
            <p:nvPr/>
          </p:nvGrpSpPr>
          <p:grpSpPr bwMode="auto">
            <a:xfrm>
              <a:off x="7469465" y="4485654"/>
              <a:ext cx="890587" cy="215900"/>
              <a:chOff x="876" y="2800"/>
              <a:chExt cx="642" cy="175"/>
            </a:xfrm>
          </p:grpSpPr>
          <p:sp>
            <p:nvSpPr>
              <p:cNvPr id="350" name="Rectangle 119">
                <a:extLst>
                  <a:ext uri="{FF2B5EF4-FFF2-40B4-BE49-F238E27FC236}">
                    <a16:creationId xmlns:a16="http://schemas.microsoft.com/office/drawing/2014/main" id="{DEAD9689-A93F-3A40-A1F0-D7AE2D9E4800}"/>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Rectangle 120">
                <a:extLst>
                  <a:ext uri="{FF2B5EF4-FFF2-40B4-BE49-F238E27FC236}">
                    <a16:creationId xmlns:a16="http://schemas.microsoft.com/office/drawing/2014/main" id="{B3FFEF5C-2CF8-3F48-AA70-FCA4463DD740}"/>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21">
                <a:extLst>
                  <a:ext uri="{FF2B5EF4-FFF2-40B4-BE49-F238E27FC236}">
                    <a16:creationId xmlns:a16="http://schemas.microsoft.com/office/drawing/2014/main" id="{6DA8F41A-C8D0-E84A-BE1E-E5D24606E51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Rectangle 122">
                <a:extLst>
                  <a:ext uri="{FF2B5EF4-FFF2-40B4-BE49-F238E27FC236}">
                    <a16:creationId xmlns:a16="http://schemas.microsoft.com/office/drawing/2014/main" id="{71D1CE81-6E07-EF41-B20A-E71DD542761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123">
                <a:extLst>
                  <a:ext uri="{FF2B5EF4-FFF2-40B4-BE49-F238E27FC236}">
                    <a16:creationId xmlns:a16="http://schemas.microsoft.com/office/drawing/2014/main" id="{FDFD10E9-723C-CD4E-9B1E-C974437C04F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5" name="Group 124">
              <a:extLst>
                <a:ext uri="{FF2B5EF4-FFF2-40B4-BE49-F238E27FC236}">
                  <a16:creationId xmlns:a16="http://schemas.microsoft.com/office/drawing/2014/main" id="{531A9996-A8C0-EB41-BF87-89DBD438FC81}"/>
                </a:ext>
              </a:extLst>
            </p:cNvPr>
            <p:cNvGrpSpPr>
              <a:grpSpLocks/>
            </p:cNvGrpSpPr>
            <p:nvPr/>
          </p:nvGrpSpPr>
          <p:grpSpPr bwMode="auto">
            <a:xfrm>
              <a:off x="7445652" y="4880941"/>
              <a:ext cx="890588" cy="215900"/>
              <a:chOff x="876" y="2800"/>
              <a:chExt cx="642" cy="175"/>
            </a:xfrm>
          </p:grpSpPr>
          <p:sp>
            <p:nvSpPr>
              <p:cNvPr id="356" name="Rectangle 125">
                <a:extLst>
                  <a:ext uri="{FF2B5EF4-FFF2-40B4-BE49-F238E27FC236}">
                    <a16:creationId xmlns:a16="http://schemas.microsoft.com/office/drawing/2014/main" id="{2467BB19-E02A-7B43-9CA4-9F0EB6D87A5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126">
                <a:extLst>
                  <a:ext uri="{FF2B5EF4-FFF2-40B4-BE49-F238E27FC236}">
                    <a16:creationId xmlns:a16="http://schemas.microsoft.com/office/drawing/2014/main" id="{962D332A-F4A3-2648-892A-BD845A64A7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127">
                <a:extLst>
                  <a:ext uri="{FF2B5EF4-FFF2-40B4-BE49-F238E27FC236}">
                    <a16:creationId xmlns:a16="http://schemas.microsoft.com/office/drawing/2014/main" id="{72283283-9F77-C548-B1DC-7BED275E1B8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128">
                <a:extLst>
                  <a:ext uri="{FF2B5EF4-FFF2-40B4-BE49-F238E27FC236}">
                    <a16:creationId xmlns:a16="http://schemas.microsoft.com/office/drawing/2014/main" id="{97305BF1-8C59-FD41-8C7C-DBF2671DCB74}"/>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Line 129">
                <a:extLst>
                  <a:ext uri="{FF2B5EF4-FFF2-40B4-BE49-F238E27FC236}">
                    <a16:creationId xmlns:a16="http://schemas.microsoft.com/office/drawing/2014/main" id="{EDA7687B-3958-E947-B115-E7E60D7772D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130">
              <a:extLst>
                <a:ext uri="{FF2B5EF4-FFF2-40B4-BE49-F238E27FC236}">
                  <a16:creationId xmlns:a16="http://schemas.microsoft.com/office/drawing/2014/main" id="{1D80AFC0-343E-BE4A-A3A1-7940B6D336B9}"/>
                </a:ext>
              </a:extLst>
            </p:cNvPr>
            <p:cNvGrpSpPr>
              <a:grpSpLocks/>
            </p:cNvGrpSpPr>
            <p:nvPr/>
          </p:nvGrpSpPr>
          <p:grpSpPr bwMode="auto">
            <a:xfrm>
              <a:off x="7440890" y="5307979"/>
              <a:ext cx="890587" cy="215900"/>
              <a:chOff x="876" y="2800"/>
              <a:chExt cx="642" cy="175"/>
            </a:xfrm>
          </p:grpSpPr>
          <p:sp>
            <p:nvSpPr>
              <p:cNvPr id="362" name="Rectangle 131">
                <a:extLst>
                  <a:ext uri="{FF2B5EF4-FFF2-40B4-BE49-F238E27FC236}">
                    <a16:creationId xmlns:a16="http://schemas.microsoft.com/office/drawing/2014/main" id="{41CC58A8-B68E-884F-BD23-08890CD10FD1}"/>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132">
                <a:extLst>
                  <a:ext uri="{FF2B5EF4-FFF2-40B4-BE49-F238E27FC236}">
                    <a16:creationId xmlns:a16="http://schemas.microsoft.com/office/drawing/2014/main" id="{328A28BC-2B66-004E-8A4C-0C3533209AF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Rectangle 133">
                <a:extLst>
                  <a:ext uri="{FF2B5EF4-FFF2-40B4-BE49-F238E27FC236}">
                    <a16:creationId xmlns:a16="http://schemas.microsoft.com/office/drawing/2014/main" id="{D3427F60-4900-B545-B8F2-23A9D4F79890}"/>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Rectangle 134">
                <a:extLst>
                  <a:ext uri="{FF2B5EF4-FFF2-40B4-BE49-F238E27FC236}">
                    <a16:creationId xmlns:a16="http://schemas.microsoft.com/office/drawing/2014/main" id="{808AFD0A-2342-6644-842D-FE9FD6D74F4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Line 135">
                <a:extLst>
                  <a:ext uri="{FF2B5EF4-FFF2-40B4-BE49-F238E27FC236}">
                    <a16:creationId xmlns:a16="http://schemas.microsoft.com/office/drawing/2014/main" id="{AA67B89E-6553-F34F-9540-BB2888CF458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7" name="Group 154">
              <a:extLst>
                <a:ext uri="{FF2B5EF4-FFF2-40B4-BE49-F238E27FC236}">
                  <a16:creationId xmlns:a16="http://schemas.microsoft.com/office/drawing/2014/main" id="{FCB38C9C-3886-1647-B1BB-77C45B97E5F0}"/>
                </a:ext>
              </a:extLst>
            </p:cNvPr>
            <p:cNvGrpSpPr>
              <a:grpSpLocks/>
            </p:cNvGrpSpPr>
            <p:nvPr/>
          </p:nvGrpSpPr>
          <p:grpSpPr bwMode="auto">
            <a:xfrm rot="5400000">
              <a:off x="8564840" y="5504829"/>
              <a:ext cx="895350" cy="1035050"/>
              <a:chOff x="2954" y="2776"/>
              <a:chExt cx="564" cy="652"/>
            </a:xfrm>
          </p:grpSpPr>
          <p:grpSp>
            <p:nvGrpSpPr>
              <p:cNvPr id="368" name="Group 136">
                <a:extLst>
                  <a:ext uri="{FF2B5EF4-FFF2-40B4-BE49-F238E27FC236}">
                    <a16:creationId xmlns:a16="http://schemas.microsoft.com/office/drawing/2014/main" id="{EC3B7F3C-2CB6-0642-A702-4D975C6E9658}"/>
                  </a:ext>
                </a:extLst>
              </p:cNvPr>
              <p:cNvGrpSpPr>
                <a:grpSpLocks/>
              </p:cNvGrpSpPr>
              <p:nvPr/>
            </p:nvGrpSpPr>
            <p:grpSpPr bwMode="auto">
              <a:xfrm>
                <a:off x="2954" y="2776"/>
                <a:ext cx="561" cy="136"/>
                <a:chOff x="455" y="3463"/>
                <a:chExt cx="561" cy="136"/>
              </a:xfrm>
            </p:grpSpPr>
            <p:sp>
              <p:nvSpPr>
                <p:cNvPr id="381" name="Rectangle 137">
                  <a:extLst>
                    <a:ext uri="{FF2B5EF4-FFF2-40B4-BE49-F238E27FC236}">
                      <a16:creationId xmlns:a16="http://schemas.microsoft.com/office/drawing/2014/main" id="{333322CF-B6EA-B147-806E-4AA261E4300B}"/>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Rectangle 138">
                  <a:extLst>
                    <a:ext uri="{FF2B5EF4-FFF2-40B4-BE49-F238E27FC236}">
                      <a16:creationId xmlns:a16="http://schemas.microsoft.com/office/drawing/2014/main" id="{884DB2A1-6022-954E-B68C-90C304DB2F8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Rectangle 139">
                  <a:extLst>
                    <a:ext uri="{FF2B5EF4-FFF2-40B4-BE49-F238E27FC236}">
                      <a16:creationId xmlns:a16="http://schemas.microsoft.com/office/drawing/2014/main" id="{39F0096A-6580-4B46-9B00-336282120F4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4" name="Rectangle 140">
                  <a:extLst>
                    <a:ext uri="{FF2B5EF4-FFF2-40B4-BE49-F238E27FC236}">
                      <a16:creationId xmlns:a16="http://schemas.microsoft.com/office/drawing/2014/main" id="{A02D0A4D-FA88-0445-B282-F1BA4FAC99CA}"/>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Line 141">
                  <a:extLst>
                    <a:ext uri="{FF2B5EF4-FFF2-40B4-BE49-F238E27FC236}">
                      <a16:creationId xmlns:a16="http://schemas.microsoft.com/office/drawing/2014/main" id="{89AD7EED-2D5A-5F4B-82F9-B59964C7DA25}"/>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9" name="Group 142">
                <a:extLst>
                  <a:ext uri="{FF2B5EF4-FFF2-40B4-BE49-F238E27FC236}">
                    <a16:creationId xmlns:a16="http://schemas.microsoft.com/office/drawing/2014/main" id="{971C6EFA-672B-694C-8BB8-27DE8BB10C8E}"/>
                  </a:ext>
                </a:extLst>
              </p:cNvPr>
              <p:cNvGrpSpPr>
                <a:grpSpLocks/>
              </p:cNvGrpSpPr>
              <p:nvPr/>
            </p:nvGrpSpPr>
            <p:grpSpPr bwMode="auto">
              <a:xfrm>
                <a:off x="2957" y="3023"/>
                <a:ext cx="561" cy="136"/>
                <a:chOff x="455" y="3463"/>
                <a:chExt cx="561" cy="136"/>
              </a:xfrm>
            </p:grpSpPr>
            <p:sp>
              <p:nvSpPr>
                <p:cNvPr id="376" name="Rectangle 143">
                  <a:extLst>
                    <a:ext uri="{FF2B5EF4-FFF2-40B4-BE49-F238E27FC236}">
                      <a16:creationId xmlns:a16="http://schemas.microsoft.com/office/drawing/2014/main" id="{E55A46DF-72A8-7647-876D-A80F15CE885A}"/>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Rectangle 144">
                  <a:extLst>
                    <a:ext uri="{FF2B5EF4-FFF2-40B4-BE49-F238E27FC236}">
                      <a16:creationId xmlns:a16="http://schemas.microsoft.com/office/drawing/2014/main" id="{D24335F7-9D53-044A-AB88-2B9DF89C150F}"/>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Rectangle 145">
                  <a:extLst>
                    <a:ext uri="{FF2B5EF4-FFF2-40B4-BE49-F238E27FC236}">
                      <a16:creationId xmlns:a16="http://schemas.microsoft.com/office/drawing/2014/main" id="{6AEA3435-AA43-9F49-9087-3A3338DAFA3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Rectangle 146">
                  <a:extLst>
                    <a:ext uri="{FF2B5EF4-FFF2-40B4-BE49-F238E27FC236}">
                      <a16:creationId xmlns:a16="http://schemas.microsoft.com/office/drawing/2014/main" id="{177A053B-0BAE-0640-AB44-0E043F06D9F4}"/>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Line 147">
                  <a:extLst>
                    <a:ext uri="{FF2B5EF4-FFF2-40B4-BE49-F238E27FC236}">
                      <a16:creationId xmlns:a16="http://schemas.microsoft.com/office/drawing/2014/main" id="{8AEFB38B-7DDC-9F44-A516-7DAA76A7E04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70" name="Group 148">
                <a:extLst>
                  <a:ext uri="{FF2B5EF4-FFF2-40B4-BE49-F238E27FC236}">
                    <a16:creationId xmlns:a16="http://schemas.microsoft.com/office/drawing/2014/main" id="{FD714310-89A4-394D-B783-5EC2CA17AEC5}"/>
                  </a:ext>
                </a:extLst>
              </p:cNvPr>
              <p:cNvGrpSpPr>
                <a:grpSpLocks/>
              </p:cNvGrpSpPr>
              <p:nvPr/>
            </p:nvGrpSpPr>
            <p:grpSpPr bwMode="auto">
              <a:xfrm>
                <a:off x="2954" y="3292"/>
                <a:ext cx="561" cy="136"/>
                <a:chOff x="455" y="3463"/>
                <a:chExt cx="561" cy="136"/>
              </a:xfrm>
            </p:grpSpPr>
            <p:sp>
              <p:nvSpPr>
                <p:cNvPr id="371" name="Rectangle 149">
                  <a:extLst>
                    <a:ext uri="{FF2B5EF4-FFF2-40B4-BE49-F238E27FC236}">
                      <a16:creationId xmlns:a16="http://schemas.microsoft.com/office/drawing/2014/main" id="{ADDE511B-C129-9D4B-A35E-5B67168684B2}"/>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Rectangle 150">
                  <a:extLst>
                    <a:ext uri="{FF2B5EF4-FFF2-40B4-BE49-F238E27FC236}">
                      <a16:creationId xmlns:a16="http://schemas.microsoft.com/office/drawing/2014/main" id="{1926829B-5C2B-7B46-AAD2-DCC04D10C24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3" name="Rectangle 151">
                  <a:extLst>
                    <a:ext uri="{FF2B5EF4-FFF2-40B4-BE49-F238E27FC236}">
                      <a16:creationId xmlns:a16="http://schemas.microsoft.com/office/drawing/2014/main" id="{5166BAC0-36EC-054B-AEAE-4083E2973B9D}"/>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52">
                  <a:extLst>
                    <a:ext uri="{FF2B5EF4-FFF2-40B4-BE49-F238E27FC236}">
                      <a16:creationId xmlns:a16="http://schemas.microsoft.com/office/drawing/2014/main" id="{B8D687ED-21A3-5844-8144-FC4568CCB84C}"/>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Line 153">
                  <a:extLst>
                    <a:ext uri="{FF2B5EF4-FFF2-40B4-BE49-F238E27FC236}">
                      <a16:creationId xmlns:a16="http://schemas.microsoft.com/office/drawing/2014/main" id="{B0B99B84-F7F0-474D-9C17-F45572185CA1}"/>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86" name="Line 155">
              <a:extLst>
                <a:ext uri="{FF2B5EF4-FFF2-40B4-BE49-F238E27FC236}">
                  <a16:creationId xmlns:a16="http://schemas.microsoft.com/office/drawing/2014/main" id="{03C8D9EA-BBBC-B346-8BF2-359A0A507706}"/>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Line 156">
              <a:extLst>
                <a:ext uri="{FF2B5EF4-FFF2-40B4-BE49-F238E27FC236}">
                  <a16:creationId xmlns:a16="http://schemas.microsoft.com/office/drawing/2014/main" id="{A11B99D5-398C-2B4F-8426-2A7897D2674E}"/>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8" name="Line 157">
              <a:extLst>
                <a:ext uri="{FF2B5EF4-FFF2-40B4-BE49-F238E27FC236}">
                  <a16:creationId xmlns:a16="http://schemas.microsoft.com/office/drawing/2014/main" id="{E19B9C74-C0F9-9C48-96BC-5083BFA42607}"/>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Line 158">
              <a:extLst>
                <a:ext uri="{FF2B5EF4-FFF2-40B4-BE49-F238E27FC236}">
                  <a16:creationId xmlns:a16="http://schemas.microsoft.com/office/drawing/2014/main" id="{972BC1ED-3C65-0D48-80B7-F3828BC10B96}"/>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0" name="Line 159">
              <a:extLst>
                <a:ext uri="{FF2B5EF4-FFF2-40B4-BE49-F238E27FC236}">
                  <a16:creationId xmlns:a16="http://schemas.microsoft.com/office/drawing/2014/main" id="{C423A751-C773-8948-92DB-5C00303B0053}"/>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Line 160">
              <a:extLst>
                <a:ext uri="{FF2B5EF4-FFF2-40B4-BE49-F238E27FC236}">
                  <a16:creationId xmlns:a16="http://schemas.microsoft.com/office/drawing/2014/main" id="{2109E4A3-3D73-694A-B332-08F4B9DB2B2E}"/>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Oval 161">
              <a:extLst>
                <a:ext uri="{FF2B5EF4-FFF2-40B4-BE49-F238E27FC236}">
                  <a16:creationId xmlns:a16="http://schemas.microsoft.com/office/drawing/2014/main" id="{560F0CCD-566F-2848-BC28-48AB5BC46834}"/>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Oval 162">
              <a:extLst>
                <a:ext uri="{FF2B5EF4-FFF2-40B4-BE49-F238E27FC236}">
                  <a16:creationId xmlns:a16="http://schemas.microsoft.com/office/drawing/2014/main" id="{6B545151-450A-F94D-A4C6-78382BC89362}"/>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4" name="Oval 163">
              <a:extLst>
                <a:ext uri="{FF2B5EF4-FFF2-40B4-BE49-F238E27FC236}">
                  <a16:creationId xmlns:a16="http://schemas.microsoft.com/office/drawing/2014/main" id="{EA145C17-3847-3E48-8C50-06E7F086C3EA}"/>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5" name="Oval 164">
              <a:extLst>
                <a:ext uri="{FF2B5EF4-FFF2-40B4-BE49-F238E27FC236}">
                  <a16:creationId xmlns:a16="http://schemas.microsoft.com/office/drawing/2014/main" id="{D583174B-E718-A249-BE75-33AB9B1F693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Oval 165">
              <a:extLst>
                <a:ext uri="{FF2B5EF4-FFF2-40B4-BE49-F238E27FC236}">
                  <a16:creationId xmlns:a16="http://schemas.microsoft.com/office/drawing/2014/main" id="{FC9B88BE-9FFF-DE40-8BFE-380354604C84}"/>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Oval 166">
              <a:extLst>
                <a:ext uri="{FF2B5EF4-FFF2-40B4-BE49-F238E27FC236}">
                  <a16:creationId xmlns:a16="http://schemas.microsoft.com/office/drawing/2014/main" id="{6F896AF1-2C34-3149-8329-09390CA6B75A}"/>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Oval 167">
              <a:extLst>
                <a:ext uri="{FF2B5EF4-FFF2-40B4-BE49-F238E27FC236}">
                  <a16:creationId xmlns:a16="http://schemas.microsoft.com/office/drawing/2014/main" id="{54294AED-0555-D244-94AB-1E755BFB4E3F}"/>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Oval 168">
              <a:extLst>
                <a:ext uri="{FF2B5EF4-FFF2-40B4-BE49-F238E27FC236}">
                  <a16:creationId xmlns:a16="http://schemas.microsoft.com/office/drawing/2014/main" id="{89BB0930-936E-2C4A-B203-3AF50935C686}"/>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0" name="Oval 169">
              <a:extLst>
                <a:ext uri="{FF2B5EF4-FFF2-40B4-BE49-F238E27FC236}">
                  <a16:creationId xmlns:a16="http://schemas.microsoft.com/office/drawing/2014/main" id="{54A896D0-B039-1C43-B23B-699A69438397}"/>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1" name="Text Box 170">
              <a:extLst>
                <a:ext uri="{FF2B5EF4-FFF2-40B4-BE49-F238E27FC236}">
                  <a16:creationId xmlns:a16="http://schemas.microsoft.com/office/drawing/2014/main" id="{D7A7FAC4-A795-2344-B8A6-A06C12033377}"/>
                </a:ext>
              </a:extLst>
            </p:cNvPr>
            <p:cNvSpPr txBox="1">
              <a:spLocks noChangeArrowheads="1"/>
            </p:cNvSpPr>
            <p:nvPr/>
          </p:nvSpPr>
          <p:spPr bwMode="auto">
            <a:xfrm>
              <a:off x="6675121" y="5767934"/>
              <a:ext cx="17491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interconnection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network</a:t>
              </a:r>
            </a:p>
          </p:txBody>
        </p:sp>
        <p:sp>
          <p:nvSpPr>
            <p:cNvPr id="404" name="Freeform 173">
              <a:extLst>
                <a:ext uri="{FF2B5EF4-FFF2-40B4-BE49-F238E27FC236}">
                  <a16:creationId xmlns:a16="http://schemas.microsoft.com/office/drawing/2014/main" id="{7731649A-7A0C-FF4B-AE01-BDFE9F59024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Content Placeholder 2">
            <a:extLst>
              <a:ext uri="{FF2B5EF4-FFF2-40B4-BE49-F238E27FC236}">
                <a16:creationId xmlns:a16="http://schemas.microsoft.com/office/drawing/2014/main" id="{2B7122AF-D615-5F41-945E-7E1D8CD01EF3}"/>
              </a:ext>
            </a:extLst>
          </p:cNvPr>
          <p:cNvSpPr txBox="1">
            <a:spLocks/>
          </p:cNvSpPr>
          <p:nvPr/>
        </p:nvSpPr>
        <p:spPr>
          <a:xfrm>
            <a:off x="818322" y="3691974"/>
            <a:ext cx="11035748" cy="6547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major types of switching fabrics:</a:t>
            </a:r>
          </a:p>
        </p:txBody>
      </p:sp>
      <p:sp>
        <p:nvSpPr>
          <p:cNvPr id="412" name="Content Placeholder 2">
            <a:extLst>
              <a:ext uri="{FF2B5EF4-FFF2-40B4-BE49-F238E27FC236}">
                <a16:creationId xmlns:a16="http://schemas.microsoft.com/office/drawing/2014/main" id="{B6082DFD-51BE-9044-ABA0-EB366AEB63D5}"/>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413" name="Content Placeholder 2">
            <a:extLst>
              <a:ext uri="{FF2B5EF4-FFF2-40B4-BE49-F238E27FC236}">
                <a16:creationId xmlns:a16="http://schemas.microsoft.com/office/drawing/2014/main" id="{A6F34ABD-FD08-FA48-8F01-C889297B0D8A}"/>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141" name="Slide Number Placeholder 4">
            <a:extLst>
              <a:ext uri="{FF2B5EF4-FFF2-40B4-BE49-F238E27FC236}">
                <a16:creationId xmlns:a16="http://schemas.microsoft.com/office/drawing/2014/main" id="{82EC96B9-9A8B-1444-8EB6-680BED473A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23</a:t>
            </a:fld>
            <a:endParaRPr lang="en-US" dirty="0"/>
          </a:p>
        </p:txBody>
      </p:sp>
    </p:spTree>
    <p:extLst>
      <p:ext uri="{BB962C8B-B14F-4D97-AF65-F5344CB8AC3E}">
        <p14:creationId xmlns:p14="http://schemas.microsoft.com/office/powerpoint/2010/main" val="206912386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1356798"/>
          </a:xfrm>
        </p:spPr>
        <p:txBody>
          <a:bodyPr/>
          <a:lstStyle/>
          <a:p>
            <a:r>
              <a:rPr lang="en-US" altLang="en-US" dirty="0">
                <a:ea typeface="ＭＳ Ｐゴシック" panose="020B0600070205080204" pitchFamily="34" charset="-128"/>
                <a:cs typeface="ＭＳ Ｐゴシック" panose="020B0600070205080204" pitchFamily="34" charset="-128"/>
              </a:rPr>
              <a:t>If switch fabric slower than input ports combined -&gt; queueing may occur at input queues </a:t>
            </a:r>
          </a:p>
          <a:p>
            <a:pPr lvl="1"/>
            <a:r>
              <a:rPr lang="en-US" altLang="en-US" sz="2800" dirty="0">
                <a:ea typeface="ＭＳ Ｐゴシック" panose="020B0600070205080204" pitchFamily="34" charset="-128"/>
              </a:rPr>
              <a:t>queueing delay and loss due to input buffer overflow!</a:t>
            </a:r>
          </a:p>
          <a:p>
            <a:endParaRPr lang="en-US" dirty="0"/>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Input port queuing</a:t>
            </a:r>
            <a:endParaRPr lang="en-US" dirty="0"/>
          </a:p>
        </p:txBody>
      </p:sp>
      <p:sp>
        <p:nvSpPr>
          <p:cNvPr id="104" name="Text Box 62">
            <a:extLst>
              <a:ext uri="{FF2B5EF4-FFF2-40B4-BE49-F238E27FC236}">
                <a16:creationId xmlns:a16="http://schemas.microsoft.com/office/drawing/2014/main" id="{A61D6C7D-A6A0-2949-A958-E9C2A14B38D6}"/>
              </a:ext>
            </a:extLst>
          </p:cNvPr>
          <p:cNvSpPr txBox="1">
            <a:spLocks noChangeArrowheads="1"/>
          </p:cNvSpPr>
          <p:nvPr/>
        </p:nvSpPr>
        <p:spPr bwMode="auto">
          <a:xfrm>
            <a:off x="1800666" y="5728188"/>
            <a:ext cx="445945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output port contention: only one red datagram can be transferred. lower red packet is </a:t>
            </a:r>
            <a:r>
              <a:rPr kumimoji="0" lang="en-US" altLang="en-US" sz="20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blocked</a:t>
            </a:r>
          </a:p>
        </p:txBody>
      </p:sp>
      <p:grpSp>
        <p:nvGrpSpPr>
          <p:cNvPr id="141" name="Group 140">
            <a:extLst>
              <a:ext uri="{FF2B5EF4-FFF2-40B4-BE49-F238E27FC236}">
                <a16:creationId xmlns:a16="http://schemas.microsoft.com/office/drawing/2014/main" id="{A8B7A346-0262-A945-984D-C0F97E764874}"/>
              </a:ext>
            </a:extLst>
          </p:cNvPr>
          <p:cNvGrpSpPr/>
          <p:nvPr/>
        </p:nvGrpSpPr>
        <p:grpSpPr>
          <a:xfrm>
            <a:off x="2528548" y="3841801"/>
            <a:ext cx="3027362" cy="1817687"/>
            <a:chOff x="2908374" y="3743325"/>
            <a:chExt cx="3027362" cy="1817687"/>
          </a:xfrm>
        </p:grpSpPr>
        <p:grpSp>
          <p:nvGrpSpPr>
            <p:cNvPr id="73" name="Group 7">
              <a:extLst>
                <a:ext uri="{FF2B5EF4-FFF2-40B4-BE49-F238E27FC236}">
                  <a16:creationId xmlns:a16="http://schemas.microsoft.com/office/drawing/2014/main" id="{D164F740-85C3-9A46-A495-5762FFD54497}"/>
                </a:ext>
              </a:extLst>
            </p:cNvPr>
            <p:cNvGrpSpPr>
              <a:grpSpLocks/>
            </p:cNvGrpSpPr>
            <p:nvPr/>
          </p:nvGrpSpPr>
          <p:grpSpPr bwMode="auto">
            <a:xfrm>
              <a:off x="2908374" y="3751262"/>
              <a:ext cx="3027362" cy="1809750"/>
              <a:chOff x="523" y="976"/>
              <a:chExt cx="2099" cy="1356"/>
            </a:xfrm>
          </p:grpSpPr>
          <p:sp>
            <p:nvSpPr>
              <p:cNvPr id="74" name="Rectangle 8">
                <a:extLst>
                  <a:ext uri="{FF2B5EF4-FFF2-40B4-BE49-F238E27FC236}">
                    <a16:creationId xmlns:a16="http://schemas.microsoft.com/office/drawing/2014/main" id="{3D3FDDE5-E1D2-4741-B9DB-0E91DB81EADF}"/>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9">
                <a:extLst>
                  <a:ext uri="{FF2B5EF4-FFF2-40B4-BE49-F238E27FC236}">
                    <a16:creationId xmlns:a16="http://schemas.microsoft.com/office/drawing/2014/main" id="{E04796AD-83ED-2C40-B3DD-6EE81FAF767E}"/>
                  </a:ext>
                </a:extLst>
              </p:cNvPr>
              <p:cNvGrpSpPr>
                <a:grpSpLocks/>
              </p:cNvGrpSpPr>
              <p:nvPr/>
            </p:nvGrpSpPr>
            <p:grpSpPr bwMode="auto">
              <a:xfrm>
                <a:off x="804" y="997"/>
                <a:ext cx="249" cy="1295"/>
                <a:chOff x="748" y="997"/>
                <a:chExt cx="249" cy="1295"/>
              </a:xfrm>
            </p:grpSpPr>
            <p:sp>
              <p:nvSpPr>
                <p:cNvPr id="94" name="Rectangle 10">
                  <a:extLst>
                    <a:ext uri="{FF2B5EF4-FFF2-40B4-BE49-F238E27FC236}">
                      <a16:creationId xmlns:a16="http://schemas.microsoft.com/office/drawing/2014/main" id="{43ED5184-D575-0248-A3F3-81B5349D9771}"/>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1">
                  <a:extLst>
                    <a:ext uri="{FF2B5EF4-FFF2-40B4-BE49-F238E27FC236}">
                      <a16:creationId xmlns:a16="http://schemas.microsoft.com/office/drawing/2014/main" id="{2FA9BAD8-AE3E-DB45-B0FD-7FDA2BE93B67}"/>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2">
                  <a:extLst>
                    <a:ext uri="{FF2B5EF4-FFF2-40B4-BE49-F238E27FC236}">
                      <a16:creationId xmlns:a16="http://schemas.microsoft.com/office/drawing/2014/main" id="{9F580657-7B0A-D44A-A81D-E4A1D6379EDD}"/>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6" name="Group 13">
                <a:extLst>
                  <a:ext uri="{FF2B5EF4-FFF2-40B4-BE49-F238E27FC236}">
                    <a16:creationId xmlns:a16="http://schemas.microsoft.com/office/drawing/2014/main" id="{056EE82A-FAB8-7249-BC14-6FFA66DA07F7}"/>
                  </a:ext>
                </a:extLst>
              </p:cNvPr>
              <p:cNvGrpSpPr>
                <a:grpSpLocks/>
              </p:cNvGrpSpPr>
              <p:nvPr/>
            </p:nvGrpSpPr>
            <p:grpSpPr bwMode="auto">
              <a:xfrm>
                <a:off x="2109" y="1002"/>
                <a:ext cx="249" cy="1295"/>
                <a:chOff x="748" y="997"/>
                <a:chExt cx="249" cy="1295"/>
              </a:xfrm>
            </p:grpSpPr>
            <p:sp>
              <p:nvSpPr>
                <p:cNvPr id="91" name="Rectangle 14">
                  <a:extLst>
                    <a:ext uri="{FF2B5EF4-FFF2-40B4-BE49-F238E27FC236}">
                      <a16:creationId xmlns:a16="http://schemas.microsoft.com/office/drawing/2014/main" id="{E5CA9310-6AD6-2146-9776-7012072315D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5">
                  <a:extLst>
                    <a:ext uri="{FF2B5EF4-FFF2-40B4-BE49-F238E27FC236}">
                      <a16:creationId xmlns:a16="http://schemas.microsoft.com/office/drawing/2014/main" id="{8D066A34-9935-0949-9FF4-6C93094CBF75}"/>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16">
                  <a:extLst>
                    <a:ext uri="{FF2B5EF4-FFF2-40B4-BE49-F238E27FC236}">
                      <a16:creationId xmlns:a16="http://schemas.microsoft.com/office/drawing/2014/main" id="{AEE24D80-D9B2-5E43-BE37-0732E26D5A01}"/>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7" name="Line 17">
                <a:extLst>
                  <a:ext uri="{FF2B5EF4-FFF2-40B4-BE49-F238E27FC236}">
                    <a16:creationId xmlns:a16="http://schemas.microsoft.com/office/drawing/2014/main" id="{E7EAA4E2-487B-894A-934C-8BED5D29A04B}"/>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Line 18">
                <a:extLst>
                  <a:ext uri="{FF2B5EF4-FFF2-40B4-BE49-F238E27FC236}">
                    <a16:creationId xmlns:a16="http://schemas.microsoft.com/office/drawing/2014/main" id="{F056DF5E-0636-A74F-AFC5-06DA708CC8F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Line 19">
                <a:extLst>
                  <a:ext uri="{FF2B5EF4-FFF2-40B4-BE49-F238E27FC236}">
                    <a16:creationId xmlns:a16="http://schemas.microsoft.com/office/drawing/2014/main" id="{1A5F3287-940C-9740-86D0-1AB977CAFF9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Line 20">
                <a:extLst>
                  <a:ext uri="{FF2B5EF4-FFF2-40B4-BE49-F238E27FC236}">
                    <a16:creationId xmlns:a16="http://schemas.microsoft.com/office/drawing/2014/main" id="{F520F608-8F8B-EE4D-AB7D-4587DC70B484}"/>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1">
                <a:extLst>
                  <a:ext uri="{FF2B5EF4-FFF2-40B4-BE49-F238E27FC236}">
                    <a16:creationId xmlns:a16="http://schemas.microsoft.com/office/drawing/2014/main" id="{5D5075D4-1165-4C4C-AF51-B90ABAD1F9B4}"/>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2">
                <a:extLst>
                  <a:ext uri="{FF2B5EF4-FFF2-40B4-BE49-F238E27FC236}">
                    <a16:creationId xmlns:a16="http://schemas.microsoft.com/office/drawing/2014/main" id="{C10787ED-2529-B644-9C51-F8157D8A6B97}"/>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 name="Group 23">
                <a:extLst>
                  <a:ext uri="{FF2B5EF4-FFF2-40B4-BE49-F238E27FC236}">
                    <a16:creationId xmlns:a16="http://schemas.microsoft.com/office/drawing/2014/main" id="{971E0D16-1F7C-F048-8258-EDA2CB10DD1F}"/>
                  </a:ext>
                </a:extLst>
              </p:cNvPr>
              <p:cNvGrpSpPr>
                <a:grpSpLocks/>
              </p:cNvGrpSpPr>
              <p:nvPr/>
            </p:nvGrpSpPr>
            <p:grpSpPr bwMode="auto">
              <a:xfrm>
                <a:off x="523" y="1169"/>
                <a:ext cx="288" cy="939"/>
                <a:chOff x="-60" y="1148"/>
                <a:chExt cx="168" cy="939"/>
              </a:xfrm>
            </p:grpSpPr>
            <p:sp>
              <p:nvSpPr>
                <p:cNvPr id="88" name="Line 24">
                  <a:extLst>
                    <a:ext uri="{FF2B5EF4-FFF2-40B4-BE49-F238E27FC236}">
                      <a16:creationId xmlns:a16="http://schemas.microsoft.com/office/drawing/2014/main" id="{A7F9F178-4046-3247-B2E2-AE134DC9BBA2}"/>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9" name="Line 25">
                  <a:extLst>
                    <a:ext uri="{FF2B5EF4-FFF2-40B4-BE49-F238E27FC236}">
                      <a16:creationId xmlns:a16="http://schemas.microsoft.com/office/drawing/2014/main" id="{C8CD8FEE-FC96-3A43-8409-D693193AE512}"/>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Line 26">
                  <a:extLst>
                    <a:ext uri="{FF2B5EF4-FFF2-40B4-BE49-F238E27FC236}">
                      <a16:creationId xmlns:a16="http://schemas.microsoft.com/office/drawing/2014/main" id="{4CBECCBD-CFD3-764F-887C-FED5405A0A3E}"/>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27">
                <a:extLst>
                  <a:ext uri="{FF2B5EF4-FFF2-40B4-BE49-F238E27FC236}">
                    <a16:creationId xmlns:a16="http://schemas.microsoft.com/office/drawing/2014/main" id="{1DA00A78-49E3-534E-A704-59927A764178}"/>
                  </a:ext>
                </a:extLst>
              </p:cNvPr>
              <p:cNvGrpSpPr>
                <a:grpSpLocks/>
              </p:cNvGrpSpPr>
              <p:nvPr/>
            </p:nvGrpSpPr>
            <p:grpSpPr bwMode="auto">
              <a:xfrm>
                <a:off x="2334" y="1173"/>
                <a:ext cx="288" cy="939"/>
                <a:chOff x="-60" y="1148"/>
                <a:chExt cx="168" cy="939"/>
              </a:xfrm>
            </p:grpSpPr>
            <p:sp>
              <p:nvSpPr>
                <p:cNvPr id="85" name="Line 28">
                  <a:extLst>
                    <a:ext uri="{FF2B5EF4-FFF2-40B4-BE49-F238E27FC236}">
                      <a16:creationId xmlns:a16="http://schemas.microsoft.com/office/drawing/2014/main" id="{61838874-A5DC-7947-8DA7-12A88836EA34}"/>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Line 29">
                  <a:extLst>
                    <a:ext uri="{FF2B5EF4-FFF2-40B4-BE49-F238E27FC236}">
                      <a16:creationId xmlns:a16="http://schemas.microsoft.com/office/drawing/2014/main" id="{5372ECE9-A44D-9040-8B03-CA9D88C7D71A}"/>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Line 30">
                  <a:extLst>
                    <a:ext uri="{FF2B5EF4-FFF2-40B4-BE49-F238E27FC236}">
                      <a16:creationId xmlns:a16="http://schemas.microsoft.com/office/drawing/2014/main" id="{FA2DA940-73AA-D447-84F1-95C932F532DC}"/>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97" name="Rectangle 55">
              <a:extLst>
                <a:ext uri="{FF2B5EF4-FFF2-40B4-BE49-F238E27FC236}">
                  <a16:creationId xmlns:a16="http://schemas.microsoft.com/office/drawing/2014/main" id="{DC8735CA-28A8-9844-8915-2B52D5644D3C}"/>
                </a:ext>
              </a:extLst>
            </p:cNvPr>
            <p:cNvSpPr>
              <a:spLocks noChangeArrowheads="1"/>
            </p:cNvSpPr>
            <p:nvPr/>
          </p:nvSpPr>
          <p:spPr bwMode="auto">
            <a:xfrm>
              <a:off x="3360811" y="3748087"/>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Rectangle 56">
              <a:extLst>
                <a:ext uri="{FF2B5EF4-FFF2-40B4-BE49-F238E27FC236}">
                  <a16:creationId xmlns:a16="http://schemas.microsoft.com/office/drawing/2014/main" id="{583B70AF-74AA-594D-B7DD-CD358704562B}"/>
                </a:ext>
              </a:extLst>
            </p:cNvPr>
            <p:cNvSpPr>
              <a:spLocks noChangeArrowheads="1"/>
            </p:cNvSpPr>
            <p:nvPr/>
          </p:nvSpPr>
          <p:spPr bwMode="auto">
            <a:xfrm>
              <a:off x="3346524" y="4479925"/>
              <a:ext cx="252412"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Rectangle 57">
              <a:extLst>
                <a:ext uri="{FF2B5EF4-FFF2-40B4-BE49-F238E27FC236}">
                  <a16:creationId xmlns:a16="http://schemas.microsoft.com/office/drawing/2014/main" id="{7B6BE014-EC1B-4245-8E39-262F9C15550C}"/>
                </a:ext>
              </a:extLst>
            </p:cNvPr>
            <p:cNvSpPr>
              <a:spLocks noChangeArrowheads="1"/>
            </p:cNvSpPr>
            <p:nvPr/>
          </p:nvSpPr>
          <p:spPr bwMode="auto">
            <a:xfrm>
              <a:off x="3344936" y="5114925"/>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58">
              <a:extLst>
                <a:ext uri="{FF2B5EF4-FFF2-40B4-BE49-F238E27FC236}">
                  <a16:creationId xmlns:a16="http://schemas.microsoft.com/office/drawing/2014/main" id="{5727D261-4FAD-9C40-8357-59F2BB7AE5CF}"/>
                </a:ext>
              </a:extLst>
            </p:cNvPr>
            <p:cNvSpPr>
              <a:spLocks noChangeArrowheads="1"/>
            </p:cNvSpPr>
            <p:nvPr/>
          </p:nvSpPr>
          <p:spPr bwMode="auto">
            <a:xfrm>
              <a:off x="3002036" y="3743325"/>
              <a:ext cx="252413"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59">
              <a:extLst>
                <a:ext uri="{FF2B5EF4-FFF2-40B4-BE49-F238E27FC236}">
                  <a16:creationId xmlns:a16="http://schemas.microsoft.com/office/drawing/2014/main" id="{1194EC16-CE8F-8D4B-A795-C4A17F3FEE9C}"/>
                </a:ext>
              </a:extLst>
            </p:cNvPr>
            <p:cNvSpPr>
              <a:spLocks noChangeArrowheads="1"/>
            </p:cNvSpPr>
            <p:nvPr/>
          </p:nvSpPr>
          <p:spPr bwMode="auto">
            <a:xfrm>
              <a:off x="2997274" y="5103812"/>
              <a:ext cx="252412" cy="13176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Line 60">
              <a:extLst>
                <a:ext uri="{FF2B5EF4-FFF2-40B4-BE49-F238E27FC236}">
                  <a16:creationId xmlns:a16="http://schemas.microsoft.com/office/drawing/2014/main" id="{67621AA8-BE0E-7F4B-BC70-5D6A01E48F83}"/>
                </a:ext>
              </a:extLst>
            </p:cNvPr>
            <p:cNvSpPr>
              <a:spLocks noChangeShapeType="1"/>
            </p:cNvSpPr>
            <p:nvPr/>
          </p:nvSpPr>
          <p:spPr bwMode="auto">
            <a:xfrm>
              <a:off x="3652911" y="3803650"/>
              <a:ext cx="1479550" cy="1587"/>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Freeform 61">
              <a:extLst>
                <a:ext uri="{FF2B5EF4-FFF2-40B4-BE49-F238E27FC236}">
                  <a16:creationId xmlns:a16="http://schemas.microsoft.com/office/drawing/2014/main" id="{63B03E4B-DC34-6549-9693-9E2101F3E2F9}"/>
                </a:ext>
              </a:extLst>
            </p:cNvPr>
            <p:cNvSpPr>
              <a:spLocks/>
            </p:cNvSpPr>
            <p:nvPr/>
          </p:nvSpPr>
          <p:spPr bwMode="auto">
            <a:xfrm>
              <a:off x="3697361" y="4202112"/>
              <a:ext cx="1395413" cy="979488"/>
            </a:xfrm>
            <a:custGeom>
              <a:avLst/>
              <a:gdLst>
                <a:gd name="T0" fmla="*/ 0 w 967"/>
                <a:gd name="T1" fmla="*/ 2147483647 h 735"/>
                <a:gd name="T2" fmla="*/ 2147483647 w 967"/>
                <a:gd name="T3" fmla="*/ 2147483647 h 735"/>
                <a:gd name="T4" fmla="*/ 214748364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Text Box 64">
              <a:extLst>
                <a:ext uri="{FF2B5EF4-FFF2-40B4-BE49-F238E27FC236}">
                  <a16:creationId xmlns:a16="http://schemas.microsoft.com/office/drawing/2014/main" id="{CB734319-6832-8C4E-B16D-A545895BCBC1}"/>
                </a:ext>
              </a:extLst>
            </p:cNvPr>
            <p:cNvSpPr txBox="1">
              <a:spLocks noChangeArrowheads="1"/>
            </p:cNvSpPr>
            <p:nvPr/>
          </p:nvSpPr>
          <p:spPr bwMode="auto">
            <a:xfrm>
              <a:off x="4046611" y="4548187"/>
              <a:ext cx="747713"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06" name="Line 73">
              <a:extLst>
                <a:ext uri="{FF2B5EF4-FFF2-40B4-BE49-F238E27FC236}">
                  <a16:creationId xmlns:a16="http://schemas.microsoft.com/office/drawing/2014/main" id="{5550252A-B930-0747-B713-DACF5B30A867}"/>
                </a:ext>
              </a:extLst>
            </p:cNvPr>
            <p:cNvSpPr>
              <a:spLocks noChangeShapeType="1"/>
            </p:cNvSpPr>
            <p:nvPr/>
          </p:nvSpPr>
          <p:spPr bwMode="auto">
            <a:xfrm>
              <a:off x="3643386" y="4548187"/>
              <a:ext cx="1458913" cy="19050"/>
            </a:xfrm>
            <a:prstGeom prst="line">
              <a:avLst/>
            </a:prstGeom>
            <a:noFill/>
            <a:ln w="28575">
              <a:solidFill>
                <a:srgbClr val="000099"/>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79">
            <a:extLst>
              <a:ext uri="{FF2B5EF4-FFF2-40B4-BE49-F238E27FC236}">
                <a16:creationId xmlns:a16="http://schemas.microsoft.com/office/drawing/2014/main" id="{C5196E2D-6A1D-9849-8A2B-31C0EF009838}"/>
              </a:ext>
            </a:extLst>
          </p:cNvPr>
          <p:cNvGrpSpPr>
            <a:grpSpLocks/>
          </p:cNvGrpSpPr>
          <p:nvPr/>
        </p:nvGrpSpPr>
        <p:grpSpPr bwMode="auto">
          <a:xfrm>
            <a:off x="7144970" y="3842241"/>
            <a:ext cx="3587750" cy="2570163"/>
            <a:chOff x="2950" y="2025"/>
            <a:chExt cx="2260" cy="1619"/>
          </a:xfrm>
        </p:grpSpPr>
        <p:grpSp>
          <p:nvGrpSpPr>
            <p:cNvPr id="108" name="Group 31">
              <a:extLst>
                <a:ext uri="{FF2B5EF4-FFF2-40B4-BE49-F238E27FC236}">
                  <a16:creationId xmlns:a16="http://schemas.microsoft.com/office/drawing/2014/main" id="{961F130E-3A11-5044-A5C6-98D394F90B30}"/>
                </a:ext>
              </a:extLst>
            </p:cNvPr>
            <p:cNvGrpSpPr>
              <a:grpSpLocks/>
            </p:cNvGrpSpPr>
            <p:nvPr/>
          </p:nvGrpSpPr>
          <p:grpSpPr bwMode="auto">
            <a:xfrm>
              <a:off x="3074" y="2047"/>
              <a:ext cx="1907" cy="1140"/>
              <a:chOff x="523" y="976"/>
              <a:chExt cx="2099" cy="1356"/>
            </a:xfrm>
          </p:grpSpPr>
          <p:sp>
            <p:nvSpPr>
              <p:cNvPr id="118" name="Rectangle 32">
                <a:extLst>
                  <a:ext uri="{FF2B5EF4-FFF2-40B4-BE49-F238E27FC236}">
                    <a16:creationId xmlns:a16="http://schemas.microsoft.com/office/drawing/2014/main" id="{72F70161-3D6F-B147-8A8F-41A13F54E1D6}"/>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9" name="Group 33">
                <a:extLst>
                  <a:ext uri="{FF2B5EF4-FFF2-40B4-BE49-F238E27FC236}">
                    <a16:creationId xmlns:a16="http://schemas.microsoft.com/office/drawing/2014/main" id="{E1D22FF4-168D-4C4A-9242-A4710729BBB9}"/>
                  </a:ext>
                </a:extLst>
              </p:cNvPr>
              <p:cNvGrpSpPr>
                <a:grpSpLocks/>
              </p:cNvGrpSpPr>
              <p:nvPr/>
            </p:nvGrpSpPr>
            <p:grpSpPr bwMode="auto">
              <a:xfrm>
                <a:off x="804" y="997"/>
                <a:ext cx="249" cy="1295"/>
                <a:chOff x="748" y="997"/>
                <a:chExt cx="249" cy="1295"/>
              </a:xfrm>
            </p:grpSpPr>
            <p:sp>
              <p:nvSpPr>
                <p:cNvPr id="138" name="Rectangle 34">
                  <a:extLst>
                    <a:ext uri="{FF2B5EF4-FFF2-40B4-BE49-F238E27FC236}">
                      <a16:creationId xmlns:a16="http://schemas.microsoft.com/office/drawing/2014/main" id="{90EE215A-C3AE-254D-88D8-6E5E1C625304}"/>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35">
                  <a:extLst>
                    <a:ext uri="{FF2B5EF4-FFF2-40B4-BE49-F238E27FC236}">
                      <a16:creationId xmlns:a16="http://schemas.microsoft.com/office/drawing/2014/main" id="{B87EB84E-1DCB-6747-983D-A91A87C6BA50}"/>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36">
                  <a:extLst>
                    <a:ext uri="{FF2B5EF4-FFF2-40B4-BE49-F238E27FC236}">
                      <a16:creationId xmlns:a16="http://schemas.microsoft.com/office/drawing/2014/main" id="{13842296-C860-1A4C-94BA-0C09F8E543A4}"/>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37">
                <a:extLst>
                  <a:ext uri="{FF2B5EF4-FFF2-40B4-BE49-F238E27FC236}">
                    <a16:creationId xmlns:a16="http://schemas.microsoft.com/office/drawing/2014/main" id="{20C7A379-A501-F04B-A31A-66AAB7D4ABA9}"/>
                  </a:ext>
                </a:extLst>
              </p:cNvPr>
              <p:cNvGrpSpPr>
                <a:grpSpLocks/>
              </p:cNvGrpSpPr>
              <p:nvPr/>
            </p:nvGrpSpPr>
            <p:grpSpPr bwMode="auto">
              <a:xfrm>
                <a:off x="2109" y="1002"/>
                <a:ext cx="249" cy="1295"/>
                <a:chOff x="748" y="997"/>
                <a:chExt cx="249" cy="1295"/>
              </a:xfrm>
            </p:grpSpPr>
            <p:sp>
              <p:nvSpPr>
                <p:cNvPr id="135" name="Rectangle 38">
                  <a:extLst>
                    <a:ext uri="{FF2B5EF4-FFF2-40B4-BE49-F238E27FC236}">
                      <a16:creationId xmlns:a16="http://schemas.microsoft.com/office/drawing/2014/main" id="{9AE46CFA-B305-FE44-AB5C-0CCBC6BAF91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39">
                  <a:extLst>
                    <a:ext uri="{FF2B5EF4-FFF2-40B4-BE49-F238E27FC236}">
                      <a16:creationId xmlns:a16="http://schemas.microsoft.com/office/drawing/2014/main" id="{06D7163C-5A06-6144-AF1D-9BE7DECCB8B7}"/>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0">
                  <a:extLst>
                    <a:ext uri="{FF2B5EF4-FFF2-40B4-BE49-F238E27FC236}">
                      <a16:creationId xmlns:a16="http://schemas.microsoft.com/office/drawing/2014/main" id="{06F54AE9-52AF-6E46-8BE7-EDEF5EBD718A}"/>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21" name="Line 41">
                <a:extLst>
                  <a:ext uri="{FF2B5EF4-FFF2-40B4-BE49-F238E27FC236}">
                    <a16:creationId xmlns:a16="http://schemas.microsoft.com/office/drawing/2014/main" id="{DBC39202-C178-0345-82BD-7B039DC4DAAF}"/>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2" name="Line 42">
                <a:extLst>
                  <a:ext uri="{FF2B5EF4-FFF2-40B4-BE49-F238E27FC236}">
                    <a16:creationId xmlns:a16="http://schemas.microsoft.com/office/drawing/2014/main" id="{7204CF78-4E3E-4646-91B1-ADD2AF615C5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Line 43">
                <a:extLst>
                  <a:ext uri="{FF2B5EF4-FFF2-40B4-BE49-F238E27FC236}">
                    <a16:creationId xmlns:a16="http://schemas.microsoft.com/office/drawing/2014/main" id="{1055BDC1-D40C-E34D-8FC0-FEC34E65B74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Line 44">
                <a:extLst>
                  <a:ext uri="{FF2B5EF4-FFF2-40B4-BE49-F238E27FC236}">
                    <a16:creationId xmlns:a16="http://schemas.microsoft.com/office/drawing/2014/main" id="{ED714F6D-8C7C-B141-9C39-2A02E5F58775}"/>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Line 45">
                <a:extLst>
                  <a:ext uri="{FF2B5EF4-FFF2-40B4-BE49-F238E27FC236}">
                    <a16:creationId xmlns:a16="http://schemas.microsoft.com/office/drawing/2014/main" id="{933F11AA-9C89-1D46-94C9-F6A2C2D75F3D}"/>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46">
                <a:extLst>
                  <a:ext uri="{FF2B5EF4-FFF2-40B4-BE49-F238E27FC236}">
                    <a16:creationId xmlns:a16="http://schemas.microsoft.com/office/drawing/2014/main" id="{24DAFD3A-BCAA-494F-BFF3-4DD6E41FEE98}"/>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27" name="Group 47">
                <a:extLst>
                  <a:ext uri="{FF2B5EF4-FFF2-40B4-BE49-F238E27FC236}">
                    <a16:creationId xmlns:a16="http://schemas.microsoft.com/office/drawing/2014/main" id="{727F9349-D858-B041-AFEF-0AA192390617}"/>
                  </a:ext>
                </a:extLst>
              </p:cNvPr>
              <p:cNvGrpSpPr>
                <a:grpSpLocks/>
              </p:cNvGrpSpPr>
              <p:nvPr/>
            </p:nvGrpSpPr>
            <p:grpSpPr bwMode="auto">
              <a:xfrm>
                <a:off x="523" y="1169"/>
                <a:ext cx="288" cy="939"/>
                <a:chOff x="-60" y="1148"/>
                <a:chExt cx="168" cy="939"/>
              </a:xfrm>
            </p:grpSpPr>
            <p:sp>
              <p:nvSpPr>
                <p:cNvPr id="132" name="Line 48">
                  <a:extLst>
                    <a:ext uri="{FF2B5EF4-FFF2-40B4-BE49-F238E27FC236}">
                      <a16:creationId xmlns:a16="http://schemas.microsoft.com/office/drawing/2014/main" id="{92DDAA32-1BC7-F341-9DF3-8F292F94E486}"/>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49">
                  <a:extLst>
                    <a:ext uri="{FF2B5EF4-FFF2-40B4-BE49-F238E27FC236}">
                      <a16:creationId xmlns:a16="http://schemas.microsoft.com/office/drawing/2014/main" id="{E1CF388A-0B46-9045-8B1B-9EFE86E92625}"/>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Line 50">
                  <a:extLst>
                    <a:ext uri="{FF2B5EF4-FFF2-40B4-BE49-F238E27FC236}">
                      <a16:creationId xmlns:a16="http://schemas.microsoft.com/office/drawing/2014/main" id="{8098E830-FF85-B942-A58C-7073F1ABDACD}"/>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8" name="Group 51">
                <a:extLst>
                  <a:ext uri="{FF2B5EF4-FFF2-40B4-BE49-F238E27FC236}">
                    <a16:creationId xmlns:a16="http://schemas.microsoft.com/office/drawing/2014/main" id="{3BE0EB8F-2722-8840-9E9E-42692DC4ECD5}"/>
                  </a:ext>
                </a:extLst>
              </p:cNvPr>
              <p:cNvGrpSpPr>
                <a:grpSpLocks/>
              </p:cNvGrpSpPr>
              <p:nvPr/>
            </p:nvGrpSpPr>
            <p:grpSpPr bwMode="auto">
              <a:xfrm>
                <a:off x="2334" y="1173"/>
                <a:ext cx="288" cy="939"/>
                <a:chOff x="-60" y="1148"/>
                <a:chExt cx="168" cy="939"/>
              </a:xfrm>
            </p:grpSpPr>
            <p:sp>
              <p:nvSpPr>
                <p:cNvPr id="129" name="Line 52">
                  <a:extLst>
                    <a:ext uri="{FF2B5EF4-FFF2-40B4-BE49-F238E27FC236}">
                      <a16:creationId xmlns:a16="http://schemas.microsoft.com/office/drawing/2014/main" id="{1471ECA8-52E2-7B48-B1D0-0E3A3FC8CCD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53">
                  <a:extLst>
                    <a:ext uri="{FF2B5EF4-FFF2-40B4-BE49-F238E27FC236}">
                      <a16:creationId xmlns:a16="http://schemas.microsoft.com/office/drawing/2014/main" id="{5E4485D6-A44E-9F41-A60B-F118E84451BF}"/>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Line 54">
                  <a:extLst>
                    <a:ext uri="{FF2B5EF4-FFF2-40B4-BE49-F238E27FC236}">
                      <a16:creationId xmlns:a16="http://schemas.microsoft.com/office/drawing/2014/main" id="{76683E62-74AF-A340-8049-71651532D7C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09" name="Text Box 63">
              <a:extLst>
                <a:ext uri="{FF2B5EF4-FFF2-40B4-BE49-F238E27FC236}">
                  <a16:creationId xmlns:a16="http://schemas.microsoft.com/office/drawing/2014/main" id="{BB81457D-DD34-A44B-8BDA-064DBFE04D32}"/>
                </a:ext>
              </a:extLst>
            </p:cNvPr>
            <p:cNvSpPr txBox="1">
              <a:spLocks noChangeArrowheads="1"/>
            </p:cNvSpPr>
            <p:nvPr/>
          </p:nvSpPr>
          <p:spPr bwMode="auto">
            <a:xfrm>
              <a:off x="2950" y="3237"/>
              <a:ext cx="226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one packet time later: green packet experiences HOL blocking</a:t>
              </a:r>
              <a:endParaRPr kumimoji="0" lang="en-US" altLang="en-US" sz="2000" b="0" i="1"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0" name="Text Box 65">
              <a:extLst>
                <a:ext uri="{FF2B5EF4-FFF2-40B4-BE49-F238E27FC236}">
                  <a16:creationId xmlns:a16="http://schemas.microsoft.com/office/drawing/2014/main" id="{07D40F57-D66B-F444-8FCA-AFEAF69F0D14}"/>
                </a:ext>
              </a:extLst>
            </p:cNvPr>
            <p:cNvSpPr txBox="1">
              <a:spLocks noChangeArrowheads="1"/>
            </p:cNvSpPr>
            <p:nvPr/>
          </p:nvSpPr>
          <p:spPr bwMode="auto">
            <a:xfrm>
              <a:off x="3778" y="2507"/>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11" name="Rectangle 66">
              <a:extLst>
                <a:ext uri="{FF2B5EF4-FFF2-40B4-BE49-F238E27FC236}">
                  <a16:creationId xmlns:a16="http://schemas.microsoft.com/office/drawing/2014/main" id="{CF7111F1-74EA-1F48-AF61-C3DDC0EAC0AE}"/>
                </a:ext>
              </a:extLst>
            </p:cNvPr>
            <p:cNvSpPr>
              <a:spLocks noChangeArrowheads="1"/>
            </p:cNvSpPr>
            <p:nvPr/>
          </p:nvSpPr>
          <p:spPr bwMode="auto">
            <a:xfrm>
              <a:off x="4551" y="2025"/>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69">
              <a:extLst>
                <a:ext uri="{FF2B5EF4-FFF2-40B4-BE49-F238E27FC236}">
                  <a16:creationId xmlns:a16="http://schemas.microsoft.com/office/drawing/2014/main" id="{C338CC7B-B194-3243-B60D-75BEFA01C177}"/>
                </a:ext>
              </a:extLst>
            </p:cNvPr>
            <p:cNvSpPr>
              <a:spLocks noChangeArrowheads="1"/>
            </p:cNvSpPr>
            <p:nvPr/>
          </p:nvSpPr>
          <p:spPr bwMode="auto">
            <a:xfrm>
              <a:off x="3363" y="2050"/>
              <a:ext cx="159" cy="8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70">
              <a:extLst>
                <a:ext uri="{FF2B5EF4-FFF2-40B4-BE49-F238E27FC236}">
                  <a16:creationId xmlns:a16="http://schemas.microsoft.com/office/drawing/2014/main" id="{CD0DF6A5-8591-FF4A-B8B0-1D6E21620201}"/>
                </a:ext>
              </a:extLst>
            </p:cNvPr>
            <p:cNvSpPr>
              <a:spLocks noChangeArrowheads="1"/>
            </p:cNvSpPr>
            <p:nvPr/>
          </p:nvSpPr>
          <p:spPr bwMode="auto">
            <a:xfrm>
              <a:off x="3360" y="2916"/>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Freeform 71">
              <a:extLst>
                <a:ext uri="{FF2B5EF4-FFF2-40B4-BE49-F238E27FC236}">
                  <a16:creationId xmlns:a16="http://schemas.microsoft.com/office/drawing/2014/main" id="{D86522CF-FBA5-EA4F-A7F3-97C45B0DB909}"/>
                </a:ext>
              </a:extLst>
            </p:cNvPr>
            <p:cNvSpPr>
              <a:spLocks/>
            </p:cNvSpPr>
            <p:nvPr/>
          </p:nvSpPr>
          <p:spPr bwMode="auto">
            <a:xfrm>
              <a:off x="3585" y="2324"/>
              <a:ext cx="878" cy="618"/>
            </a:xfrm>
            <a:custGeom>
              <a:avLst/>
              <a:gdLst>
                <a:gd name="T0" fmla="*/ 0 w 967"/>
                <a:gd name="T1" fmla="*/ 65 h 735"/>
                <a:gd name="T2" fmla="*/ 134 w 967"/>
                <a:gd name="T3" fmla="*/ 65 h 735"/>
                <a:gd name="T4" fmla="*/ 251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Freeform 72">
              <a:extLst>
                <a:ext uri="{FF2B5EF4-FFF2-40B4-BE49-F238E27FC236}">
                  <a16:creationId xmlns:a16="http://schemas.microsoft.com/office/drawing/2014/main" id="{F3DEE41D-FD9A-D049-8B83-8B6A31265C7F}"/>
                </a:ext>
              </a:extLst>
            </p:cNvPr>
            <p:cNvSpPr>
              <a:spLocks/>
            </p:cNvSpPr>
            <p:nvPr/>
          </p:nvSpPr>
          <p:spPr bwMode="auto">
            <a:xfrm>
              <a:off x="3573" y="2134"/>
              <a:ext cx="860" cy="437"/>
            </a:xfrm>
            <a:custGeom>
              <a:avLst/>
              <a:gdLst>
                <a:gd name="T0" fmla="*/ 0 w 860"/>
                <a:gd name="T1" fmla="*/ 3 h 437"/>
                <a:gd name="T2" fmla="*/ 468 w 860"/>
                <a:gd name="T3" fmla="*/ 0 h 437"/>
                <a:gd name="T4" fmla="*/ 860 w 860"/>
                <a:gd name="T5" fmla="*/ 437 h 437"/>
                <a:gd name="T6" fmla="*/ 0 60000 65536"/>
                <a:gd name="T7" fmla="*/ 0 60000 65536"/>
                <a:gd name="T8" fmla="*/ 0 60000 65536"/>
                <a:gd name="T9" fmla="*/ 0 w 860"/>
                <a:gd name="T10" fmla="*/ 0 h 437"/>
                <a:gd name="T11" fmla="*/ 860 w 860"/>
                <a:gd name="T12" fmla="*/ 437 h 437"/>
              </a:gdLst>
              <a:ahLst/>
              <a:cxnLst>
                <a:cxn ang="T6">
                  <a:pos x="T0" y="T1"/>
                </a:cxn>
                <a:cxn ang="T7">
                  <a:pos x="T2" y="T3"/>
                </a:cxn>
                <a:cxn ang="T8">
                  <a:pos x="T4" y="T5"/>
                </a:cxn>
              </a:cxnLst>
              <a:rect l="T9" t="T10" r="T11" b="T12"/>
              <a:pathLst>
                <a:path w="860" h="437">
                  <a:moveTo>
                    <a:pt x="0" y="3"/>
                  </a:moveTo>
                  <a:lnTo>
                    <a:pt x="468" y="0"/>
                  </a:lnTo>
                  <a:lnTo>
                    <a:pt x="860" y="437"/>
                  </a:lnTo>
                </a:path>
              </a:pathLst>
            </a:custGeom>
            <a:noFill/>
            <a:ln w="28575" cap="flat" cmpd="sng">
              <a:solidFill>
                <a:srgbClr val="000099"/>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76">
              <a:extLst>
                <a:ext uri="{FF2B5EF4-FFF2-40B4-BE49-F238E27FC236}">
                  <a16:creationId xmlns:a16="http://schemas.microsoft.com/office/drawing/2014/main" id="{CC9EB8FA-449A-AD48-B0D0-F22B0CB1DCA2}"/>
                </a:ext>
              </a:extLst>
            </p:cNvPr>
            <p:cNvSpPr>
              <a:spLocks noChangeArrowheads="1"/>
            </p:cNvSpPr>
            <p:nvPr/>
          </p:nvSpPr>
          <p:spPr bwMode="auto">
            <a:xfrm>
              <a:off x="3141" y="2890"/>
              <a:ext cx="159" cy="8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Rectangle 77">
              <a:extLst>
                <a:ext uri="{FF2B5EF4-FFF2-40B4-BE49-F238E27FC236}">
                  <a16:creationId xmlns:a16="http://schemas.microsoft.com/office/drawing/2014/main" id="{ED96AE20-CFC4-C449-96F2-A1836A8ADFC9}"/>
                </a:ext>
              </a:extLst>
            </p:cNvPr>
            <p:cNvSpPr>
              <a:spLocks noChangeArrowheads="1"/>
            </p:cNvSpPr>
            <p:nvPr/>
          </p:nvSpPr>
          <p:spPr bwMode="auto">
            <a:xfrm>
              <a:off x="4542" y="2518"/>
              <a:ext cx="159" cy="83"/>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2" name="Content Placeholder 1">
            <a:extLst>
              <a:ext uri="{FF2B5EF4-FFF2-40B4-BE49-F238E27FC236}">
                <a16:creationId xmlns:a16="http://schemas.microsoft.com/office/drawing/2014/main" id="{427FA225-82DF-964C-86B6-E9C527239F0C}"/>
              </a:ext>
            </a:extLst>
          </p:cNvPr>
          <p:cNvSpPr txBox="1">
            <a:spLocks/>
          </p:cNvSpPr>
          <p:nvPr/>
        </p:nvSpPr>
        <p:spPr>
          <a:xfrm>
            <a:off x="835334" y="2690269"/>
            <a:ext cx="10515600" cy="98426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Head-of-the-Line (HOL) blocking: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queued datagram at front of queue prevents others in queue from moving forward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Slide Number Placeholder 4">
            <a:extLst>
              <a:ext uri="{FF2B5EF4-FFF2-40B4-BE49-F238E27FC236}">
                <a16:creationId xmlns:a16="http://schemas.microsoft.com/office/drawing/2014/main" id="{27DA9828-E8AA-634F-A5D6-E2BC44AAFB5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24</a:t>
            </a:fld>
            <a:endParaRPr lang="en-US" dirty="0"/>
          </a:p>
        </p:txBody>
      </p:sp>
    </p:spTree>
    <p:extLst>
      <p:ext uri="{BB962C8B-B14F-4D97-AF65-F5344CB8AC3E}">
        <p14:creationId xmlns:p14="http://schemas.microsoft.com/office/powerpoint/2010/main" val="3723944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7"/>
                                        </p:tgtEl>
                                        <p:attrNameLst>
                                          <p:attrName>style.visibility</p:attrName>
                                        </p:attrNameLst>
                                      </p:cBhvr>
                                      <p:to>
                                        <p:strVal val="visible"/>
                                      </p:to>
                                    </p:set>
                                    <p:animEffect transition="in" filter="dissolve">
                                      <p:cBhvr>
                                        <p:cTn id="7" dur="500"/>
                                        <p:tgtEl>
                                          <p:spTgt spid="1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42"/>
                                        </p:tgtEl>
                                        <p:attrNameLst>
                                          <p:attrName>style.visibility</p:attrName>
                                        </p:attrNameLst>
                                      </p:cBhvr>
                                      <p:to>
                                        <p:strVal val="visible"/>
                                      </p:to>
                                    </p:set>
                                    <p:animEffect transition="in" filter="dissolve">
                                      <p:cBhvr>
                                        <p:cTn id="10" dur="500"/>
                                        <p:tgtEl>
                                          <p:spTgt spid="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sp>
        <p:nvSpPr>
          <p:cNvPr id="142" name="Rectangle 3">
            <a:extLst>
              <a:ext uri="{FF2B5EF4-FFF2-40B4-BE49-F238E27FC236}">
                <a16:creationId xmlns:a16="http://schemas.microsoft.com/office/drawing/2014/main" id="{913FC5A4-1E19-7B47-9F20-2A2FD0E7A215}"/>
              </a:ext>
            </a:extLst>
          </p:cNvPr>
          <p:cNvSpPr txBox="1">
            <a:spLocks noChangeArrowheads="1"/>
          </p:cNvSpPr>
          <p:nvPr/>
        </p:nvSpPr>
        <p:spPr>
          <a:xfrm>
            <a:off x="888773" y="3417068"/>
            <a:ext cx="5977544" cy="1413266"/>
          </a:xfrm>
          <a:prstGeom prst="rect">
            <a:avLst/>
          </a:prstGeom>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pitchFamily="2"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Buffering</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required when datagrams arrive from fabric faster than link transmission rate.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Drop policy: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which datagrams to drop if no free buffers?</a:t>
            </a:r>
          </a:p>
        </p:txBody>
      </p:sp>
      <p:sp>
        <p:nvSpPr>
          <p:cNvPr id="191" name="Rectangle 3">
            <a:extLst>
              <a:ext uri="{FF2B5EF4-FFF2-40B4-BE49-F238E27FC236}">
                <a16:creationId xmlns:a16="http://schemas.microsoft.com/office/drawing/2014/main" id="{655E40F4-C569-5647-83A5-4E4AC0D12CE4}"/>
              </a:ext>
            </a:extLst>
          </p:cNvPr>
          <p:cNvSpPr txBox="1">
            <a:spLocks noChangeArrowheads="1"/>
          </p:cNvSpPr>
          <p:nvPr/>
        </p:nvSpPr>
        <p:spPr>
          <a:xfrm>
            <a:off x="938650" y="5182135"/>
            <a:ext cx="5131875" cy="1289003"/>
          </a:xfrm>
          <a:prstGeom prst="rect">
            <a:avLst/>
          </a:prstGeom>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Scheduling discipline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chooses among queued datagrams for transmission</a:t>
            </a:r>
          </a:p>
        </p:txBody>
      </p:sp>
      <p:grpSp>
        <p:nvGrpSpPr>
          <p:cNvPr id="14" name="Group 13">
            <a:extLst>
              <a:ext uri="{FF2B5EF4-FFF2-40B4-BE49-F238E27FC236}">
                <a16:creationId xmlns:a16="http://schemas.microsoft.com/office/drawing/2014/main" id="{CEACDE6A-9FE9-BD4D-9835-19E2A389BF2D}"/>
              </a:ext>
            </a:extLst>
          </p:cNvPr>
          <p:cNvGrpSpPr/>
          <p:nvPr/>
        </p:nvGrpSpPr>
        <p:grpSpPr>
          <a:xfrm>
            <a:off x="6900841" y="3768360"/>
            <a:ext cx="5036234" cy="1255728"/>
            <a:chOff x="6302327" y="3768360"/>
            <a:chExt cx="5036234" cy="1255728"/>
          </a:xfrm>
        </p:grpSpPr>
        <p:sp>
          <p:nvSpPr>
            <p:cNvPr id="143" name="TextBox 142">
              <a:extLst>
                <a:ext uri="{FF2B5EF4-FFF2-40B4-BE49-F238E27FC236}">
                  <a16:creationId xmlns:a16="http://schemas.microsoft.com/office/drawing/2014/main" id="{30FDEEE0-B9AF-9D4C-ACC2-98B5C103795E}"/>
                </a:ext>
              </a:extLst>
            </p:cNvPr>
            <p:cNvSpPr txBox="1">
              <a:spLocks noChangeArrowheads="1"/>
            </p:cNvSpPr>
            <p:nvPr/>
          </p:nvSpPr>
          <p:spPr bwMode="auto">
            <a:xfrm>
              <a:off x="7385539" y="3768360"/>
              <a:ext cx="3953022"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can be lost due to congestion, lack of buffers</a:t>
              </a:r>
            </a:p>
          </p:txBody>
        </p:sp>
        <p:sp>
          <p:nvSpPr>
            <p:cNvPr id="7" name="Right Arrow 6">
              <a:extLst>
                <a:ext uri="{FF2B5EF4-FFF2-40B4-BE49-F238E27FC236}">
                  <a16:creationId xmlns:a16="http://schemas.microsoft.com/office/drawing/2014/main" id="{2B8D69F4-7226-5D4D-A695-DB1CC7F30950}"/>
                </a:ext>
              </a:extLst>
            </p:cNvPr>
            <p:cNvSpPr/>
            <p:nvPr/>
          </p:nvSpPr>
          <p:spPr>
            <a:xfrm>
              <a:off x="6302327" y="4135902"/>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F388476A-12F9-364B-B461-B0624DF38E97}"/>
              </a:ext>
            </a:extLst>
          </p:cNvPr>
          <p:cNvGrpSpPr/>
          <p:nvPr/>
        </p:nvGrpSpPr>
        <p:grpSpPr>
          <a:xfrm>
            <a:off x="6875475" y="5201260"/>
            <a:ext cx="5319932" cy="1255728"/>
            <a:chOff x="6243711" y="5201260"/>
            <a:chExt cx="5319932" cy="1255728"/>
          </a:xfrm>
        </p:grpSpPr>
        <p:sp>
          <p:nvSpPr>
            <p:cNvPr id="144" name="TextBox 143">
              <a:extLst>
                <a:ext uri="{FF2B5EF4-FFF2-40B4-BE49-F238E27FC236}">
                  <a16:creationId xmlns:a16="http://schemas.microsoft.com/office/drawing/2014/main" id="{5EC532F3-AD2F-834B-A210-0023284DAED3}"/>
                </a:ext>
              </a:extLst>
            </p:cNvPr>
            <p:cNvSpPr txBox="1">
              <a:spLocks noChangeArrowheads="1"/>
            </p:cNvSpPr>
            <p:nvPr/>
          </p:nvSpPr>
          <p:spPr bwMode="auto">
            <a:xfrm>
              <a:off x="7371470" y="5201260"/>
              <a:ext cx="4192173"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Priority scheduling – who gets best performance, network neutrality</a:t>
              </a:r>
            </a:p>
          </p:txBody>
        </p:sp>
        <p:sp>
          <p:nvSpPr>
            <p:cNvPr id="192" name="Right Arrow 191">
              <a:extLst>
                <a:ext uri="{FF2B5EF4-FFF2-40B4-BE49-F238E27FC236}">
                  <a16:creationId xmlns:a16="http://schemas.microsoft.com/office/drawing/2014/main" id="{0BB35D2A-3275-9A47-BFA6-3685C1F9CA7F}"/>
                </a:ext>
              </a:extLst>
            </p:cNvPr>
            <p:cNvSpPr/>
            <p:nvPr/>
          </p:nvSpPr>
          <p:spPr>
            <a:xfrm>
              <a:off x="6243711" y="5512190"/>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A53CB450-3600-DF45-8C8B-A1E7209621EE}"/>
              </a:ext>
            </a:extLst>
          </p:cNvPr>
          <p:cNvGrpSpPr/>
          <p:nvPr/>
        </p:nvGrpSpPr>
        <p:grpSpPr>
          <a:xfrm>
            <a:off x="8496886" y="307717"/>
            <a:ext cx="2967544" cy="1552790"/>
            <a:chOff x="8496886" y="307717"/>
            <a:chExt cx="2967544" cy="1552790"/>
          </a:xfrm>
        </p:grpSpPr>
        <p:pic>
          <p:nvPicPr>
            <p:cNvPr id="69634" name="Picture 2">
              <a:extLst>
                <a:ext uri="{FF2B5EF4-FFF2-40B4-BE49-F238E27FC236}">
                  <a16:creationId xmlns:a16="http://schemas.microsoft.com/office/drawing/2014/main" id="{D370C23A-8A5C-F640-8169-0F65AF0A8C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14340" y="307717"/>
              <a:ext cx="1359144" cy="1190491"/>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96589BDD-BACE-1743-A635-00D64D17E14C}"/>
                </a:ext>
              </a:extLst>
            </p:cNvPr>
            <p:cNvSpPr txBox="1"/>
            <p:nvPr/>
          </p:nvSpPr>
          <p:spPr>
            <a:xfrm>
              <a:off x="8496886" y="1491175"/>
              <a:ext cx="296754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This is a really important slide</a:t>
              </a:r>
            </a:p>
          </p:txBody>
        </p:sp>
      </p:grpSp>
      <p:grpSp>
        <p:nvGrpSpPr>
          <p:cNvPr id="10" name="Group 9">
            <a:extLst>
              <a:ext uri="{FF2B5EF4-FFF2-40B4-BE49-F238E27FC236}">
                <a16:creationId xmlns:a16="http://schemas.microsoft.com/office/drawing/2014/main" id="{89D5CAC8-4273-BF4C-A720-130BA9B77F38}"/>
              </a:ext>
            </a:extLst>
          </p:cNvPr>
          <p:cNvGrpSpPr/>
          <p:nvPr/>
        </p:nvGrpSpPr>
        <p:grpSpPr>
          <a:xfrm>
            <a:off x="1178949" y="1396538"/>
            <a:ext cx="7113685" cy="1695796"/>
            <a:chOff x="763318" y="1529542"/>
            <a:chExt cx="7113685" cy="1695796"/>
          </a:xfrm>
        </p:grpSpPr>
        <p:sp>
          <p:nvSpPr>
            <p:cNvPr id="168" name="Rectangle 5">
              <a:extLst>
                <a:ext uri="{FF2B5EF4-FFF2-40B4-BE49-F238E27FC236}">
                  <a16:creationId xmlns:a16="http://schemas.microsoft.com/office/drawing/2014/main" id="{9B163D0F-CA1A-3E4C-BF5C-777B168A4EEA}"/>
                </a:ext>
              </a:extLst>
            </p:cNvPr>
            <p:cNvSpPr>
              <a:spLocks noChangeArrowheads="1"/>
            </p:cNvSpPr>
            <p:nvPr/>
          </p:nvSpPr>
          <p:spPr bwMode="auto">
            <a:xfrm>
              <a:off x="2505123" y="1529542"/>
              <a:ext cx="4568825" cy="1679171"/>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Rectangle 6">
              <a:extLst>
                <a:ext uri="{FF2B5EF4-FFF2-40B4-BE49-F238E27FC236}">
                  <a16:creationId xmlns:a16="http://schemas.microsoft.com/office/drawing/2014/main" id="{D9ABA473-56A4-9140-B810-39DA1BF9AA4C}"/>
                </a:ext>
              </a:extLst>
            </p:cNvPr>
            <p:cNvSpPr>
              <a:spLocks noChangeArrowheads="1"/>
            </p:cNvSpPr>
            <p:nvPr/>
          </p:nvSpPr>
          <p:spPr bwMode="auto">
            <a:xfrm>
              <a:off x="5427711" y="1946056"/>
              <a:ext cx="1417637"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p>
          </p:txBody>
        </p:sp>
        <p:sp>
          <p:nvSpPr>
            <p:cNvPr id="170" name="Rectangle 7">
              <a:extLst>
                <a:ext uri="{FF2B5EF4-FFF2-40B4-BE49-F238E27FC236}">
                  <a16:creationId xmlns:a16="http://schemas.microsoft.com/office/drawing/2014/main" id="{A93445FD-0A38-824D-AD5C-D69A392C9E2F}"/>
                </a:ext>
              </a:extLst>
            </p:cNvPr>
            <p:cNvSpPr>
              <a:spLocks noChangeArrowheads="1"/>
            </p:cNvSpPr>
            <p:nvPr/>
          </p:nvSpPr>
          <p:spPr bwMode="auto">
            <a:xfrm>
              <a:off x="4118023" y="1673006"/>
              <a:ext cx="1152525" cy="1409700"/>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10">
              <a:extLst>
                <a:ext uri="{FF2B5EF4-FFF2-40B4-BE49-F238E27FC236}">
                  <a16:creationId xmlns:a16="http://schemas.microsoft.com/office/drawing/2014/main" id="{F251D37A-1EA2-C048-A7C5-11851E5541EA}"/>
                </a:ext>
              </a:extLst>
            </p:cNvPr>
            <p:cNvSpPr>
              <a:spLocks noChangeShapeType="1"/>
            </p:cNvSpPr>
            <p:nvPr/>
          </p:nvSpPr>
          <p:spPr bwMode="auto">
            <a:xfrm>
              <a:off x="3940223" y="2392143"/>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11">
              <a:extLst>
                <a:ext uri="{FF2B5EF4-FFF2-40B4-BE49-F238E27FC236}">
                  <a16:creationId xmlns:a16="http://schemas.microsoft.com/office/drawing/2014/main" id="{E70C16AE-A78C-2644-ACA1-5A2B601BF119}"/>
                </a:ext>
              </a:extLst>
            </p:cNvPr>
            <p:cNvSpPr>
              <a:spLocks noChangeShapeType="1"/>
            </p:cNvSpPr>
            <p:nvPr/>
          </p:nvSpPr>
          <p:spPr bwMode="auto">
            <a:xfrm>
              <a:off x="5273723" y="2349281"/>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13">
              <a:extLst>
                <a:ext uri="{FF2B5EF4-FFF2-40B4-BE49-F238E27FC236}">
                  <a16:creationId xmlns:a16="http://schemas.microsoft.com/office/drawing/2014/main" id="{A66255F7-4CD5-DF46-8B83-7D17A05654C5}"/>
                </a:ext>
              </a:extLst>
            </p:cNvPr>
            <p:cNvSpPr>
              <a:spLocks noChangeArrowheads="1"/>
            </p:cNvSpPr>
            <p:nvPr/>
          </p:nvSpPr>
          <p:spPr bwMode="auto">
            <a:xfrm>
              <a:off x="4151361" y="1982568"/>
              <a:ext cx="1055687"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175" name="Rectangle 16">
              <a:extLst>
                <a:ext uri="{FF2B5EF4-FFF2-40B4-BE49-F238E27FC236}">
                  <a16:creationId xmlns:a16="http://schemas.microsoft.com/office/drawing/2014/main" id="{DDB93494-97A6-8A4A-91E9-BC29A5AE37AC}"/>
                </a:ext>
              </a:extLst>
            </p:cNvPr>
            <p:cNvSpPr>
              <a:spLocks noChangeArrowheads="1"/>
            </p:cNvSpPr>
            <p:nvPr/>
          </p:nvSpPr>
          <p:spPr bwMode="auto">
            <a:xfrm>
              <a:off x="763318" y="1925822"/>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f</a:t>
              </a:r>
              <a:r>
                <a:rPr kumimoji="0" lang="en-US" altLang="en-US" sz="2000" b="0" i="0" u="none" strike="noStrike" kern="0" cap="none" spc="0" normalizeH="0" baseline="0" noProof="0" dirty="0" err="1">
                  <a:ln>
                    <a:noFill/>
                  </a:ln>
                  <a:solidFill>
                    <a:srgbClr val="000000"/>
                  </a:solidFill>
                  <a:effectLst/>
                  <a:uLnTx/>
                  <a:uFillTx/>
                  <a:latin typeface="Tahoma" panose="020B0604030504040204" pitchFamily="34" charset="0"/>
                  <a:ea typeface="ＭＳ Ｐゴシック" panose="020B0600070205080204" pitchFamily="34" charset="-128"/>
                  <a:cs typeface="+mn-cs"/>
                </a:rPr>
                <a:t>abric</a:t>
              </a:r>
              <a:endPar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rate: </a:t>
              </a: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NR)</a:t>
              </a:r>
            </a:p>
          </p:txBody>
        </p:sp>
        <p:grpSp>
          <p:nvGrpSpPr>
            <p:cNvPr id="176" name="Group 28">
              <a:extLst>
                <a:ext uri="{FF2B5EF4-FFF2-40B4-BE49-F238E27FC236}">
                  <a16:creationId xmlns:a16="http://schemas.microsoft.com/office/drawing/2014/main" id="{D9BF0A2B-C5F9-A740-8460-7E121162451A}"/>
                </a:ext>
              </a:extLst>
            </p:cNvPr>
            <p:cNvGrpSpPr>
              <a:grpSpLocks/>
            </p:cNvGrpSpPr>
            <p:nvPr/>
          </p:nvGrpSpPr>
          <p:grpSpPr bwMode="auto">
            <a:xfrm>
              <a:off x="2657523" y="1623793"/>
              <a:ext cx="1247775" cy="1504950"/>
              <a:chOff x="3180" y="909"/>
              <a:chExt cx="786" cy="948"/>
            </a:xfrm>
          </p:grpSpPr>
          <p:sp>
            <p:nvSpPr>
              <p:cNvPr id="177" name="Rectangle 8">
                <a:extLst>
                  <a:ext uri="{FF2B5EF4-FFF2-40B4-BE49-F238E27FC236}">
                    <a16:creationId xmlns:a16="http://schemas.microsoft.com/office/drawing/2014/main" id="{DD4D9539-6E74-FE4C-939B-205C9E71D416}"/>
                  </a:ext>
                </a:extLst>
              </p:cNvPr>
              <p:cNvSpPr>
                <a:spLocks noChangeArrowheads="1"/>
              </p:cNvSpPr>
              <p:nvPr/>
            </p:nvSpPr>
            <p:spPr bwMode="auto">
              <a:xfrm>
                <a:off x="3180" y="909"/>
                <a:ext cx="786" cy="948"/>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14">
                <a:extLst>
                  <a:ext uri="{FF2B5EF4-FFF2-40B4-BE49-F238E27FC236}">
                    <a16:creationId xmlns:a16="http://schemas.microsoft.com/office/drawing/2014/main" id="{AE54DBDF-A7F9-704B-B392-E2740194AA62}"/>
                  </a:ext>
                </a:extLst>
              </p:cNvPr>
              <p:cNvSpPr txBox="1">
                <a:spLocks noChangeArrowheads="1"/>
              </p:cNvSpPr>
              <p:nvPr/>
            </p:nvSpPr>
            <p:spPr bwMode="auto">
              <a:xfrm>
                <a:off x="3232" y="917"/>
                <a:ext cx="724" cy="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79" name="Group 17">
                <a:extLst>
                  <a:ext uri="{FF2B5EF4-FFF2-40B4-BE49-F238E27FC236}">
                    <a16:creationId xmlns:a16="http://schemas.microsoft.com/office/drawing/2014/main" id="{06F8403D-BA10-5144-A155-19FE3754BE36}"/>
                  </a:ext>
                </a:extLst>
              </p:cNvPr>
              <p:cNvGrpSpPr>
                <a:grpSpLocks/>
              </p:cNvGrpSpPr>
              <p:nvPr/>
            </p:nvGrpSpPr>
            <p:grpSpPr bwMode="auto">
              <a:xfrm>
                <a:off x="3260" y="1299"/>
                <a:ext cx="626" cy="295"/>
                <a:chOff x="310" y="3526"/>
                <a:chExt cx="1040" cy="457"/>
              </a:xfrm>
            </p:grpSpPr>
            <p:sp>
              <p:nvSpPr>
                <p:cNvPr id="180" name="Rectangle 18">
                  <a:extLst>
                    <a:ext uri="{FF2B5EF4-FFF2-40B4-BE49-F238E27FC236}">
                      <a16:creationId xmlns:a16="http://schemas.microsoft.com/office/drawing/2014/main" id="{9A795CC1-826F-4C44-9993-319F64F49FC2}"/>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19">
                  <a:extLst>
                    <a:ext uri="{FF2B5EF4-FFF2-40B4-BE49-F238E27FC236}">
                      <a16:creationId xmlns:a16="http://schemas.microsoft.com/office/drawing/2014/main" id="{4731A973-BD75-D041-B879-015ABFDDD7EB}"/>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20">
                  <a:extLst>
                    <a:ext uri="{FF2B5EF4-FFF2-40B4-BE49-F238E27FC236}">
                      <a16:creationId xmlns:a16="http://schemas.microsoft.com/office/drawing/2014/main" id="{E25B9F25-22CB-0447-9AC4-9FC92218F432}"/>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Line 21">
                  <a:extLst>
                    <a:ext uri="{FF2B5EF4-FFF2-40B4-BE49-F238E27FC236}">
                      <a16:creationId xmlns:a16="http://schemas.microsoft.com/office/drawing/2014/main" id="{91851468-4893-D34C-9AE7-1771C894A65C}"/>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4" name="Line 22">
                  <a:extLst>
                    <a:ext uri="{FF2B5EF4-FFF2-40B4-BE49-F238E27FC236}">
                      <a16:creationId xmlns:a16="http://schemas.microsoft.com/office/drawing/2014/main" id="{24979CFA-E6E8-6443-8031-1C8E87B15CF5}"/>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5" name="Line 23">
                  <a:extLst>
                    <a:ext uri="{FF2B5EF4-FFF2-40B4-BE49-F238E27FC236}">
                      <a16:creationId xmlns:a16="http://schemas.microsoft.com/office/drawing/2014/main" id="{DD3375EE-F46C-7845-8A16-1C39FA3943F4}"/>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6" name="Line 24">
                  <a:extLst>
                    <a:ext uri="{FF2B5EF4-FFF2-40B4-BE49-F238E27FC236}">
                      <a16:creationId xmlns:a16="http://schemas.microsoft.com/office/drawing/2014/main" id="{2CF7F543-916F-574B-9CF5-E75F82B8E662}"/>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Line 25">
                  <a:extLst>
                    <a:ext uri="{FF2B5EF4-FFF2-40B4-BE49-F238E27FC236}">
                      <a16:creationId xmlns:a16="http://schemas.microsoft.com/office/drawing/2014/main" id="{5571B680-4F31-6A43-B505-CB421081C05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8" name="Line 26">
                  <a:extLst>
                    <a:ext uri="{FF2B5EF4-FFF2-40B4-BE49-F238E27FC236}">
                      <a16:creationId xmlns:a16="http://schemas.microsoft.com/office/drawing/2014/main" id="{87E5063B-F80B-F542-9BC3-D9BE9AAED9D2}"/>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89" name="Line 27">
              <a:extLst>
                <a:ext uri="{FF2B5EF4-FFF2-40B4-BE49-F238E27FC236}">
                  <a16:creationId xmlns:a16="http://schemas.microsoft.com/office/drawing/2014/main" id="{AC914BE7-EF9D-D444-B3B1-4333D5182D93}"/>
                </a:ext>
              </a:extLst>
            </p:cNvPr>
            <p:cNvSpPr>
              <a:spLocks noChangeShapeType="1"/>
            </p:cNvSpPr>
            <p:nvPr/>
          </p:nvSpPr>
          <p:spPr bwMode="auto">
            <a:xfrm>
              <a:off x="1878016" y="1579418"/>
              <a:ext cx="0" cy="16459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CBD25FB7-BD31-354A-B607-0A105E81B218}"/>
                </a:ext>
              </a:extLst>
            </p:cNvPr>
            <p:cNvSpPr>
              <a:spLocks noChangeShapeType="1"/>
            </p:cNvSpPr>
            <p:nvPr/>
          </p:nvSpPr>
          <p:spPr bwMode="auto">
            <a:xfrm flipV="1">
              <a:off x="1860598" y="2435006"/>
              <a:ext cx="92551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 name="Straight Arrow Connector 7">
              <a:extLst>
                <a:ext uri="{FF2B5EF4-FFF2-40B4-BE49-F238E27FC236}">
                  <a16:creationId xmlns:a16="http://schemas.microsoft.com/office/drawing/2014/main" id="{12077A03-5191-4C4E-9229-0F4C5ED20B83}"/>
                </a:ext>
              </a:extLst>
            </p:cNvPr>
            <p:cNvCxnSpPr/>
            <p:nvPr/>
          </p:nvCxnSpPr>
          <p:spPr>
            <a:xfrm>
              <a:off x="6846225" y="2394066"/>
              <a:ext cx="1030778"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4C49EDB8-5525-2E4A-8DBC-6D03E6692746}"/>
                </a:ext>
              </a:extLst>
            </p:cNvPr>
            <p:cNvSpPr txBox="1"/>
            <p:nvPr/>
          </p:nvSpPr>
          <p:spPr>
            <a:xfrm flipH="1">
              <a:off x="7215448" y="2377441"/>
              <a:ext cx="315884"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39" name="Slide Number Placeholder 4">
            <a:extLst>
              <a:ext uri="{FF2B5EF4-FFF2-40B4-BE49-F238E27FC236}">
                <a16:creationId xmlns:a16="http://schemas.microsoft.com/office/drawing/2014/main" id="{00A3717F-1F0F-FC43-A1DA-5E87871F059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25</a:t>
            </a:fld>
            <a:endParaRPr lang="en-US" dirty="0"/>
          </a:p>
        </p:txBody>
      </p:sp>
    </p:spTree>
    <p:extLst>
      <p:ext uri="{BB962C8B-B14F-4D97-AF65-F5344CB8AC3E}">
        <p14:creationId xmlns:p14="http://schemas.microsoft.com/office/powerpoint/2010/main" val="1722737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91"/>
                                        </p:tgtEl>
                                        <p:attrNameLst>
                                          <p:attrName>style.visibility</p:attrName>
                                        </p:attrNameLst>
                                      </p:cBhvr>
                                      <p:to>
                                        <p:strVal val="visible"/>
                                      </p:to>
                                    </p:set>
                                    <p:animEffect transition="in" filter="dissolve">
                                      <p:cBhvr>
                                        <p:cTn id="12" dur="500"/>
                                        <p:tgtEl>
                                          <p:spTgt spid="19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wipe(left)">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dissolve">
                                      <p:cBhvr>
                                        <p:cTn id="2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grpSp>
        <p:nvGrpSpPr>
          <p:cNvPr id="109" name="Group 78">
            <a:extLst>
              <a:ext uri="{FF2B5EF4-FFF2-40B4-BE49-F238E27FC236}">
                <a16:creationId xmlns:a16="http://schemas.microsoft.com/office/drawing/2014/main" id="{082D51D0-D1D3-A942-9BB2-2D4682B56DD8}"/>
              </a:ext>
            </a:extLst>
          </p:cNvPr>
          <p:cNvGrpSpPr>
            <a:grpSpLocks/>
          </p:cNvGrpSpPr>
          <p:nvPr/>
        </p:nvGrpSpPr>
        <p:grpSpPr bwMode="auto">
          <a:xfrm>
            <a:off x="2375414" y="1576437"/>
            <a:ext cx="7412037" cy="2870200"/>
            <a:chOff x="550" y="931"/>
            <a:chExt cx="4669" cy="1808"/>
          </a:xfrm>
        </p:grpSpPr>
        <p:grpSp>
          <p:nvGrpSpPr>
            <p:cNvPr id="110" name="Group 29">
              <a:extLst>
                <a:ext uri="{FF2B5EF4-FFF2-40B4-BE49-F238E27FC236}">
                  <a16:creationId xmlns:a16="http://schemas.microsoft.com/office/drawing/2014/main" id="{A3EB5D9E-72A3-7745-8A3E-36D91FF392DE}"/>
                </a:ext>
              </a:extLst>
            </p:cNvPr>
            <p:cNvGrpSpPr>
              <a:grpSpLocks/>
            </p:cNvGrpSpPr>
            <p:nvPr/>
          </p:nvGrpSpPr>
          <p:grpSpPr bwMode="auto">
            <a:xfrm>
              <a:off x="699" y="948"/>
              <a:ext cx="2099" cy="1356"/>
              <a:chOff x="523" y="976"/>
              <a:chExt cx="2099" cy="1356"/>
            </a:xfrm>
          </p:grpSpPr>
          <p:sp>
            <p:nvSpPr>
              <p:cNvPr id="159" name="Rectangle 6">
                <a:extLst>
                  <a:ext uri="{FF2B5EF4-FFF2-40B4-BE49-F238E27FC236}">
                    <a16:creationId xmlns:a16="http://schemas.microsoft.com/office/drawing/2014/main" id="{D8B6A1DB-471C-CC4C-A15D-8F1744B84968}"/>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60" name="Group 10">
                <a:extLst>
                  <a:ext uri="{FF2B5EF4-FFF2-40B4-BE49-F238E27FC236}">
                    <a16:creationId xmlns:a16="http://schemas.microsoft.com/office/drawing/2014/main" id="{CF011BEC-3BD8-724A-930F-DF1BD144E0F3}"/>
                  </a:ext>
                </a:extLst>
              </p:cNvPr>
              <p:cNvGrpSpPr>
                <a:grpSpLocks/>
              </p:cNvGrpSpPr>
              <p:nvPr/>
            </p:nvGrpSpPr>
            <p:grpSpPr bwMode="auto">
              <a:xfrm>
                <a:off x="804" y="997"/>
                <a:ext cx="249" cy="1295"/>
                <a:chOff x="748" y="997"/>
                <a:chExt cx="249" cy="1295"/>
              </a:xfrm>
            </p:grpSpPr>
            <p:sp>
              <p:nvSpPr>
                <p:cNvPr id="204" name="Rectangle 7">
                  <a:extLst>
                    <a:ext uri="{FF2B5EF4-FFF2-40B4-BE49-F238E27FC236}">
                      <a16:creationId xmlns:a16="http://schemas.microsoft.com/office/drawing/2014/main" id="{0ECFBAAE-DF3A-A940-A3AE-05CA1F501F0F}"/>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Rectangle 8">
                  <a:extLst>
                    <a:ext uri="{FF2B5EF4-FFF2-40B4-BE49-F238E27FC236}">
                      <a16:creationId xmlns:a16="http://schemas.microsoft.com/office/drawing/2014/main" id="{E7A662AD-6DCF-F34A-A047-07F4B580C18A}"/>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9">
                  <a:extLst>
                    <a:ext uri="{FF2B5EF4-FFF2-40B4-BE49-F238E27FC236}">
                      <a16:creationId xmlns:a16="http://schemas.microsoft.com/office/drawing/2014/main" id="{9926E030-FA12-C74C-949A-473AE1056F2D}"/>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1" name="Group 11">
                <a:extLst>
                  <a:ext uri="{FF2B5EF4-FFF2-40B4-BE49-F238E27FC236}">
                    <a16:creationId xmlns:a16="http://schemas.microsoft.com/office/drawing/2014/main" id="{2DAF4907-42BF-A548-B33A-D2FBEF2C97AB}"/>
                  </a:ext>
                </a:extLst>
              </p:cNvPr>
              <p:cNvGrpSpPr>
                <a:grpSpLocks/>
              </p:cNvGrpSpPr>
              <p:nvPr/>
            </p:nvGrpSpPr>
            <p:grpSpPr bwMode="auto">
              <a:xfrm>
                <a:off x="2109" y="1002"/>
                <a:ext cx="249" cy="1295"/>
                <a:chOff x="748" y="997"/>
                <a:chExt cx="249" cy="1295"/>
              </a:xfrm>
            </p:grpSpPr>
            <p:sp>
              <p:nvSpPr>
                <p:cNvPr id="201" name="Rectangle 12">
                  <a:extLst>
                    <a:ext uri="{FF2B5EF4-FFF2-40B4-BE49-F238E27FC236}">
                      <a16:creationId xmlns:a16="http://schemas.microsoft.com/office/drawing/2014/main" id="{CD600951-D32E-2F4A-8B8D-2BC1898E47E2}"/>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13">
                  <a:extLst>
                    <a:ext uri="{FF2B5EF4-FFF2-40B4-BE49-F238E27FC236}">
                      <a16:creationId xmlns:a16="http://schemas.microsoft.com/office/drawing/2014/main" id="{349846DD-5315-9F46-A3D4-630D59325ADA}"/>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4">
                  <a:extLst>
                    <a:ext uri="{FF2B5EF4-FFF2-40B4-BE49-F238E27FC236}">
                      <a16:creationId xmlns:a16="http://schemas.microsoft.com/office/drawing/2014/main" id="{AE0A909B-B320-604A-89A1-1760A69BDA86}"/>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2" name="Line 15">
                <a:extLst>
                  <a:ext uri="{FF2B5EF4-FFF2-40B4-BE49-F238E27FC236}">
                    <a16:creationId xmlns:a16="http://schemas.microsoft.com/office/drawing/2014/main" id="{B4E57E31-441A-7241-9895-1E601460DF16}"/>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16">
                <a:extLst>
                  <a:ext uri="{FF2B5EF4-FFF2-40B4-BE49-F238E27FC236}">
                    <a16:creationId xmlns:a16="http://schemas.microsoft.com/office/drawing/2014/main" id="{51B07D47-E6CB-8D41-85B6-448EE5F8FF59}"/>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4" name="Line 17">
                <a:extLst>
                  <a:ext uri="{FF2B5EF4-FFF2-40B4-BE49-F238E27FC236}">
                    <a16:creationId xmlns:a16="http://schemas.microsoft.com/office/drawing/2014/main" id="{1BA71812-14CA-334D-B6DE-FC0BBC8501AF}"/>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5" name="Line 18">
                <a:extLst>
                  <a:ext uri="{FF2B5EF4-FFF2-40B4-BE49-F238E27FC236}">
                    <a16:creationId xmlns:a16="http://schemas.microsoft.com/office/drawing/2014/main" id="{87EC818D-2CED-6445-96A3-B864E22C9CAA}"/>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6" name="Line 19">
                <a:extLst>
                  <a:ext uri="{FF2B5EF4-FFF2-40B4-BE49-F238E27FC236}">
                    <a16:creationId xmlns:a16="http://schemas.microsoft.com/office/drawing/2014/main" id="{3FC82DB6-CD3B-1043-B270-4880E4F38C1C}"/>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20">
                <a:extLst>
                  <a:ext uri="{FF2B5EF4-FFF2-40B4-BE49-F238E27FC236}">
                    <a16:creationId xmlns:a16="http://schemas.microsoft.com/office/drawing/2014/main" id="{291916CC-CF8D-0C43-904A-57618DC524AB}"/>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3" name="Group 24">
                <a:extLst>
                  <a:ext uri="{FF2B5EF4-FFF2-40B4-BE49-F238E27FC236}">
                    <a16:creationId xmlns:a16="http://schemas.microsoft.com/office/drawing/2014/main" id="{8685B4BD-95B3-D548-8A50-02AB19D73F70}"/>
                  </a:ext>
                </a:extLst>
              </p:cNvPr>
              <p:cNvGrpSpPr>
                <a:grpSpLocks/>
              </p:cNvGrpSpPr>
              <p:nvPr/>
            </p:nvGrpSpPr>
            <p:grpSpPr bwMode="auto">
              <a:xfrm>
                <a:off x="523" y="1169"/>
                <a:ext cx="288" cy="939"/>
                <a:chOff x="-60" y="1148"/>
                <a:chExt cx="168" cy="939"/>
              </a:xfrm>
            </p:grpSpPr>
            <p:sp>
              <p:nvSpPr>
                <p:cNvPr id="198" name="Line 21">
                  <a:extLst>
                    <a:ext uri="{FF2B5EF4-FFF2-40B4-BE49-F238E27FC236}">
                      <a16:creationId xmlns:a16="http://schemas.microsoft.com/office/drawing/2014/main" id="{695AD499-8E12-5F4D-B492-77637F16E768}"/>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9" name="Line 22">
                  <a:extLst>
                    <a:ext uri="{FF2B5EF4-FFF2-40B4-BE49-F238E27FC236}">
                      <a16:creationId xmlns:a16="http://schemas.microsoft.com/office/drawing/2014/main" id="{6D509BF4-A289-5848-B0EC-FF37900D6850}"/>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0" name="Line 23">
                  <a:extLst>
                    <a:ext uri="{FF2B5EF4-FFF2-40B4-BE49-F238E27FC236}">
                      <a16:creationId xmlns:a16="http://schemas.microsoft.com/office/drawing/2014/main" id="{77D1F46B-8487-0443-B204-6D39A32CACEB}"/>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4" name="Group 25">
                <a:extLst>
                  <a:ext uri="{FF2B5EF4-FFF2-40B4-BE49-F238E27FC236}">
                    <a16:creationId xmlns:a16="http://schemas.microsoft.com/office/drawing/2014/main" id="{8CC26DE9-2259-C249-BCBA-49FB43CFADBA}"/>
                  </a:ext>
                </a:extLst>
              </p:cNvPr>
              <p:cNvGrpSpPr>
                <a:grpSpLocks/>
              </p:cNvGrpSpPr>
              <p:nvPr/>
            </p:nvGrpSpPr>
            <p:grpSpPr bwMode="auto">
              <a:xfrm>
                <a:off x="2334" y="1173"/>
                <a:ext cx="288" cy="939"/>
                <a:chOff x="-60" y="1148"/>
                <a:chExt cx="168" cy="939"/>
              </a:xfrm>
            </p:grpSpPr>
            <p:sp>
              <p:nvSpPr>
                <p:cNvPr id="195" name="Line 26">
                  <a:extLst>
                    <a:ext uri="{FF2B5EF4-FFF2-40B4-BE49-F238E27FC236}">
                      <a16:creationId xmlns:a16="http://schemas.microsoft.com/office/drawing/2014/main" id="{CAC9505F-8DFC-D849-A39D-F3F19EF2D5FA}"/>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6" name="Line 27">
                  <a:extLst>
                    <a:ext uri="{FF2B5EF4-FFF2-40B4-BE49-F238E27FC236}">
                      <a16:creationId xmlns:a16="http://schemas.microsoft.com/office/drawing/2014/main" id="{55359C2D-B6B3-3344-987F-A1ADCD12D9F3}"/>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7" name="Line 28">
                  <a:extLst>
                    <a:ext uri="{FF2B5EF4-FFF2-40B4-BE49-F238E27FC236}">
                      <a16:creationId xmlns:a16="http://schemas.microsoft.com/office/drawing/2014/main" id="{5F30395D-D362-F345-A3BD-DBCBEAE6AE6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1" name="Group 30">
              <a:extLst>
                <a:ext uri="{FF2B5EF4-FFF2-40B4-BE49-F238E27FC236}">
                  <a16:creationId xmlns:a16="http://schemas.microsoft.com/office/drawing/2014/main" id="{87B52D43-752A-3147-8555-38567E7FADD6}"/>
                </a:ext>
              </a:extLst>
            </p:cNvPr>
            <p:cNvGrpSpPr>
              <a:grpSpLocks/>
            </p:cNvGrpSpPr>
            <p:nvPr/>
          </p:nvGrpSpPr>
          <p:grpSpPr bwMode="auto">
            <a:xfrm>
              <a:off x="3120" y="931"/>
              <a:ext cx="2099" cy="1356"/>
              <a:chOff x="523" y="976"/>
              <a:chExt cx="2099" cy="1356"/>
            </a:xfrm>
          </p:grpSpPr>
          <p:sp>
            <p:nvSpPr>
              <p:cNvPr id="133" name="Rectangle 31">
                <a:extLst>
                  <a:ext uri="{FF2B5EF4-FFF2-40B4-BE49-F238E27FC236}">
                    <a16:creationId xmlns:a16="http://schemas.microsoft.com/office/drawing/2014/main" id="{01131CB9-416C-BC46-84D2-855A2BA959F5}"/>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 name="Group 32">
                <a:extLst>
                  <a:ext uri="{FF2B5EF4-FFF2-40B4-BE49-F238E27FC236}">
                    <a16:creationId xmlns:a16="http://schemas.microsoft.com/office/drawing/2014/main" id="{A51BEB8E-CB78-6343-AB5B-0FAAD83DDB11}"/>
                  </a:ext>
                </a:extLst>
              </p:cNvPr>
              <p:cNvGrpSpPr>
                <a:grpSpLocks/>
              </p:cNvGrpSpPr>
              <p:nvPr/>
            </p:nvGrpSpPr>
            <p:grpSpPr bwMode="auto">
              <a:xfrm>
                <a:off x="804" y="997"/>
                <a:ext cx="249" cy="1295"/>
                <a:chOff x="748" y="997"/>
                <a:chExt cx="249" cy="1295"/>
              </a:xfrm>
            </p:grpSpPr>
            <p:sp>
              <p:nvSpPr>
                <p:cNvPr id="156" name="Rectangle 33">
                  <a:extLst>
                    <a:ext uri="{FF2B5EF4-FFF2-40B4-BE49-F238E27FC236}">
                      <a16:creationId xmlns:a16="http://schemas.microsoft.com/office/drawing/2014/main" id="{1D2E2A7A-D30D-664E-A612-0857B3D0E4B6}"/>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34">
                  <a:extLst>
                    <a:ext uri="{FF2B5EF4-FFF2-40B4-BE49-F238E27FC236}">
                      <a16:creationId xmlns:a16="http://schemas.microsoft.com/office/drawing/2014/main" id="{8E72E2CC-79B7-6543-BC67-FF039A8E2FDB}"/>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Rectangle 35">
                  <a:extLst>
                    <a:ext uri="{FF2B5EF4-FFF2-40B4-BE49-F238E27FC236}">
                      <a16:creationId xmlns:a16="http://schemas.microsoft.com/office/drawing/2014/main" id="{30FE5ACD-D95D-574F-9366-5EFC8A7E18FA}"/>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5" name="Group 36">
                <a:extLst>
                  <a:ext uri="{FF2B5EF4-FFF2-40B4-BE49-F238E27FC236}">
                    <a16:creationId xmlns:a16="http://schemas.microsoft.com/office/drawing/2014/main" id="{5C3DD79B-12CD-B541-8D50-5DBDCC7A6053}"/>
                  </a:ext>
                </a:extLst>
              </p:cNvPr>
              <p:cNvGrpSpPr>
                <a:grpSpLocks/>
              </p:cNvGrpSpPr>
              <p:nvPr/>
            </p:nvGrpSpPr>
            <p:grpSpPr bwMode="auto">
              <a:xfrm>
                <a:off x="2109" y="1002"/>
                <a:ext cx="249" cy="1295"/>
                <a:chOff x="748" y="997"/>
                <a:chExt cx="249" cy="1295"/>
              </a:xfrm>
            </p:grpSpPr>
            <p:sp>
              <p:nvSpPr>
                <p:cNvPr id="153" name="Rectangle 37">
                  <a:extLst>
                    <a:ext uri="{FF2B5EF4-FFF2-40B4-BE49-F238E27FC236}">
                      <a16:creationId xmlns:a16="http://schemas.microsoft.com/office/drawing/2014/main" id="{0D165B5C-42F0-7146-AA7F-E468E41E9976}"/>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Rectangle 38">
                  <a:extLst>
                    <a:ext uri="{FF2B5EF4-FFF2-40B4-BE49-F238E27FC236}">
                      <a16:creationId xmlns:a16="http://schemas.microsoft.com/office/drawing/2014/main" id="{75AA2AC8-0434-1D42-B745-912205EEB8FB}"/>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39">
                  <a:extLst>
                    <a:ext uri="{FF2B5EF4-FFF2-40B4-BE49-F238E27FC236}">
                      <a16:creationId xmlns:a16="http://schemas.microsoft.com/office/drawing/2014/main" id="{53CBA0BE-8E05-424B-B90D-1C4E2ED7296C}"/>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6" name="Line 40">
                <a:extLst>
                  <a:ext uri="{FF2B5EF4-FFF2-40B4-BE49-F238E27FC236}">
                    <a16:creationId xmlns:a16="http://schemas.microsoft.com/office/drawing/2014/main" id="{414D90B8-DEBE-B84E-92C6-CBB94C405FBA}"/>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Line 41">
                <a:extLst>
                  <a:ext uri="{FF2B5EF4-FFF2-40B4-BE49-F238E27FC236}">
                    <a16:creationId xmlns:a16="http://schemas.microsoft.com/office/drawing/2014/main" id="{193F439E-A0CB-BE4E-A767-399A338483CC}"/>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Line 42">
                <a:extLst>
                  <a:ext uri="{FF2B5EF4-FFF2-40B4-BE49-F238E27FC236}">
                    <a16:creationId xmlns:a16="http://schemas.microsoft.com/office/drawing/2014/main" id="{07DC5438-65CD-8040-9C95-EB788FCACA85}"/>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43">
                <a:extLst>
                  <a:ext uri="{FF2B5EF4-FFF2-40B4-BE49-F238E27FC236}">
                    <a16:creationId xmlns:a16="http://schemas.microsoft.com/office/drawing/2014/main" id="{EC6AC95C-A7B2-8D45-BDD7-51C70380F2E9}"/>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44">
                <a:extLst>
                  <a:ext uri="{FF2B5EF4-FFF2-40B4-BE49-F238E27FC236}">
                    <a16:creationId xmlns:a16="http://schemas.microsoft.com/office/drawing/2014/main" id="{391784A2-88F1-CF43-B836-438D26F35D99}"/>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45">
                <a:extLst>
                  <a:ext uri="{FF2B5EF4-FFF2-40B4-BE49-F238E27FC236}">
                    <a16:creationId xmlns:a16="http://schemas.microsoft.com/office/drawing/2014/main" id="{E4BF36D2-171F-B148-8431-04035400B2D1}"/>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 name="Group 46">
                <a:extLst>
                  <a:ext uri="{FF2B5EF4-FFF2-40B4-BE49-F238E27FC236}">
                    <a16:creationId xmlns:a16="http://schemas.microsoft.com/office/drawing/2014/main" id="{6A23E468-2FC0-D842-99E6-C85245510E21}"/>
                  </a:ext>
                </a:extLst>
              </p:cNvPr>
              <p:cNvGrpSpPr>
                <a:grpSpLocks/>
              </p:cNvGrpSpPr>
              <p:nvPr/>
            </p:nvGrpSpPr>
            <p:grpSpPr bwMode="auto">
              <a:xfrm>
                <a:off x="523" y="1169"/>
                <a:ext cx="288" cy="939"/>
                <a:chOff x="-60" y="1148"/>
                <a:chExt cx="168" cy="939"/>
              </a:xfrm>
            </p:grpSpPr>
            <p:sp>
              <p:nvSpPr>
                <p:cNvPr id="150" name="Line 47">
                  <a:extLst>
                    <a:ext uri="{FF2B5EF4-FFF2-40B4-BE49-F238E27FC236}">
                      <a16:creationId xmlns:a16="http://schemas.microsoft.com/office/drawing/2014/main" id="{46B8DCC8-C78E-5946-97FA-DF37A5D12279}"/>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48">
                  <a:extLst>
                    <a:ext uri="{FF2B5EF4-FFF2-40B4-BE49-F238E27FC236}">
                      <a16:creationId xmlns:a16="http://schemas.microsoft.com/office/drawing/2014/main" id="{CDDE8C10-BFA8-D045-BFE9-3D6F6089A748}"/>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Line 49">
                  <a:extLst>
                    <a:ext uri="{FF2B5EF4-FFF2-40B4-BE49-F238E27FC236}">
                      <a16:creationId xmlns:a16="http://schemas.microsoft.com/office/drawing/2014/main" id="{39539C18-A10C-DB44-A87D-DDBFE4B9A78C}"/>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6" name="Group 50">
                <a:extLst>
                  <a:ext uri="{FF2B5EF4-FFF2-40B4-BE49-F238E27FC236}">
                    <a16:creationId xmlns:a16="http://schemas.microsoft.com/office/drawing/2014/main" id="{C5C5F675-53F5-C345-BF7D-D175E0816F5D}"/>
                  </a:ext>
                </a:extLst>
              </p:cNvPr>
              <p:cNvGrpSpPr>
                <a:grpSpLocks/>
              </p:cNvGrpSpPr>
              <p:nvPr/>
            </p:nvGrpSpPr>
            <p:grpSpPr bwMode="auto">
              <a:xfrm>
                <a:off x="2334" y="1173"/>
                <a:ext cx="288" cy="939"/>
                <a:chOff x="-60" y="1148"/>
                <a:chExt cx="168" cy="939"/>
              </a:xfrm>
            </p:grpSpPr>
            <p:sp>
              <p:nvSpPr>
                <p:cNvPr id="147" name="Line 51">
                  <a:extLst>
                    <a:ext uri="{FF2B5EF4-FFF2-40B4-BE49-F238E27FC236}">
                      <a16:creationId xmlns:a16="http://schemas.microsoft.com/office/drawing/2014/main" id="{98C13E3B-D516-B947-BE59-93C8B104F33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Line 52">
                  <a:extLst>
                    <a:ext uri="{FF2B5EF4-FFF2-40B4-BE49-F238E27FC236}">
                      <a16:creationId xmlns:a16="http://schemas.microsoft.com/office/drawing/2014/main" id="{CE252363-458C-C941-BAB9-6BC53DD18A58}"/>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9" name="Line 53">
                  <a:extLst>
                    <a:ext uri="{FF2B5EF4-FFF2-40B4-BE49-F238E27FC236}">
                      <a16:creationId xmlns:a16="http://schemas.microsoft.com/office/drawing/2014/main" id="{D9F4BF94-F778-5040-8CC6-996F2BF703AE}"/>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12" name="Rectangle 54">
              <a:extLst>
                <a:ext uri="{FF2B5EF4-FFF2-40B4-BE49-F238E27FC236}">
                  <a16:creationId xmlns:a16="http://schemas.microsoft.com/office/drawing/2014/main" id="{6533D250-EDC5-4146-A678-D8717156F903}"/>
                </a:ext>
              </a:extLst>
            </p:cNvPr>
            <p:cNvSpPr>
              <a:spLocks noChangeArrowheads="1"/>
            </p:cNvSpPr>
            <p:nvPr/>
          </p:nvSpPr>
          <p:spPr bwMode="auto">
            <a:xfrm>
              <a:off x="1012" y="101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55">
              <a:extLst>
                <a:ext uri="{FF2B5EF4-FFF2-40B4-BE49-F238E27FC236}">
                  <a16:creationId xmlns:a16="http://schemas.microsoft.com/office/drawing/2014/main" id="{733150BE-256C-9945-B7EB-CAF89F9D7BA8}"/>
                </a:ext>
              </a:extLst>
            </p:cNvPr>
            <p:cNvSpPr>
              <a:spLocks noChangeArrowheads="1"/>
            </p:cNvSpPr>
            <p:nvPr/>
          </p:nvSpPr>
          <p:spPr bwMode="auto">
            <a:xfrm>
              <a:off x="1003" y="1494"/>
              <a:ext cx="175" cy="98"/>
            </a:xfrm>
            <a:prstGeom prst="rect">
              <a:avLst/>
            </a:prstGeom>
            <a:solidFill>
              <a:srgbClr val="0000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Rectangle 56">
              <a:extLst>
                <a:ext uri="{FF2B5EF4-FFF2-40B4-BE49-F238E27FC236}">
                  <a16:creationId xmlns:a16="http://schemas.microsoft.com/office/drawing/2014/main" id="{DCF223E2-6636-B042-B0AB-7F418AF1C068}"/>
                </a:ext>
              </a:extLst>
            </p:cNvPr>
            <p:cNvSpPr>
              <a:spLocks noChangeArrowheads="1"/>
            </p:cNvSpPr>
            <p:nvPr/>
          </p:nvSpPr>
          <p:spPr bwMode="auto">
            <a:xfrm>
              <a:off x="994" y="196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57">
              <a:extLst>
                <a:ext uri="{FF2B5EF4-FFF2-40B4-BE49-F238E27FC236}">
                  <a16:creationId xmlns:a16="http://schemas.microsoft.com/office/drawing/2014/main" id="{42A5E003-C01F-464E-BA40-0D2180E7A947}"/>
                </a:ext>
              </a:extLst>
            </p:cNvPr>
            <p:cNvSpPr>
              <a:spLocks noChangeArrowheads="1"/>
            </p:cNvSpPr>
            <p:nvPr/>
          </p:nvSpPr>
          <p:spPr bwMode="auto">
            <a:xfrm>
              <a:off x="764" y="1017"/>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58">
              <a:extLst>
                <a:ext uri="{FF2B5EF4-FFF2-40B4-BE49-F238E27FC236}">
                  <a16:creationId xmlns:a16="http://schemas.microsoft.com/office/drawing/2014/main" id="{AF8A4BDE-7DE0-5D4B-BAF3-25D6FE49F4C1}"/>
                </a:ext>
              </a:extLst>
            </p:cNvPr>
            <p:cNvSpPr>
              <a:spLocks noChangeArrowheads="1"/>
            </p:cNvSpPr>
            <p:nvPr/>
          </p:nvSpPr>
          <p:spPr bwMode="auto">
            <a:xfrm>
              <a:off x="760" y="1953"/>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Line 60">
              <a:extLst>
                <a:ext uri="{FF2B5EF4-FFF2-40B4-BE49-F238E27FC236}">
                  <a16:creationId xmlns:a16="http://schemas.microsoft.com/office/drawing/2014/main" id="{96A833D6-A794-2B49-A8B8-2E8C1DECA3C6}"/>
                </a:ext>
              </a:extLst>
            </p:cNvPr>
            <p:cNvSpPr>
              <a:spLocks noChangeShapeType="1"/>
            </p:cNvSpPr>
            <p:nvPr/>
          </p:nvSpPr>
          <p:spPr bwMode="auto">
            <a:xfrm>
              <a:off x="1215" y="1054"/>
              <a:ext cx="1026" cy="1"/>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62">
              <a:extLst>
                <a:ext uri="{FF2B5EF4-FFF2-40B4-BE49-F238E27FC236}">
                  <a16:creationId xmlns:a16="http://schemas.microsoft.com/office/drawing/2014/main" id="{7BD68626-6CAA-5243-9905-C91EECAD0D86}"/>
                </a:ext>
              </a:extLst>
            </p:cNvPr>
            <p:cNvSpPr>
              <a:spLocks/>
            </p:cNvSpPr>
            <p:nvPr/>
          </p:nvSpPr>
          <p:spPr bwMode="auto">
            <a:xfrm>
              <a:off x="1246" y="1285"/>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63">
              <a:extLst>
                <a:ext uri="{FF2B5EF4-FFF2-40B4-BE49-F238E27FC236}">
                  <a16:creationId xmlns:a16="http://schemas.microsoft.com/office/drawing/2014/main" id="{604F0A70-4585-C940-BDA5-31DD439A5158}"/>
                </a:ext>
              </a:extLst>
            </p:cNvPr>
            <p:cNvSpPr txBox="1">
              <a:spLocks noChangeArrowheads="1"/>
            </p:cNvSpPr>
            <p:nvPr/>
          </p:nvSpPr>
          <p:spPr bwMode="auto">
            <a:xfrm>
              <a:off x="933" y="2335"/>
              <a:ext cx="1549"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t>
              </a:r>
              <a:r>
                <a:rPr kumimoji="0" lang="en-US" altLang="en-US" sz="1800"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a:t>
              </a: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packets more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from input to output</a:t>
              </a:r>
              <a:endParaRPr kumimoji="0" lang="en-US" altLang="en-US" sz="1800"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0" name="Text Box 64">
              <a:extLst>
                <a:ext uri="{FF2B5EF4-FFF2-40B4-BE49-F238E27FC236}">
                  <a16:creationId xmlns:a16="http://schemas.microsoft.com/office/drawing/2014/main" id="{96BB623D-5AC2-324A-9F19-41604686D0B5}"/>
                </a:ext>
              </a:extLst>
            </p:cNvPr>
            <p:cNvSpPr txBox="1">
              <a:spLocks noChangeArrowheads="1"/>
            </p:cNvSpPr>
            <p:nvPr/>
          </p:nvSpPr>
          <p:spPr bwMode="auto">
            <a:xfrm>
              <a:off x="3354" y="2325"/>
              <a:ext cx="1549"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one packet time later</a:t>
              </a:r>
              <a:endParaRPr kumimoji="0" lang="en-US" altLang="en-US" sz="1800"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66">
              <a:extLst>
                <a:ext uri="{FF2B5EF4-FFF2-40B4-BE49-F238E27FC236}">
                  <a16:creationId xmlns:a16="http://schemas.microsoft.com/office/drawing/2014/main" id="{7BEE8A84-29FF-8A46-80DB-4C86D5CEDC5A}"/>
                </a:ext>
              </a:extLst>
            </p:cNvPr>
            <p:cNvSpPr txBox="1">
              <a:spLocks noChangeArrowheads="1"/>
            </p:cNvSpPr>
            <p:nvPr/>
          </p:nvSpPr>
          <p:spPr bwMode="auto">
            <a:xfrm>
              <a:off x="1488" y="1545"/>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2" name="Text Box 67">
              <a:extLst>
                <a:ext uri="{FF2B5EF4-FFF2-40B4-BE49-F238E27FC236}">
                  <a16:creationId xmlns:a16="http://schemas.microsoft.com/office/drawing/2014/main" id="{E29AC416-78AA-EF47-B951-CE10628CE883}"/>
                </a:ext>
              </a:extLst>
            </p:cNvPr>
            <p:cNvSpPr txBox="1">
              <a:spLocks noChangeArrowheads="1"/>
            </p:cNvSpPr>
            <p:nvPr/>
          </p:nvSpPr>
          <p:spPr bwMode="auto">
            <a:xfrm>
              <a:off x="3895" y="1479"/>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3" name="Rectangle 68">
              <a:extLst>
                <a:ext uri="{FF2B5EF4-FFF2-40B4-BE49-F238E27FC236}">
                  <a16:creationId xmlns:a16="http://schemas.microsoft.com/office/drawing/2014/main" id="{EBBED845-CC7D-A448-A26A-9D83004FB163}"/>
                </a:ext>
              </a:extLst>
            </p:cNvPr>
            <p:cNvSpPr>
              <a:spLocks noChangeArrowheads="1"/>
            </p:cNvSpPr>
            <p:nvPr/>
          </p:nvSpPr>
          <p:spPr bwMode="auto">
            <a:xfrm>
              <a:off x="4746" y="97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69">
              <a:extLst>
                <a:ext uri="{FF2B5EF4-FFF2-40B4-BE49-F238E27FC236}">
                  <a16:creationId xmlns:a16="http://schemas.microsoft.com/office/drawing/2014/main" id="{B9035B93-B30D-CE44-9DA1-9C70506C0C26}"/>
                </a:ext>
              </a:extLst>
            </p:cNvPr>
            <p:cNvSpPr>
              <a:spLocks noChangeArrowheads="1"/>
            </p:cNvSpPr>
            <p:nvPr/>
          </p:nvSpPr>
          <p:spPr bwMode="auto">
            <a:xfrm>
              <a:off x="4746" y="14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Rectangle 70">
              <a:extLst>
                <a:ext uri="{FF2B5EF4-FFF2-40B4-BE49-F238E27FC236}">
                  <a16:creationId xmlns:a16="http://schemas.microsoft.com/office/drawing/2014/main" id="{5810B19B-3BE7-A24D-B82A-414C00ADCFDD}"/>
                </a:ext>
              </a:extLst>
            </p:cNvPr>
            <p:cNvSpPr>
              <a:spLocks noChangeArrowheads="1"/>
            </p:cNvSpPr>
            <p:nvPr/>
          </p:nvSpPr>
          <p:spPr bwMode="auto">
            <a:xfrm>
              <a:off x="4743" y="109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Rectangle 71">
              <a:extLst>
                <a:ext uri="{FF2B5EF4-FFF2-40B4-BE49-F238E27FC236}">
                  <a16:creationId xmlns:a16="http://schemas.microsoft.com/office/drawing/2014/main" id="{6B5B1987-5B94-E443-9D49-E20CCF048D23}"/>
                </a:ext>
              </a:extLst>
            </p:cNvPr>
            <p:cNvSpPr>
              <a:spLocks noChangeArrowheads="1"/>
            </p:cNvSpPr>
            <p:nvPr/>
          </p:nvSpPr>
          <p:spPr bwMode="auto">
            <a:xfrm>
              <a:off x="3445" y="1001"/>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Rectangle 72">
              <a:extLst>
                <a:ext uri="{FF2B5EF4-FFF2-40B4-BE49-F238E27FC236}">
                  <a16:creationId xmlns:a16="http://schemas.microsoft.com/office/drawing/2014/main" id="{6534AE61-2C02-FF40-9B6B-17890769827B}"/>
                </a:ext>
              </a:extLst>
            </p:cNvPr>
            <p:cNvSpPr>
              <a:spLocks noChangeArrowheads="1"/>
            </p:cNvSpPr>
            <p:nvPr/>
          </p:nvSpPr>
          <p:spPr bwMode="auto">
            <a:xfrm>
              <a:off x="3434" y="1965"/>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Freeform 73">
              <a:extLst>
                <a:ext uri="{FF2B5EF4-FFF2-40B4-BE49-F238E27FC236}">
                  <a16:creationId xmlns:a16="http://schemas.microsoft.com/office/drawing/2014/main" id="{1E7AE224-FE87-FB4E-B36B-C15E6C5CA58C}"/>
                </a:ext>
              </a:extLst>
            </p:cNvPr>
            <p:cNvSpPr>
              <a:spLocks/>
            </p:cNvSpPr>
            <p:nvPr/>
          </p:nvSpPr>
          <p:spPr bwMode="auto">
            <a:xfrm>
              <a:off x="3682" y="1261"/>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Freeform 74">
              <a:extLst>
                <a:ext uri="{FF2B5EF4-FFF2-40B4-BE49-F238E27FC236}">
                  <a16:creationId xmlns:a16="http://schemas.microsoft.com/office/drawing/2014/main" id="{2CC15758-62B6-7548-9E59-821BE4E8E2DF}"/>
                </a:ext>
              </a:extLst>
            </p:cNvPr>
            <p:cNvSpPr>
              <a:spLocks/>
            </p:cNvSpPr>
            <p:nvPr/>
          </p:nvSpPr>
          <p:spPr bwMode="auto">
            <a:xfrm>
              <a:off x="3669" y="1051"/>
              <a:ext cx="988" cy="951"/>
            </a:xfrm>
            <a:custGeom>
              <a:avLst/>
              <a:gdLst>
                <a:gd name="T0" fmla="*/ 0 w 1002"/>
                <a:gd name="T1" fmla="*/ 29707 h 480"/>
                <a:gd name="T2" fmla="*/ 429 w 1002"/>
                <a:gd name="T3" fmla="*/ 0 h 480"/>
                <a:gd name="T4" fmla="*/ 822 w 1002"/>
                <a:gd name="T5" fmla="*/ 6892561 h 480"/>
                <a:gd name="T6" fmla="*/ 0 60000 65536"/>
                <a:gd name="T7" fmla="*/ 0 60000 65536"/>
                <a:gd name="T8" fmla="*/ 0 60000 65536"/>
                <a:gd name="T9" fmla="*/ 0 w 1002"/>
                <a:gd name="T10" fmla="*/ 0 h 480"/>
                <a:gd name="T11" fmla="*/ 1002 w 1002"/>
                <a:gd name="T12" fmla="*/ 480 h 480"/>
              </a:gdLst>
              <a:ahLst/>
              <a:cxnLst>
                <a:cxn ang="T6">
                  <a:pos x="T0" y="T1"/>
                </a:cxn>
                <a:cxn ang="T7">
                  <a:pos x="T2" y="T3"/>
                </a:cxn>
                <a:cxn ang="T8">
                  <a:pos x="T4" y="T5"/>
                </a:cxn>
              </a:cxnLst>
              <a:rect l="T9" t="T10" r="T11" b="T12"/>
              <a:pathLst>
                <a:path w="1002" h="480">
                  <a:moveTo>
                    <a:pt x="0" y="2"/>
                  </a:moveTo>
                  <a:lnTo>
                    <a:pt x="522" y="0"/>
                  </a:lnTo>
                  <a:lnTo>
                    <a:pt x="1002" y="480"/>
                  </a:lnTo>
                </a:path>
              </a:pathLst>
            </a:custGeom>
            <a:noFill/>
            <a:ln w="28575" cap="flat" cmpd="sng">
              <a:solidFill>
                <a:srgbClr val="008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75">
              <a:extLst>
                <a:ext uri="{FF2B5EF4-FFF2-40B4-BE49-F238E27FC236}">
                  <a16:creationId xmlns:a16="http://schemas.microsoft.com/office/drawing/2014/main" id="{44597880-5DB3-2847-9281-A57CE0DEB824}"/>
                </a:ext>
              </a:extLst>
            </p:cNvPr>
            <p:cNvSpPr>
              <a:spLocks noChangeShapeType="1"/>
            </p:cNvSpPr>
            <p:nvPr/>
          </p:nvSpPr>
          <p:spPr bwMode="auto">
            <a:xfrm>
              <a:off x="1208" y="1545"/>
              <a:ext cx="1012" cy="14"/>
            </a:xfrm>
            <a:prstGeom prst="line">
              <a:avLst/>
            </a:prstGeom>
            <a:noFill/>
            <a:ln w="28575">
              <a:solidFill>
                <a:srgbClr val="3333CC"/>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Rectangle 76">
              <a:extLst>
                <a:ext uri="{FF2B5EF4-FFF2-40B4-BE49-F238E27FC236}">
                  <a16:creationId xmlns:a16="http://schemas.microsoft.com/office/drawing/2014/main" id="{55AA31C1-E06E-3A4D-9D65-59BD27F99ABB}"/>
                </a:ext>
              </a:extLst>
            </p:cNvPr>
            <p:cNvSpPr>
              <a:spLocks noChangeArrowheads="1"/>
            </p:cNvSpPr>
            <p:nvPr/>
          </p:nvSpPr>
          <p:spPr bwMode="auto">
            <a:xfrm>
              <a:off x="550" y="1010"/>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Rectangle 77">
              <a:extLst>
                <a:ext uri="{FF2B5EF4-FFF2-40B4-BE49-F238E27FC236}">
                  <a16:creationId xmlns:a16="http://schemas.microsoft.com/office/drawing/2014/main" id="{57ED66FB-7C4E-D94C-9C1E-E868CE831114}"/>
                </a:ext>
              </a:extLst>
            </p:cNvPr>
            <p:cNvSpPr>
              <a:spLocks noChangeArrowheads="1"/>
            </p:cNvSpPr>
            <p:nvPr/>
          </p:nvSpPr>
          <p:spPr bwMode="auto">
            <a:xfrm>
              <a:off x="3194" y="9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7" name="Rectangle 3">
            <a:extLst>
              <a:ext uri="{FF2B5EF4-FFF2-40B4-BE49-F238E27FC236}">
                <a16:creationId xmlns:a16="http://schemas.microsoft.com/office/drawing/2014/main" id="{58037103-EAF8-5B49-9CFE-A0E92B794745}"/>
              </a:ext>
            </a:extLst>
          </p:cNvPr>
          <p:cNvSpPr txBox="1">
            <a:spLocks noChangeArrowheads="1"/>
          </p:cNvSpPr>
          <p:nvPr/>
        </p:nvSpPr>
        <p:spPr>
          <a:xfrm>
            <a:off x="900868" y="4672501"/>
            <a:ext cx="10057863" cy="17564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buffering when arrival rate via switch exceeds output line speed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queueing (delay) and loss due to output port buffer overflow!</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74" name="Slide Number Placeholder 4">
            <a:extLst>
              <a:ext uri="{FF2B5EF4-FFF2-40B4-BE49-F238E27FC236}">
                <a16:creationId xmlns:a16="http://schemas.microsoft.com/office/drawing/2014/main" id="{099ED71D-C4B2-544C-BD35-62F10A59E72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26</a:t>
            </a:fld>
            <a:endParaRPr lang="en-US" dirty="0"/>
          </a:p>
        </p:txBody>
      </p:sp>
    </p:spTree>
    <p:extLst>
      <p:ext uri="{BB962C8B-B14F-4D97-AF65-F5344CB8AC3E}">
        <p14:creationId xmlns:p14="http://schemas.microsoft.com/office/powerpoint/2010/main" val="380787929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2271198"/>
          </a:xfrm>
        </p:spPr>
        <p:txBody>
          <a:bodyPr/>
          <a:lstStyle/>
          <a:p>
            <a:r>
              <a:rPr lang="en-US" altLang="en-US" dirty="0">
                <a:ea typeface="ＭＳ Ｐゴシック" panose="020B0600070205080204" pitchFamily="34" charset="-128"/>
                <a:cs typeface="ＭＳ Ｐゴシック" panose="020B0600070205080204" pitchFamily="34" charset="-128"/>
              </a:rPr>
              <a:t>RFC 3439 rule of thumb: average buffering equal to “t</a:t>
            </a:r>
            <a:r>
              <a:rPr lang="en-US" altLang="ja-JP" dirty="0">
                <a:ea typeface="ＭＳ Ｐゴシック" panose="020B0600070205080204" pitchFamily="34" charset="-128"/>
                <a:cs typeface="ＭＳ Ｐゴシック" panose="020B0600070205080204" pitchFamily="34" charset="-128"/>
              </a:rPr>
              <a:t>ypical” RTT (say 250 </a:t>
            </a:r>
            <a:r>
              <a:rPr lang="en-US" altLang="ja-JP" dirty="0" err="1">
                <a:ea typeface="ＭＳ Ｐゴシック" panose="020B0600070205080204" pitchFamily="34" charset="-128"/>
                <a:cs typeface="ＭＳ Ｐゴシック" panose="020B0600070205080204" pitchFamily="34" charset="-128"/>
              </a:rPr>
              <a:t>msec</a:t>
            </a:r>
            <a:r>
              <a:rPr lang="en-US" altLang="ja-JP" dirty="0">
                <a:ea typeface="ＭＳ Ｐゴシック" panose="020B0600070205080204" pitchFamily="34" charset="-128"/>
                <a:cs typeface="ＭＳ Ｐゴシック" panose="020B0600070205080204" pitchFamily="34" charset="-128"/>
              </a:rPr>
              <a:t>) times link capacity C</a:t>
            </a:r>
          </a:p>
          <a:p>
            <a:pPr lvl="1"/>
            <a:r>
              <a:rPr lang="en-US" altLang="en-US" dirty="0">
                <a:ea typeface="ＭＳ Ｐゴシック" panose="020B0600070205080204" pitchFamily="34" charset="-128"/>
              </a:rPr>
              <a:t>e.g., C = 10 Gbps link: 2.5 Gbit buffer</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How much buffering?</a:t>
            </a:r>
          </a:p>
        </p:txBody>
      </p:sp>
      <p:sp>
        <p:nvSpPr>
          <p:cNvPr id="148" name="Content Placeholder 1">
            <a:extLst>
              <a:ext uri="{FF2B5EF4-FFF2-40B4-BE49-F238E27FC236}">
                <a16:creationId xmlns:a16="http://schemas.microsoft.com/office/drawing/2014/main" id="{2CA89C76-C02B-504D-B49F-6A8F0BD48BEC}"/>
              </a:ext>
            </a:extLst>
          </p:cNvPr>
          <p:cNvSpPr txBox="1">
            <a:spLocks/>
          </p:cNvSpPr>
          <p:nvPr/>
        </p:nvSpPr>
        <p:spPr>
          <a:xfrm>
            <a:off x="878059" y="4169460"/>
            <a:ext cx="10515600" cy="2271198"/>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but</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too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much buffering can increase delays (particularly in home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long RTTs: poor performance for </a:t>
            </a:r>
            <a:r>
              <a:rPr kumimoji="0" lang="en-US" altLang="en-US" sz="26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realtime</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apps, sluggish TCP response </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recall delay-based congestion control: “keep bottleneck link just full enough (busy) but no fuller”</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91B9736C-A88D-A145-96CB-206C67EEEE9F}"/>
              </a:ext>
            </a:extLst>
          </p:cNvPr>
          <p:cNvGrpSpPr/>
          <p:nvPr/>
        </p:nvGrpSpPr>
        <p:grpSpPr>
          <a:xfrm>
            <a:off x="878057" y="2664217"/>
            <a:ext cx="10515600" cy="1389648"/>
            <a:chOff x="878057" y="2664217"/>
            <a:chExt cx="10515600" cy="1389648"/>
          </a:xfrm>
        </p:grpSpPr>
        <p:grpSp>
          <p:nvGrpSpPr>
            <p:cNvPr id="142" name="Group 9">
              <a:extLst>
                <a:ext uri="{FF2B5EF4-FFF2-40B4-BE49-F238E27FC236}">
                  <a16:creationId xmlns:a16="http://schemas.microsoft.com/office/drawing/2014/main" id="{2DAF3F0B-494F-9244-AC25-13EA4696851F}"/>
                </a:ext>
              </a:extLst>
            </p:cNvPr>
            <p:cNvGrpSpPr>
              <a:grpSpLocks/>
            </p:cNvGrpSpPr>
            <p:nvPr/>
          </p:nvGrpSpPr>
          <p:grpSpPr bwMode="auto">
            <a:xfrm>
              <a:off x="4293797" y="2944202"/>
              <a:ext cx="1165225" cy="1109663"/>
              <a:chOff x="1923" y="2801"/>
              <a:chExt cx="734" cy="699"/>
            </a:xfrm>
          </p:grpSpPr>
          <p:sp>
            <p:nvSpPr>
              <p:cNvPr id="143" name="Text Box 4">
                <a:extLst>
                  <a:ext uri="{FF2B5EF4-FFF2-40B4-BE49-F238E27FC236}">
                    <a16:creationId xmlns:a16="http://schemas.microsoft.com/office/drawing/2014/main" id="{D468D38D-B0DA-1E42-B890-97301180D7BB}"/>
                  </a:ext>
                </a:extLst>
              </p:cNvPr>
              <p:cNvSpPr txBox="1">
                <a:spLocks noChangeArrowheads="1"/>
              </p:cNvSpPr>
              <p:nvPr/>
            </p:nvSpPr>
            <p:spPr bwMode="auto">
              <a:xfrm>
                <a:off x="1923" y="2918"/>
                <a:ext cx="73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RTT  C</a:t>
                </a:r>
              </a:p>
            </p:txBody>
          </p:sp>
          <p:sp>
            <p:nvSpPr>
              <p:cNvPr id="144" name="Text Box 5">
                <a:extLst>
                  <a:ext uri="{FF2B5EF4-FFF2-40B4-BE49-F238E27FC236}">
                    <a16:creationId xmlns:a16="http://schemas.microsoft.com/office/drawing/2014/main" id="{3DD845BD-5B68-2C4C-8E91-9B4EA7D971D6}"/>
                  </a:ext>
                </a:extLst>
              </p:cNvPr>
              <p:cNvSpPr txBox="1">
                <a:spLocks noChangeArrowheads="1"/>
              </p:cNvSpPr>
              <p:nvPr/>
            </p:nvSpPr>
            <p:spPr bwMode="auto">
              <a:xfrm>
                <a:off x="2309" y="2801"/>
                <a:ext cx="187"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145" name="Line 6">
                <a:extLst>
                  <a:ext uri="{FF2B5EF4-FFF2-40B4-BE49-F238E27FC236}">
                    <a16:creationId xmlns:a16="http://schemas.microsoft.com/office/drawing/2014/main" id="{28A40C80-3092-494A-950C-50BA83F18E8D}"/>
                  </a:ext>
                </a:extLst>
              </p:cNvPr>
              <p:cNvSpPr>
                <a:spLocks noChangeShapeType="1"/>
              </p:cNvSpPr>
              <p:nvPr/>
            </p:nvSpPr>
            <p:spPr bwMode="auto">
              <a:xfrm>
                <a:off x="1929" y="3168"/>
                <a:ext cx="61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 name="Text Box 7">
                <a:extLst>
                  <a:ext uri="{FF2B5EF4-FFF2-40B4-BE49-F238E27FC236}">
                    <a16:creationId xmlns:a16="http://schemas.microsoft.com/office/drawing/2014/main" id="{ED21B194-B55C-DD42-A639-87FACAF4BD7E}"/>
                  </a:ext>
                </a:extLst>
              </p:cNvPr>
              <p:cNvSpPr txBox="1">
                <a:spLocks noChangeArrowheads="1"/>
              </p:cNvSpPr>
              <p:nvPr/>
            </p:nvSpPr>
            <p:spPr bwMode="auto">
              <a:xfrm>
                <a:off x="2091" y="3212"/>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N</a:t>
                </a:r>
              </a:p>
            </p:txBody>
          </p:sp>
          <p:sp>
            <p:nvSpPr>
              <p:cNvPr id="147" name="Freeform 8">
                <a:extLst>
                  <a:ext uri="{FF2B5EF4-FFF2-40B4-BE49-F238E27FC236}">
                    <a16:creationId xmlns:a16="http://schemas.microsoft.com/office/drawing/2014/main" id="{B791CD56-53AF-5C4F-AE98-C6C005B2209B}"/>
                  </a:ext>
                </a:extLst>
              </p:cNvPr>
              <p:cNvSpPr>
                <a:spLocks/>
              </p:cNvSpPr>
              <p:nvPr/>
            </p:nvSpPr>
            <p:spPr bwMode="auto">
              <a:xfrm>
                <a:off x="2062" y="3218"/>
                <a:ext cx="279" cy="209"/>
              </a:xfrm>
              <a:custGeom>
                <a:avLst/>
                <a:gdLst>
                  <a:gd name="T0" fmla="*/ 0 w 279"/>
                  <a:gd name="T1" fmla="*/ 148 h 209"/>
                  <a:gd name="T2" fmla="*/ 26 w 279"/>
                  <a:gd name="T3" fmla="*/ 105 h 209"/>
                  <a:gd name="T4" fmla="*/ 44 w 279"/>
                  <a:gd name="T5" fmla="*/ 209 h 209"/>
                  <a:gd name="T6" fmla="*/ 61 w 279"/>
                  <a:gd name="T7" fmla="*/ 0 h 209"/>
                  <a:gd name="T8" fmla="*/ 279 w 279"/>
                  <a:gd name="T9" fmla="*/ 0 h 209"/>
                  <a:gd name="T10" fmla="*/ 0 60000 65536"/>
                  <a:gd name="T11" fmla="*/ 0 60000 65536"/>
                  <a:gd name="T12" fmla="*/ 0 60000 65536"/>
                  <a:gd name="T13" fmla="*/ 0 60000 65536"/>
                  <a:gd name="T14" fmla="*/ 0 60000 65536"/>
                  <a:gd name="T15" fmla="*/ 0 w 279"/>
                  <a:gd name="T16" fmla="*/ 0 h 209"/>
                  <a:gd name="T17" fmla="*/ 279 w 279"/>
                  <a:gd name="T18" fmla="*/ 209 h 209"/>
                </a:gdLst>
                <a:ahLst/>
                <a:cxnLst>
                  <a:cxn ang="T10">
                    <a:pos x="T0" y="T1"/>
                  </a:cxn>
                  <a:cxn ang="T11">
                    <a:pos x="T2" y="T3"/>
                  </a:cxn>
                  <a:cxn ang="T12">
                    <a:pos x="T4" y="T5"/>
                  </a:cxn>
                  <a:cxn ang="T13">
                    <a:pos x="T6" y="T7"/>
                  </a:cxn>
                  <a:cxn ang="T14">
                    <a:pos x="T8" y="T9"/>
                  </a:cxn>
                </a:cxnLst>
                <a:rect l="T15" t="T16" r="T17" b="T18"/>
                <a:pathLst>
                  <a:path w="279" h="209">
                    <a:moveTo>
                      <a:pt x="0" y="148"/>
                    </a:moveTo>
                    <a:lnTo>
                      <a:pt x="26" y="105"/>
                    </a:lnTo>
                    <a:lnTo>
                      <a:pt x="44" y="209"/>
                    </a:lnTo>
                    <a:lnTo>
                      <a:pt x="61" y="0"/>
                    </a:lnTo>
                    <a:lnTo>
                      <a:pt x="279" y="0"/>
                    </a:ln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 name="Content Placeholder 1">
              <a:extLst>
                <a:ext uri="{FF2B5EF4-FFF2-40B4-BE49-F238E27FC236}">
                  <a16:creationId xmlns:a16="http://schemas.microsoft.com/office/drawing/2014/main" id="{5BBE41F3-9B62-C74C-886C-86AA7C91E933}"/>
                </a:ext>
              </a:extLst>
            </p:cNvPr>
            <p:cNvSpPr txBox="1">
              <a:spLocks/>
            </p:cNvSpPr>
            <p:nvPr/>
          </p:nvSpPr>
          <p:spPr>
            <a:xfrm>
              <a:off x="878057" y="2664217"/>
              <a:ext cx="10515600" cy="768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more recent recommendation: with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flows, buffering equal to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4">
            <a:extLst>
              <a:ext uri="{FF2B5EF4-FFF2-40B4-BE49-F238E27FC236}">
                <a16:creationId xmlns:a16="http://schemas.microsoft.com/office/drawing/2014/main" id="{36346C65-A8AA-B548-AA18-D79860782BC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27</a:t>
            </a:fld>
            <a:endParaRPr lang="en-US" dirty="0"/>
          </a:p>
        </p:txBody>
      </p:sp>
    </p:spTree>
    <p:extLst>
      <p:ext uri="{BB962C8B-B14F-4D97-AF65-F5344CB8AC3E}">
        <p14:creationId xmlns:p14="http://schemas.microsoft.com/office/powerpoint/2010/main" val="219929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8"/>
                                        </p:tgtEl>
                                        <p:attrNameLst>
                                          <p:attrName>style.visibility</p:attrName>
                                        </p:attrNameLst>
                                      </p:cBhvr>
                                      <p:to>
                                        <p:strVal val="visible"/>
                                      </p:to>
                                    </p:set>
                                    <p:animEffect transition="in" filter="dissolve">
                                      <p:cBhvr>
                                        <p:cTn id="12"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Buffer Management</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54018" y="1463040"/>
            <a:ext cx="4966481" cy="50091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buffer management: </a:t>
            </a:r>
          </a:p>
          <a:p>
            <a:pPr marL="295275" marR="0" lvl="0" indent="-2825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which packet to add, drop when buffers are full</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tail 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 arriving packet</a:t>
            </a: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priority: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drop/remove on priority basis</a:t>
            </a:r>
          </a:p>
        </p:txBody>
      </p:sp>
      <p:sp>
        <p:nvSpPr>
          <p:cNvPr id="35" name="Rectangle 5">
            <a:extLst>
              <a:ext uri="{FF2B5EF4-FFF2-40B4-BE49-F238E27FC236}">
                <a16:creationId xmlns:a16="http://schemas.microsoft.com/office/drawing/2014/main" id="{6B5E77BE-663D-0C4F-B1A0-4FE84A5853BA}"/>
              </a:ext>
            </a:extLst>
          </p:cNvPr>
          <p:cNvSpPr>
            <a:spLocks noChangeArrowheads="1"/>
          </p:cNvSpPr>
          <p:nvPr/>
        </p:nvSpPr>
        <p:spPr bwMode="auto">
          <a:xfrm>
            <a:off x="1367869" y="1895285"/>
            <a:ext cx="3509501" cy="1819532"/>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 name="Rectangle 6">
            <a:extLst>
              <a:ext uri="{FF2B5EF4-FFF2-40B4-BE49-F238E27FC236}">
                <a16:creationId xmlns:a16="http://schemas.microsoft.com/office/drawing/2014/main" id="{5BE02A94-EF22-BA42-86FA-86D884A8ECBC}"/>
              </a:ext>
            </a:extLst>
          </p:cNvPr>
          <p:cNvSpPr>
            <a:spLocks noChangeArrowheads="1"/>
          </p:cNvSpPr>
          <p:nvPr/>
        </p:nvSpPr>
        <p:spPr bwMode="auto">
          <a:xfrm>
            <a:off x="3816974" y="2504234"/>
            <a:ext cx="974671" cy="621068"/>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 name="Rectangle 7">
            <a:extLst>
              <a:ext uri="{FF2B5EF4-FFF2-40B4-BE49-F238E27FC236}">
                <a16:creationId xmlns:a16="http://schemas.microsoft.com/office/drawing/2014/main" id="{2D2F95B6-E152-904F-9434-1185BAD6C22E}"/>
              </a:ext>
            </a:extLst>
          </p:cNvPr>
          <p:cNvSpPr>
            <a:spLocks noChangeArrowheads="1"/>
          </p:cNvSpPr>
          <p:nvPr/>
        </p:nvSpPr>
        <p:spPr bwMode="auto">
          <a:xfrm>
            <a:off x="2719466" y="2266379"/>
            <a:ext cx="965806" cy="1100138"/>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 name="Line 10">
            <a:extLst>
              <a:ext uri="{FF2B5EF4-FFF2-40B4-BE49-F238E27FC236}">
                <a16:creationId xmlns:a16="http://schemas.microsoft.com/office/drawing/2014/main" id="{1C5F0AC7-43BC-C54D-9EC4-226334C8420D}"/>
              </a:ext>
            </a:extLst>
          </p:cNvPr>
          <p:cNvSpPr>
            <a:spLocks noChangeShapeType="1"/>
          </p:cNvSpPr>
          <p:nvPr/>
        </p:nvSpPr>
        <p:spPr bwMode="auto">
          <a:xfrm>
            <a:off x="2570471" y="2839629"/>
            <a:ext cx="159637" cy="14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 name="Line 11">
            <a:extLst>
              <a:ext uri="{FF2B5EF4-FFF2-40B4-BE49-F238E27FC236}">
                <a16:creationId xmlns:a16="http://schemas.microsoft.com/office/drawing/2014/main" id="{1D5DD4EA-D05C-D747-B223-1017B318E553}"/>
              </a:ext>
            </a:extLst>
          </p:cNvPr>
          <p:cNvSpPr>
            <a:spLocks noChangeShapeType="1"/>
          </p:cNvSpPr>
          <p:nvPr/>
        </p:nvSpPr>
        <p:spPr bwMode="auto">
          <a:xfrm>
            <a:off x="3687933" y="2834779"/>
            <a:ext cx="159637" cy="14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Rectangle 13">
            <a:extLst>
              <a:ext uri="{FF2B5EF4-FFF2-40B4-BE49-F238E27FC236}">
                <a16:creationId xmlns:a16="http://schemas.microsoft.com/office/drawing/2014/main" id="{B95717F2-1515-C143-9500-6A8B8FCE180F}"/>
              </a:ext>
            </a:extLst>
          </p:cNvPr>
          <p:cNvSpPr>
            <a:spLocks noChangeArrowheads="1"/>
          </p:cNvSpPr>
          <p:nvPr/>
        </p:nvSpPr>
        <p:spPr bwMode="auto">
          <a:xfrm>
            <a:off x="2747403" y="2416579"/>
            <a:ext cx="884657"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42" name="Rectangle 16">
            <a:extLst>
              <a:ext uri="{FF2B5EF4-FFF2-40B4-BE49-F238E27FC236}">
                <a16:creationId xmlns:a16="http://schemas.microsoft.com/office/drawing/2014/main" id="{DC955E5A-0AAE-9941-B8FE-125514F714AF}"/>
              </a:ext>
            </a:extLst>
          </p:cNvPr>
          <p:cNvSpPr>
            <a:spLocks noChangeArrowheads="1"/>
          </p:cNvSpPr>
          <p:nvPr/>
        </p:nvSpPr>
        <p:spPr bwMode="auto">
          <a:xfrm>
            <a:off x="332969" y="2208898"/>
            <a:ext cx="884658"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fabric</a:t>
            </a:r>
          </a:p>
        </p:txBody>
      </p:sp>
      <p:grpSp>
        <p:nvGrpSpPr>
          <p:cNvPr id="43" name="Group 28">
            <a:extLst>
              <a:ext uri="{FF2B5EF4-FFF2-40B4-BE49-F238E27FC236}">
                <a16:creationId xmlns:a16="http://schemas.microsoft.com/office/drawing/2014/main" id="{A1443F96-0F63-DB42-8E29-A8625BB994E0}"/>
              </a:ext>
            </a:extLst>
          </p:cNvPr>
          <p:cNvGrpSpPr>
            <a:grpSpLocks/>
          </p:cNvGrpSpPr>
          <p:nvPr/>
        </p:nvGrpSpPr>
        <p:grpSpPr bwMode="auto">
          <a:xfrm>
            <a:off x="1431729" y="2004504"/>
            <a:ext cx="1187971" cy="1614085"/>
            <a:chOff x="3132" y="858"/>
            <a:chExt cx="893" cy="1085"/>
          </a:xfrm>
        </p:grpSpPr>
        <p:sp>
          <p:nvSpPr>
            <p:cNvPr id="46" name="Rectangle 8">
              <a:extLst>
                <a:ext uri="{FF2B5EF4-FFF2-40B4-BE49-F238E27FC236}">
                  <a16:creationId xmlns:a16="http://schemas.microsoft.com/office/drawing/2014/main" id="{2FD0FF32-9B37-DC42-BD62-F82282C0088F}"/>
                </a:ext>
              </a:extLst>
            </p:cNvPr>
            <p:cNvSpPr>
              <a:spLocks noChangeArrowheads="1"/>
            </p:cNvSpPr>
            <p:nvPr/>
          </p:nvSpPr>
          <p:spPr bwMode="auto">
            <a:xfrm>
              <a:off x="3180" y="858"/>
              <a:ext cx="786" cy="1085"/>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 name="Text Box 14">
              <a:extLst>
                <a:ext uri="{FF2B5EF4-FFF2-40B4-BE49-F238E27FC236}">
                  <a16:creationId xmlns:a16="http://schemas.microsoft.com/office/drawing/2014/main" id="{A704393B-C1D3-CB4A-8942-0AB0E7633A09}"/>
                </a:ext>
              </a:extLst>
            </p:cNvPr>
            <p:cNvSpPr txBox="1">
              <a:spLocks noChangeArrowheads="1"/>
            </p:cNvSpPr>
            <p:nvPr/>
          </p:nvSpPr>
          <p:spPr bwMode="auto">
            <a:xfrm>
              <a:off x="3132" y="883"/>
              <a:ext cx="893" cy="1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scheduling</a:t>
              </a:r>
            </a:p>
          </p:txBody>
        </p:sp>
        <p:grpSp>
          <p:nvGrpSpPr>
            <p:cNvPr id="48" name="Group 17">
              <a:extLst>
                <a:ext uri="{FF2B5EF4-FFF2-40B4-BE49-F238E27FC236}">
                  <a16:creationId xmlns:a16="http://schemas.microsoft.com/office/drawing/2014/main" id="{B0E03F2B-4025-F443-AE90-5D044032C12D}"/>
                </a:ext>
              </a:extLst>
            </p:cNvPr>
            <p:cNvGrpSpPr>
              <a:grpSpLocks/>
            </p:cNvGrpSpPr>
            <p:nvPr/>
          </p:nvGrpSpPr>
          <p:grpSpPr bwMode="auto">
            <a:xfrm>
              <a:off x="3260" y="1299"/>
              <a:ext cx="626" cy="295"/>
              <a:chOff x="310" y="3526"/>
              <a:chExt cx="1040" cy="457"/>
            </a:xfrm>
          </p:grpSpPr>
          <p:sp>
            <p:nvSpPr>
              <p:cNvPr id="49" name="Rectangle 18">
                <a:extLst>
                  <a:ext uri="{FF2B5EF4-FFF2-40B4-BE49-F238E27FC236}">
                    <a16:creationId xmlns:a16="http://schemas.microsoft.com/office/drawing/2014/main" id="{ECEBB9A5-BC44-7043-875E-41F36660919C}"/>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9">
                <a:extLst>
                  <a:ext uri="{FF2B5EF4-FFF2-40B4-BE49-F238E27FC236}">
                    <a16:creationId xmlns:a16="http://schemas.microsoft.com/office/drawing/2014/main" id="{0A2D0D25-7A9A-AF43-8C67-18BD8B549BC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20">
                <a:extLst>
                  <a:ext uri="{FF2B5EF4-FFF2-40B4-BE49-F238E27FC236}">
                    <a16:creationId xmlns:a16="http://schemas.microsoft.com/office/drawing/2014/main" id="{0A801491-494C-F54C-A6E4-4E7C15631E9F}"/>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Line 21">
                <a:extLst>
                  <a:ext uri="{FF2B5EF4-FFF2-40B4-BE49-F238E27FC236}">
                    <a16:creationId xmlns:a16="http://schemas.microsoft.com/office/drawing/2014/main" id="{EC499DCF-CBA3-D343-8D13-1CA6F6FC0192}"/>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Line 22">
                <a:extLst>
                  <a:ext uri="{FF2B5EF4-FFF2-40B4-BE49-F238E27FC236}">
                    <a16:creationId xmlns:a16="http://schemas.microsoft.com/office/drawing/2014/main" id="{9FA94699-4903-B14C-BACD-94E12E020CAE}"/>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Line 23">
                <a:extLst>
                  <a:ext uri="{FF2B5EF4-FFF2-40B4-BE49-F238E27FC236}">
                    <a16:creationId xmlns:a16="http://schemas.microsoft.com/office/drawing/2014/main" id="{F25A4708-C3C6-F343-8219-9A6897A31DC8}"/>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Line 24">
                <a:extLst>
                  <a:ext uri="{FF2B5EF4-FFF2-40B4-BE49-F238E27FC236}">
                    <a16:creationId xmlns:a16="http://schemas.microsoft.com/office/drawing/2014/main" id="{5DE5701B-9777-304C-B2CF-4C1C0765E127}"/>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Line 25">
                <a:extLst>
                  <a:ext uri="{FF2B5EF4-FFF2-40B4-BE49-F238E27FC236}">
                    <a16:creationId xmlns:a16="http://schemas.microsoft.com/office/drawing/2014/main" id="{1B0F3E17-7114-524E-9BCB-69561687E2A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26">
                <a:extLst>
                  <a:ext uri="{FF2B5EF4-FFF2-40B4-BE49-F238E27FC236}">
                    <a16:creationId xmlns:a16="http://schemas.microsoft.com/office/drawing/2014/main" id="{953EF77C-6D4A-2047-A707-DF4184E0097C}"/>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4" name="Line 27">
            <a:extLst>
              <a:ext uri="{FF2B5EF4-FFF2-40B4-BE49-F238E27FC236}">
                <a16:creationId xmlns:a16="http://schemas.microsoft.com/office/drawing/2014/main" id="{40C964AE-48AA-2546-9EF3-698E815B66B6}"/>
              </a:ext>
            </a:extLst>
          </p:cNvPr>
          <p:cNvSpPr>
            <a:spLocks noChangeShapeType="1"/>
          </p:cNvSpPr>
          <p:nvPr/>
        </p:nvSpPr>
        <p:spPr bwMode="auto">
          <a:xfrm>
            <a:off x="1105881" y="1811700"/>
            <a:ext cx="9312" cy="2057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93D857D3-E505-7948-820C-1A4B1683F87A}"/>
              </a:ext>
            </a:extLst>
          </p:cNvPr>
          <p:cNvSpPr>
            <a:spLocks noChangeShapeType="1"/>
          </p:cNvSpPr>
          <p:nvPr/>
        </p:nvSpPr>
        <p:spPr bwMode="auto">
          <a:xfrm flipV="1">
            <a:off x="1099229" y="2826268"/>
            <a:ext cx="415247"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8" name="Straight Arrow Connector 57">
            <a:extLst>
              <a:ext uri="{FF2B5EF4-FFF2-40B4-BE49-F238E27FC236}">
                <a16:creationId xmlns:a16="http://schemas.microsoft.com/office/drawing/2014/main" id="{2DDA7F7E-A362-2A4C-9951-2964302A9536}"/>
              </a:ext>
            </a:extLst>
          </p:cNvPr>
          <p:cNvCxnSpPr/>
          <p:nvPr/>
        </p:nvCxnSpPr>
        <p:spPr>
          <a:xfrm>
            <a:off x="4802005" y="2800351"/>
            <a:ext cx="442913"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Content Placeholder 1">
            <a:extLst>
              <a:ext uri="{FF2B5EF4-FFF2-40B4-BE49-F238E27FC236}">
                <a16:creationId xmlns:a16="http://schemas.microsoft.com/office/drawing/2014/main" id="{F62DD4C0-CD1D-4043-9713-C43AC793D144}"/>
              </a:ext>
            </a:extLst>
          </p:cNvPr>
          <p:cNvSpPr txBox="1">
            <a:spLocks/>
          </p:cNvSpPr>
          <p:nvPr/>
        </p:nvSpPr>
        <p:spPr>
          <a:xfrm>
            <a:off x="6549241" y="4457354"/>
            <a:ext cx="4966481" cy="121348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Gill Sans MT" panose="020B0502020104020203" pitchFamily="34" charset="77"/>
                <a:cs typeface="Gill Sans MT" panose="020B0502020104020203" pitchFamily="34" charset="77"/>
              </a:rPr>
              <a:t>marking: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which packets to mark to signal congestion (ECN, RED)</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66" name="TextBox 65">
            <a:extLst>
              <a:ext uri="{FF2B5EF4-FFF2-40B4-BE49-F238E27FC236}">
                <a16:creationId xmlns:a16="http://schemas.microsoft.com/office/drawing/2014/main" id="{3F4CC885-8054-8F48-8989-F712B0D1A976}"/>
              </a:ext>
            </a:extLst>
          </p:cNvPr>
          <p:cNvSpPr txBox="1"/>
          <p:nvPr/>
        </p:nvSpPr>
        <p:spPr>
          <a:xfrm>
            <a:off x="4854633" y="237744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nvGrpSpPr>
          <p:cNvPr id="70" name="Group 69">
            <a:extLst>
              <a:ext uri="{FF2B5EF4-FFF2-40B4-BE49-F238E27FC236}">
                <a16:creationId xmlns:a16="http://schemas.microsoft.com/office/drawing/2014/main" id="{073AFBDE-85D6-DF4F-AC50-8DAEBAB4402B}"/>
              </a:ext>
            </a:extLst>
          </p:cNvPr>
          <p:cNvGrpSpPr/>
          <p:nvPr/>
        </p:nvGrpSpPr>
        <p:grpSpPr>
          <a:xfrm>
            <a:off x="913621" y="4556937"/>
            <a:ext cx="4335126" cy="1693461"/>
            <a:chOff x="614363" y="4257679"/>
            <a:chExt cx="4335126" cy="1693461"/>
          </a:xfrm>
        </p:grpSpPr>
        <p:grpSp>
          <p:nvGrpSpPr>
            <p:cNvPr id="71" name="Group 70">
              <a:extLst>
                <a:ext uri="{FF2B5EF4-FFF2-40B4-BE49-F238E27FC236}">
                  <a16:creationId xmlns:a16="http://schemas.microsoft.com/office/drawing/2014/main" id="{2CDEC7D0-D38A-B14D-BA1B-5BBB43FFCC01}"/>
                </a:ext>
              </a:extLst>
            </p:cNvPr>
            <p:cNvGrpSpPr/>
            <p:nvPr/>
          </p:nvGrpSpPr>
          <p:grpSpPr>
            <a:xfrm>
              <a:off x="614363" y="4257679"/>
              <a:ext cx="4335126" cy="1693461"/>
              <a:chOff x="614363" y="4257679"/>
              <a:chExt cx="4335126" cy="1693461"/>
            </a:xfrm>
          </p:grpSpPr>
          <p:grpSp>
            <p:nvGrpSpPr>
              <p:cNvPr id="73" name="Group 25">
                <a:extLst>
                  <a:ext uri="{FF2B5EF4-FFF2-40B4-BE49-F238E27FC236}">
                    <a16:creationId xmlns:a16="http://schemas.microsoft.com/office/drawing/2014/main" id="{FE6D6529-7A75-4F43-A99B-35E9F160B5F3}"/>
                  </a:ext>
                </a:extLst>
              </p:cNvPr>
              <p:cNvGrpSpPr>
                <a:grpSpLocks/>
              </p:cNvGrpSpPr>
              <p:nvPr/>
            </p:nvGrpSpPr>
            <p:grpSpPr bwMode="auto">
              <a:xfrm>
                <a:off x="1468086" y="4855765"/>
                <a:ext cx="939800" cy="565150"/>
                <a:chOff x="1670312" y="2562997"/>
                <a:chExt cx="940317" cy="565219"/>
              </a:xfrm>
            </p:grpSpPr>
            <p:grpSp>
              <p:nvGrpSpPr>
                <p:cNvPr id="83" name="Group 28">
                  <a:extLst>
                    <a:ext uri="{FF2B5EF4-FFF2-40B4-BE49-F238E27FC236}">
                      <a16:creationId xmlns:a16="http://schemas.microsoft.com/office/drawing/2014/main" id="{02B7209E-6CC9-9C4C-89B8-A67F8E1E9FEB}"/>
                    </a:ext>
                  </a:extLst>
                </p:cNvPr>
                <p:cNvGrpSpPr>
                  <a:grpSpLocks/>
                </p:cNvGrpSpPr>
                <p:nvPr/>
              </p:nvGrpSpPr>
              <p:grpSpPr bwMode="auto">
                <a:xfrm>
                  <a:off x="1670312" y="2562997"/>
                  <a:ext cx="929822" cy="565219"/>
                  <a:chOff x="1670312" y="2562997"/>
                  <a:chExt cx="929822" cy="565219"/>
                </a:xfrm>
              </p:grpSpPr>
              <p:sp>
                <p:nvSpPr>
                  <p:cNvPr id="85" name="Rectangle 30">
                    <a:extLst>
                      <a:ext uri="{FF2B5EF4-FFF2-40B4-BE49-F238E27FC236}">
                        <a16:creationId xmlns:a16="http://schemas.microsoft.com/office/drawing/2014/main" id="{102A1B2D-9D16-2543-A7D1-261D2C71A845}"/>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86" name="Straight Connector 31">
                    <a:extLst>
                      <a:ext uri="{FF2B5EF4-FFF2-40B4-BE49-F238E27FC236}">
                        <a16:creationId xmlns:a16="http://schemas.microsoft.com/office/drawing/2014/main" id="{03AD5D40-7908-4044-9CAD-591F661655C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7" name="Straight Connector 32">
                    <a:extLst>
                      <a:ext uri="{FF2B5EF4-FFF2-40B4-BE49-F238E27FC236}">
                        <a16:creationId xmlns:a16="http://schemas.microsoft.com/office/drawing/2014/main" id="{494E554E-CB70-0547-8421-0D7A028BD933}"/>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8" name="Straight Connector 33">
                    <a:extLst>
                      <a:ext uri="{FF2B5EF4-FFF2-40B4-BE49-F238E27FC236}">
                        <a16:creationId xmlns:a16="http://schemas.microsoft.com/office/drawing/2014/main" id="{85A011C5-9EB7-B54C-AD8B-3660552BBB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Straight Connector 34">
                    <a:extLst>
                      <a:ext uri="{FF2B5EF4-FFF2-40B4-BE49-F238E27FC236}">
                        <a16:creationId xmlns:a16="http://schemas.microsoft.com/office/drawing/2014/main" id="{BE660910-036D-8449-BD07-43DD83740A9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0" name="Straight Connector 35">
                    <a:extLst>
                      <a:ext uri="{FF2B5EF4-FFF2-40B4-BE49-F238E27FC236}">
                        <a16:creationId xmlns:a16="http://schemas.microsoft.com/office/drawing/2014/main" id="{9D787DC4-0C12-1641-AF5A-00DF7041D95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1" name="Straight Connector 36">
                    <a:extLst>
                      <a:ext uri="{FF2B5EF4-FFF2-40B4-BE49-F238E27FC236}">
                        <a16:creationId xmlns:a16="http://schemas.microsoft.com/office/drawing/2014/main" id="{AA98298F-12EA-D942-AFB9-39CA8127980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Straight Connector 37">
                    <a:extLst>
                      <a:ext uri="{FF2B5EF4-FFF2-40B4-BE49-F238E27FC236}">
                        <a16:creationId xmlns:a16="http://schemas.microsoft.com/office/drawing/2014/main" id="{28C77B82-2F36-224F-BF89-5D58C0B0C510}"/>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84" name="Rectangle 29">
                  <a:extLst>
                    <a:ext uri="{FF2B5EF4-FFF2-40B4-BE49-F238E27FC236}">
                      <a16:creationId xmlns:a16="http://schemas.microsoft.com/office/drawing/2014/main" id="{54C06F40-EED0-194E-87D3-8843B65B486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74" name="Oval 27">
                <a:extLst>
                  <a:ext uri="{FF2B5EF4-FFF2-40B4-BE49-F238E27FC236}">
                    <a16:creationId xmlns:a16="http://schemas.microsoft.com/office/drawing/2014/main" id="{88894E86-5D38-724F-AEB2-14B330E1B0FF}"/>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5" name="Straight Arrow Connector 11">
                <a:extLst>
                  <a:ext uri="{FF2B5EF4-FFF2-40B4-BE49-F238E27FC236}">
                    <a16:creationId xmlns:a16="http://schemas.microsoft.com/office/drawing/2014/main" id="{7774AB2A-B674-A84B-A92A-6D330DB7E91C}"/>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6" name="TextBox 17">
                <a:extLst>
                  <a:ext uri="{FF2B5EF4-FFF2-40B4-BE49-F238E27FC236}">
                    <a16:creationId xmlns:a16="http://schemas.microsoft.com/office/drawing/2014/main" id="{383BCE6D-C3CB-9445-A36E-C64D23505E9F}"/>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77" name="TextBox 18">
                <a:extLst>
                  <a:ext uri="{FF2B5EF4-FFF2-40B4-BE49-F238E27FC236}">
                    <a16:creationId xmlns:a16="http://schemas.microsoft.com/office/drawing/2014/main" id="{B9632A3F-08F4-F34D-9B01-65C1C39E7FDA}"/>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78" name="Straight Arrow Connector 20">
                <a:extLst>
                  <a:ext uri="{FF2B5EF4-FFF2-40B4-BE49-F238E27FC236}">
                    <a16:creationId xmlns:a16="http://schemas.microsoft.com/office/drawing/2014/main" id="{A18FE320-429D-9F4A-9A73-5875C7A7E138}"/>
                  </a:ext>
                </a:extLst>
              </p:cNvPr>
              <p:cNvCxnSpPr>
                <a:cxnSpLocks noChangeShapeType="1"/>
                <a:stCxn id="74"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9" name="TextBox 22">
                <a:extLst>
                  <a:ext uri="{FF2B5EF4-FFF2-40B4-BE49-F238E27FC236}">
                    <a16:creationId xmlns:a16="http://schemas.microsoft.com/office/drawing/2014/main" id="{C1334E5E-01E5-254F-B7A3-E48EE0CFE51A}"/>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80" name="TextBox 23">
                <a:extLst>
                  <a:ext uri="{FF2B5EF4-FFF2-40B4-BE49-F238E27FC236}">
                    <a16:creationId xmlns:a16="http://schemas.microsoft.com/office/drawing/2014/main" id="{31BC3B67-5DA1-9544-B795-15A9B552C119}"/>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81" name="Straight Arrow Connector 52">
                <a:extLst>
                  <a:ext uri="{FF2B5EF4-FFF2-40B4-BE49-F238E27FC236}">
                    <a16:creationId xmlns:a16="http://schemas.microsoft.com/office/drawing/2014/main" id="{8FF19B42-73E6-7849-809B-12D65C1C5785}"/>
                  </a:ext>
                </a:extLst>
              </p:cNvPr>
              <p:cNvCxnSpPr>
                <a:cxnSpLocks noChangeShapeType="1"/>
                <a:stCxn id="84" idx="3"/>
                <a:endCxn id="74"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2" name="TextBox 81">
                <a:extLst>
                  <a:ext uri="{FF2B5EF4-FFF2-40B4-BE49-F238E27FC236}">
                    <a16:creationId xmlns:a16="http://schemas.microsoft.com/office/drawing/2014/main" id="{944E60FD-B5CB-CC4D-AC70-2DCAC39480B1}"/>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72" name="TextBox 71">
              <a:extLst>
                <a:ext uri="{FF2B5EF4-FFF2-40B4-BE49-F238E27FC236}">
                  <a16:creationId xmlns:a16="http://schemas.microsoft.com/office/drawing/2014/main" id="{685E3C43-4CAD-2D4C-9E17-3A20CAFBD251}"/>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59" name="Slide Number Placeholder 4">
            <a:extLst>
              <a:ext uri="{FF2B5EF4-FFF2-40B4-BE49-F238E27FC236}">
                <a16:creationId xmlns:a16="http://schemas.microsoft.com/office/drawing/2014/main" id="{778C1AFB-D815-9341-BB0F-77D1377752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28</a:t>
            </a:fld>
            <a:endParaRPr lang="en-US" dirty="0"/>
          </a:p>
        </p:txBody>
      </p:sp>
    </p:spTree>
    <p:extLst>
      <p:ext uri="{BB962C8B-B14F-4D97-AF65-F5344CB8AC3E}">
        <p14:creationId xmlns:p14="http://schemas.microsoft.com/office/powerpoint/2010/main" val="3458835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65"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3776441"/>
          </a:xfrm>
        </p:spPr>
        <p:txBody>
          <a:bodyPr>
            <a:normAutofit/>
          </a:bodyPr>
          <a:lstStyle/>
          <a:p>
            <a:pPr marL="130175" indent="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packet scheduling: </a:t>
            </a:r>
            <a:r>
              <a:rPr lang="en-US" altLang="en-US" dirty="0">
                <a:ea typeface="ＭＳ Ｐゴシック" panose="020B0600070205080204" pitchFamily="34" charset="-128"/>
                <a:cs typeface="ＭＳ Ｐゴシック" panose="020B0600070205080204" pitchFamily="34" charset="-128"/>
              </a:rPr>
              <a:t>deciding which packet to send next on link</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first come, first served</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priority</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round robin</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weighted fair queueing</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Packet Scheduling: FCFS</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82593" y="1534478"/>
            <a:ext cx="4966481" cy="32782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FCFS: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packets transmitted in order of arrival to output port</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also known as: First-in-first-out (FIFO) </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real world examples?</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grpSp>
        <p:nvGrpSpPr>
          <p:cNvPr id="55" name="Group 54">
            <a:extLst>
              <a:ext uri="{FF2B5EF4-FFF2-40B4-BE49-F238E27FC236}">
                <a16:creationId xmlns:a16="http://schemas.microsoft.com/office/drawing/2014/main" id="{2A80F58A-5FC4-4446-97BA-771F9109F896}"/>
              </a:ext>
            </a:extLst>
          </p:cNvPr>
          <p:cNvGrpSpPr/>
          <p:nvPr/>
        </p:nvGrpSpPr>
        <p:grpSpPr>
          <a:xfrm>
            <a:off x="913621" y="4556937"/>
            <a:ext cx="4335126" cy="1693461"/>
            <a:chOff x="614363" y="4257679"/>
            <a:chExt cx="4335126" cy="1693461"/>
          </a:xfrm>
        </p:grpSpPr>
        <p:grpSp>
          <p:nvGrpSpPr>
            <p:cNvPr id="56" name="Group 55">
              <a:extLst>
                <a:ext uri="{FF2B5EF4-FFF2-40B4-BE49-F238E27FC236}">
                  <a16:creationId xmlns:a16="http://schemas.microsoft.com/office/drawing/2014/main" id="{17FAEAF2-1BE5-E148-A0DA-4AEE65AAA49F}"/>
                </a:ext>
              </a:extLst>
            </p:cNvPr>
            <p:cNvGrpSpPr/>
            <p:nvPr/>
          </p:nvGrpSpPr>
          <p:grpSpPr>
            <a:xfrm>
              <a:off x="614363" y="4257679"/>
              <a:ext cx="4335126" cy="1693461"/>
              <a:chOff x="614363" y="4257679"/>
              <a:chExt cx="4335126" cy="1693461"/>
            </a:xfrm>
          </p:grpSpPr>
          <p:grpSp>
            <p:nvGrpSpPr>
              <p:cNvPr id="58" name="Group 25">
                <a:extLst>
                  <a:ext uri="{FF2B5EF4-FFF2-40B4-BE49-F238E27FC236}">
                    <a16:creationId xmlns:a16="http://schemas.microsoft.com/office/drawing/2014/main" id="{0CB0EC2A-B069-6B46-8D32-DC40F3C2AF4C}"/>
                  </a:ext>
                </a:extLst>
              </p:cNvPr>
              <p:cNvGrpSpPr>
                <a:grpSpLocks/>
              </p:cNvGrpSpPr>
              <p:nvPr/>
            </p:nvGrpSpPr>
            <p:grpSpPr bwMode="auto">
              <a:xfrm>
                <a:off x="1468086" y="4855765"/>
                <a:ext cx="939800" cy="565150"/>
                <a:chOff x="1670312" y="2562997"/>
                <a:chExt cx="940317" cy="565219"/>
              </a:xfrm>
            </p:grpSpPr>
            <p:grpSp>
              <p:nvGrpSpPr>
                <p:cNvPr id="68" name="Group 28">
                  <a:extLst>
                    <a:ext uri="{FF2B5EF4-FFF2-40B4-BE49-F238E27FC236}">
                      <a16:creationId xmlns:a16="http://schemas.microsoft.com/office/drawing/2014/main" id="{11F93012-070C-1E41-8EAA-D3A75FBA071D}"/>
                    </a:ext>
                  </a:extLst>
                </p:cNvPr>
                <p:cNvGrpSpPr>
                  <a:grpSpLocks/>
                </p:cNvGrpSpPr>
                <p:nvPr/>
              </p:nvGrpSpPr>
              <p:grpSpPr bwMode="auto">
                <a:xfrm>
                  <a:off x="1670312" y="2562997"/>
                  <a:ext cx="929822" cy="565219"/>
                  <a:chOff x="1670312" y="2562997"/>
                  <a:chExt cx="929822" cy="565219"/>
                </a:xfrm>
              </p:grpSpPr>
              <p:sp>
                <p:nvSpPr>
                  <p:cNvPr id="70" name="Rectangle 30">
                    <a:extLst>
                      <a:ext uri="{FF2B5EF4-FFF2-40B4-BE49-F238E27FC236}">
                        <a16:creationId xmlns:a16="http://schemas.microsoft.com/office/drawing/2014/main" id="{2C75C2B8-AB3B-554D-A4AA-E3F2E23815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1" name="Straight Connector 31">
                    <a:extLst>
                      <a:ext uri="{FF2B5EF4-FFF2-40B4-BE49-F238E27FC236}">
                        <a16:creationId xmlns:a16="http://schemas.microsoft.com/office/drawing/2014/main" id="{2469B9C6-CD94-934E-BB88-E141D725DD0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Straight Connector 32">
                    <a:extLst>
                      <a:ext uri="{FF2B5EF4-FFF2-40B4-BE49-F238E27FC236}">
                        <a16:creationId xmlns:a16="http://schemas.microsoft.com/office/drawing/2014/main" id="{D41E5CD4-400E-0B42-B2C4-7F0943E95E18}"/>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 name="Straight Connector 33">
                    <a:extLst>
                      <a:ext uri="{FF2B5EF4-FFF2-40B4-BE49-F238E27FC236}">
                        <a16:creationId xmlns:a16="http://schemas.microsoft.com/office/drawing/2014/main" id="{769D9546-407D-5F4E-BC92-364EAE5E6250}"/>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4" name="Straight Connector 34">
                    <a:extLst>
                      <a:ext uri="{FF2B5EF4-FFF2-40B4-BE49-F238E27FC236}">
                        <a16:creationId xmlns:a16="http://schemas.microsoft.com/office/drawing/2014/main" id="{52462C09-D78E-CC40-B1F0-0347630F0CF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35">
                    <a:extLst>
                      <a:ext uri="{FF2B5EF4-FFF2-40B4-BE49-F238E27FC236}">
                        <a16:creationId xmlns:a16="http://schemas.microsoft.com/office/drawing/2014/main" id="{FD9FBF90-862D-6243-88A8-943C60AE7D1B}"/>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6" name="Straight Connector 36">
                    <a:extLst>
                      <a:ext uri="{FF2B5EF4-FFF2-40B4-BE49-F238E27FC236}">
                        <a16:creationId xmlns:a16="http://schemas.microsoft.com/office/drawing/2014/main" id="{45A88AAC-9044-E54F-9F98-99B835630E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Straight Connector 37">
                    <a:extLst>
                      <a:ext uri="{FF2B5EF4-FFF2-40B4-BE49-F238E27FC236}">
                        <a16:creationId xmlns:a16="http://schemas.microsoft.com/office/drawing/2014/main" id="{F7F08E2E-320E-534E-B4AC-B12B9C339E2C}"/>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9" name="Rectangle 29">
                  <a:extLst>
                    <a:ext uri="{FF2B5EF4-FFF2-40B4-BE49-F238E27FC236}">
                      <a16:creationId xmlns:a16="http://schemas.microsoft.com/office/drawing/2014/main" id="{36D9872C-F8E2-8A4A-A047-D6478C5BB5AE}"/>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9" name="Oval 27">
                <a:extLst>
                  <a:ext uri="{FF2B5EF4-FFF2-40B4-BE49-F238E27FC236}">
                    <a16:creationId xmlns:a16="http://schemas.microsoft.com/office/drawing/2014/main" id="{A7CE2ECE-11DE-5544-931E-410A4A566BE5}"/>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60" name="Straight Arrow Connector 11">
                <a:extLst>
                  <a:ext uri="{FF2B5EF4-FFF2-40B4-BE49-F238E27FC236}">
                    <a16:creationId xmlns:a16="http://schemas.microsoft.com/office/drawing/2014/main" id="{DCF1BAC9-E12A-E841-BA7A-C9C0DD83BD55}"/>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 name="TextBox 17">
                <a:extLst>
                  <a:ext uri="{FF2B5EF4-FFF2-40B4-BE49-F238E27FC236}">
                    <a16:creationId xmlns:a16="http://schemas.microsoft.com/office/drawing/2014/main" id="{5E49E137-F477-F348-8FE7-4ABBE8FDFE56}"/>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62" name="TextBox 18">
                <a:extLst>
                  <a:ext uri="{FF2B5EF4-FFF2-40B4-BE49-F238E27FC236}">
                    <a16:creationId xmlns:a16="http://schemas.microsoft.com/office/drawing/2014/main" id="{6D64E906-2FAC-AA42-95D2-E76C2336B78F}"/>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63" name="Straight Arrow Connector 20">
                <a:extLst>
                  <a:ext uri="{FF2B5EF4-FFF2-40B4-BE49-F238E27FC236}">
                    <a16:creationId xmlns:a16="http://schemas.microsoft.com/office/drawing/2014/main" id="{F6675473-30B9-304E-A212-FF495FFE1685}"/>
                  </a:ext>
                </a:extLst>
              </p:cNvPr>
              <p:cNvCxnSpPr>
                <a:cxnSpLocks noChangeShapeType="1"/>
                <a:stCxn id="59"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4" name="TextBox 22">
                <a:extLst>
                  <a:ext uri="{FF2B5EF4-FFF2-40B4-BE49-F238E27FC236}">
                    <a16:creationId xmlns:a16="http://schemas.microsoft.com/office/drawing/2014/main" id="{C87172FA-C0F3-774D-9F69-A237EEE6F006}"/>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65" name="TextBox 23">
                <a:extLst>
                  <a:ext uri="{FF2B5EF4-FFF2-40B4-BE49-F238E27FC236}">
                    <a16:creationId xmlns:a16="http://schemas.microsoft.com/office/drawing/2014/main" id="{0134756B-A86E-554E-99E5-B8473445445C}"/>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66" name="Straight Arrow Connector 52">
                <a:extLst>
                  <a:ext uri="{FF2B5EF4-FFF2-40B4-BE49-F238E27FC236}">
                    <a16:creationId xmlns:a16="http://schemas.microsoft.com/office/drawing/2014/main" id="{E0FA1304-B707-A043-AED3-3B49BD5DCCBF}"/>
                  </a:ext>
                </a:extLst>
              </p:cNvPr>
              <p:cNvCxnSpPr>
                <a:cxnSpLocks noChangeShapeType="1"/>
                <a:stCxn id="69" idx="3"/>
                <a:endCxn id="59"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a:extLst>
                  <a:ext uri="{FF2B5EF4-FFF2-40B4-BE49-F238E27FC236}">
                    <a16:creationId xmlns:a16="http://schemas.microsoft.com/office/drawing/2014/main" id="{BEBA214F-B9F2-CF47-81A7-CD7118A326B6}"/>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57" name="TextBox 56">
              <a:extLst>
                <a:ext uri="{FF2B5EF4-FFF2-40B4-BE49-F238E27FC236}">
                  <a16:creationId xmlns:a16="http://schemas.microsoft.com/office/drawing/2014/main" id="{7ACC4285-D642-A34C-B0E5-42C38A2C1EBF}"/>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28" name="Slide Number Placeholder 4">
            <a:extLst>
              <a:ext uri="{FF2B5EF4-FFF2-40B4-BE49-F238E27FC236}">
                <a16:creationId xmlns:a16="http://schemas.microsoft.com/office/drawing/2014/main" id="{91E817A0-66D3-8C45-8001-AAAD30C6483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29</a:t>
            </a:fld>
            <a:endParaRPr lang="en-US" dirty="0"/>
          </a:p>
        </p:txBody>
      </p:sp>
    </p:spTree>
    <p:extLst>
      <p:ext uri="{BB962C8B-B14F-4D97-AF65-F5344CB8AC3E}">
        <p14:creationId xmlns:p14="http://schemas.microsoft.com/office/powerpoint/2010/main" val="325180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2681171"/>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Priority scheduling: </a:t>
            </a:r>
          </a:p>
          <a:p>
            <a:pPr marL="515938" indent="-277813"/>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priority</a:t>
            </a:r>
            <a:endParaRPr lang="en-US" dirty="0"/>
          </a:p>
        </p:txBody>
      </p:sp>
      <p:grpSp>
        <p:nvGrpSpPr>
          <p:cNvPr id="172" name="Group 25">
            <a:extLst>
              <a:ext uri="{FF2B5EF4-FFF2-40B4-BE49-F238E27FC236}">
                <a16:creationId xmlns:a16="http://schemas.microsoft.com/office/drawing/2014/main" id="{D29AA7AB-4B29-484B-B16E-5A0377B37697}"/>
              </a:ext>
            </a:extLst>
          </p:cNvPr>
          <p:cNvGrpSpPr>
            <a:grpSpLocks/>
          </p:cNvGrpSpPr>
          <p:nvPr/>
        </p:nvGrpSpPr>
        <p:grpSpPr bwMode="auto">
          <a:xfrm>
            <a:off x="8435655" y="2539998"/>
            <a:ext cx="932498" cy="580347"/>
            <a:chOff x="1670312" y="2557567"/>
            <a:chExt cx="932470" cy="580220"/>
          </a:xfrm>
        </p:grpSpPr>
        <p:sp>
          <p:nvSpPr>
            <p:cNvPr id="187" name="Rectangle 186">
              <a:extLst>
                <a:ext uri="{FF2B5EF4-FFF2-40B4-BE49-F238E27FC236}">
                  <a16:creationId xmlns:a16="http://schemas.microsoft.com/office/drawing/2014/main" id="{4F27A407-CAD2-654D-B519-29624580BA51}"/>
                </a:ext>
              </a:extLst>
            </p:cNvPr>
            <p:cNvSpPr/>
            <p:nvPr/>
          </p:nvSpPr>
          <p:spPr>
            <a:xfrm>
              <a:off x="2254738" y="2557567"/>
              <a:ext cx="348044" cy="580220"/>
            </a:xfrm>
            <a:prstGeom prst="rect">
              <a:avLst/>
            </a:prstGeom>
            <a:solidFill>
              <a:srgbClr val="00B050"/>
            </a:solidFill>
            <a:ln w="15875">
              <a:noFill/>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ＭＳ Ｐゴシック" charset="0"/>
              </a:endParaRPr>
            </a:p>
          </p:txBody>
        </p:sp>
        <p:grpSp>
          <p:nvGrpSpPr>
            <p:cNvPr id="186" name="Group 39">
              <a:extLst>
                <a:ext uri="{FF2B5EF4-FFF2-40B4-BE49-F238E27FC236}">
                  <a16:creationId xmlns:a16="http://schemas.microsoft.com/office/drawing/2014/main" id="{1F49319F-C1B9-5448-8932-EDC4FDA07A8F}"/>
                </a:ext>
              </a:extLst>
            </p:cNvPr>
            <p:cNvGrpSpPr>
              <a:grpSpLocks/>
            </p:cNvGrpSpPr>
            <p:nvPr/>
          </p:nvGrpSpPr>
          <p:grpSpPr bwMode="auto">
            <a:xfrm>
              <a:off x="1670312" y="2562997"/>
              <a:ext cx="929822" cy="565219"/>
              <a:chOff x="1670312" y="2562997"/>
              <a:chExt cx="929822" cy="565219"/>
            </a:xfrm>
          </p:grpSpPr>
          <p:sp>
            <p:nvSpPr>
              <p:cNvPr id="188" name="Rectangle 41">
                <a:extLst>
                  <a:ext uri="{FF2B5EF4-FFF2-40B4-BE49-F238E27FC236}">
                    <a16:creationId xmlns:a16="http://schemas.microsoft.com/office/drawing/2014/main" id="{419B0B07-E14F-574A-A6D3-5EF2081F5CE8}"/>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89" name="Straight Connector 42">
                <a:extLst>
                  <a:ext uri="{FF2B5EF4-FFF2-40B4-BE49-F238E27FC236}">
                    <a16:creationId xmlns:a16="http://schemas.microsoft.com/office/drawing/2014/main" id="{092A6E7E-73F6-2849-B5B2-C6955AC9F6F4}"/>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0" name="Straight Connector 43">
                <a:extLst>
                  <a:ext uri="{FF2B5EF4-FFF2-40B4-BE49-F238E27FC236}">
                    <a16:creationId xmlns:a16="http://schemas.microsoft.com/office/drawing/2014/main" id="{80314DF4-FA34-A749-807A-6B5E4D9827CF}"/>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1" name="Straight Connector 44">
                <a:extLst>
                  <a:ext uri="{FF2B5EF4-FFF2-40B4-BE49-F238E27FC236}">
                    <a16:creationId xmlns:a16="http://schemas.microsoft.com/office/drawing/2014/main" id="{151DE241-B625-BC49-B4B6-56DFF1F4858F}"/>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2" name="Straight Connector 45">
                <a:extLst>
                  <a:ext uri="{FF2B5EF4-FFF2-40B4-BE49-F238E27FC236}">
                    <a16:creationId xmlns:a16="http://schemas.microsoft.com/office/drawing/2014/main" id="{DAA11CD9-3EF6-6548-909A-06733C388099}"/>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3" name="Straight Connector 46">
                <a:extLst>
                  <a:ext uri="{FF2B5EF4-FFF2-40B4-BE49-F238E27FC236}">
                    <a16:creationId xmlns:a16="http://schemas.microsoft.com/office/drawing/2014/main" id="{AECF307B-27BA-2244-B46E-31F0A1B4522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4" name="Straight Connector 47">
                <a:extLst>
                  <a:ext uri="{FF2B5EF4-FFF2-40B4-BE49-F238E27FC236}">
                    <a16:creationId xmlns:a16="http://schemas.microsoft.com/office/drawing/2014/main" id="{ED8A1684-6836-3741-B33E-B3955A845CEC}"/>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5" name="Straight Connector 48">
                <a:extLst>
                  <a:ext uri="{FF2B5EF4-FFF2-40B4-BE49-F238E27FC236}">
                    <a16:creationId xmlns:a16="http://schemas.microsoft.com/office/drawing/2014/main" id="{2EDC3350-9B5F-E74E-96B1-C12522F74AD5}"/>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3" name="Group 26">
            <a:extLst>
              <a:ext uri="{FF2B5EF4-FFF2-40B4-BE49-F238E27FC236}">
                <a16:creationId xmlns:a16="http://schemas.microsoft.com/office/drawing/2014/main" id="{EBCAE18E-9192-9743-9EDB-C1BF166860C5}"/>
              </a:ext>
            </a:extLst>
          </p:cNvPr>
          <p:cNvGrpSpPr>
            <a:grpSpLocks/>
          </p:cNvGrpSpPr>
          <p:nvPr/>
        </p:nvGrpSpPr>
        <p:grpSpPr bwMode="auto">
          <a:xfrm>
            <a:off x="8402535" y="1868555"/>
            <a:ext cx="940346" cy="566869"/>
            <a:chOff x="1670312" y="2561471"/>
            <a:chExt cx="940317" cy="566745"/>
          </a:xfrm>
          <a:effectLst>
            <a:outerShdw blurRad="50800" dist="38100" dir="2700000" algn="tl" rotWithShape="0">
              <a:prstClr val="black">
                <a:alpha val="40000"/>
              </a:prstClr>
            </a:outerShdw>
          </a:effectLst>
        </p:grpSpPr>
        <p:sp>
          <p:nvSpPr>
            <p:cNvPr id="177" name="Rectangle 30">
              <a:extLst>
                <a:ext uri="{FF2B5EF4-FFF2-40B4-BE49-F238E27FC236}">
                  <a16:creationId xmlns:a16="http://schemas.microsoft.com/office/drawing/2014/main" id="{1EC31351-D048-AB4C-9597-34C78CD4271E}"/>
                </a:ext>
              </a:extLst>
            </p:cNvPr>
            <p:cNvSpPr>
              <a:spLocks noChangeArrowheads="1"/>
            </p:cNvSpPr>
            <p:nvPr/>
          </p:nvSpPr>
          <p:spPr bwMode="auto">
            <a:xfrm>
              <a:off x="1916862" y="2561471"/>
              <a:ext cx="693767" cy="561283"/>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9">
              <a:extLst>
                <a:ext uri="{FF2B5EF4-FFF2-40B4-BE49-F238E27FC236}">
                  <a16:creationId xmlns:a16="http://schemas.microsoft.com/office/drawing/2014/main" id="{C9195E19-089C-0F4A-A590-A8DFCA59B1DB}"/>
                </a:ext>
              </a:extLst>
            </p:cNvPr>
            <p:cNvGrpSpPr>
              <a:grpSpLocks/>
            </p:cNvGrpSpPr>
            <p:nvPr/>
          </p:nvGrpSpPr>
          <p:grpSpPr bwMode="auto">
            <a:xfrm>
              <a:off x="1670312" y="2562997"/>
              <a:ext cx="929822" cy="565219"/>
              <a:chOff x="1670312" y="2562997"/>
              <a:chExt cx="929822" cy="565219"/>
            </a:xfrm>
          </p:grpSpPr>
          <p:sp>
            <p:nvSpPr>
              <p:cNvPr id="178" name="Rectangle 31">
                <a:extLst>
                  <a:ext uri="{FF2B5EF4-FFF2-40B4-BE49-F238E27FC236}">
                    <a16:creationId xmlns:a16="http://schemas.microsoft.com/office/drawing/2014/main" id="{4601C83D-8525-6C46-A5A1-282E20FBCA00}"/>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79" name="Straight Connector 32">
                <a:extLst>
                  <a:ext uri="{FF2B5EF4-FFF2-40B4-BE49-F238E27FC236}">
                    <a16:creationId xmlns:a16="http://schemas.microsoft.com/office/drawing/2014/main" id="{46FEDEF7-94ED-654C-A714-5DA44949241C}"/>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0" name="Straight Connector 33">
                <a:extLst>
                  <a:ext uri="{FF2B5EF4-FFF2-40B4-BE49-F238E27FC236}">
                    <a16:creationId xmlns:a16="http://schemas.microsoft.com/office/drawing/2014/main" id="{8AEE757F-2AA1-A049-996E-CD65BB439B4D}"/>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1" name="Straight Connector 34">
                <a:extLst>
                  <a:ext uri="{FF2B5EF4-FFF2-40B4-BE49-F238E27FC236}">
                    <a16:creationId xmlns:a16="http://schemas.microsoft.com/office/drawing/2014/main" id="{6FBD7A30-4DFE-9741-94DF-756F5091DAC7}"/>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2" name="Straight Connector 35">
                <a:extLst>
                  <a:ext uri="{FF2B5EF4-FFF2-40B4-BE49-F238E27FC236}">
                    <a16:creationId xmlns:a16="http://schemas.microsoft.com/office/drawing/2014/main" id="{A2413EBD-2230-9C4C-A1EF-E4D4691AE360}"/>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3" name="Straight Connector 36">
                <a:extLst>
                  <a:ext uri="{FF2B5EF4-FFF2-40B4-BE49-F238E27FC236}">
                    <a16:creationId xmlns:a16="http://schemas.microsoft.com/office/drawing/2014/main" id="{50DF05E5-CAE1-2548-9217-F3494FEAF90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37">
                <a:extLst>
                  <a:ext uri="{FF2B5EF4-FFF2-40B4-BE49-F238E27FC236}">
                    <a16:creationId xmlns:a16="http://schemas.microsoft.com/office/drawing/2014/main" id="{4899B61A-4B5B-1C46-9B4B-0AEEACEDC241}"/>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5" name="Straight Connector 38">
                <a:extLst>
                  <a:ext uri="{FF2B5EF4-FFF2-40B4-BE49-F238E27FC236}">
                    <a16:creationId xmlns:a16="http://schemas.microsoft.com/office/drawing/2014/main" id="{22354FFA-0AC0-4B4E-B017-379116B17B9C}"/>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174" name="Isosceles Triangle 27">
            <a:extLst>
              <a:ext uri="{FF2B5EF4-FFF2-40B4-BE49-F238E27FC236}">
                <a16:creationId xmlns:a16="http://schemas.microsoft.com/office/drawing/2014/main" id="{6B600212-9DCE-FA45-84A4-EE6D55AC00D2}"/>
              </a:ext>
            </a:extLst>
          </p:cNvPr>
          <p:cNvSpPr>
            <a:spLocks noChangeArrowheads="1"/>
          </p:cNvSpPr>
          <p:nvPr/>
        </p:nvSpPr>
        <p:spPr bwMode="auto">
          <a:xfrm rot="5400000">
            <a:off x="7601944" y="2250962"/>
            <a:ext cx="575153" cy="430249"/>
          </a:xfrm>
          <a:prstGeom prst="triangle">
            <a:avLst>
              <a:gd name="adj" fmla="val 50000"/>
            </a:avLst>
          </a:prstGeom>
          <a:solidFill>
            <a:schemeClr val="bg1"/>
          </a:solidFill>
          <a:ln w="19050">
            <a:solidFill>
              <a:srgbClr val="000000"/>
            </a:solidFill>
            <a:miter lim="800000"/>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Oval 28">
            <a:extLst>
              <a:ext uri="{FF2B5EF4-FFF2-40B4-BE49-F238E27FC236}">
                <a16:creationId xmlns:a16="http://schemas.microsoft.com/office/drawing/2014/main" id="{D78010AB-EF5A-6941-809F-F93A8141A78F}"/>
              </a:ext>
            </a:extLst>
          </p:cNvPr>
          <p:cNvSpPr>
            <a:spLocks noChangeArrowheads="1"/>
          </p:cNvSpPr>
          <p:nvPr/>
        </p:nvSpPr>
        <p:spPr bwMode="auto">
          <a:xfrm>
            <a:off x="9472762" y="2171496"/>
            <a:ext cx="632958" cy="628951"/>
          </a:xfrm>
          <a:prstGeom prst="ellipse">
            <a:avLst/>
          </a:prstGeom>
          <a:solidFill>
            <a:schemeClr val="bg1"/>
          </a:solidFill>
          <a:ln w="19050">
            <a:solidFill>
              <a:srgbClr val="000000"/>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57" name="Straight Arrow Connector 10">
            <a:extLst>
              <a:ext uri="{FF2B5EF4-FFF2-40B4-BE49-F238E27FC236}">
                <a16:creationId xmlns:a16="http://schemas.microsoft.com/office/drawing/2014/main" id="{807EF7CE-15BB-0345-80AA-C72219B530DE}"/>
              </a:ext>
            </a:extLst>
          </p:cNvPr>
          <p:cNvCxnSpPr>
            <a:cxnSpLocks noChangeShapeType="1"/>
            <a:stCxn id="174" idx="0"/>
            <a:endCxn id="178" idx="1"/>
          </p:cNvCxnSpPr>
          <p:nvPr/>
        </p:nvCxnSpPr>
        <p:spPr bwMode="auto">
          <a:xfrm flipV="1">
            <a:off x="8104645" y="2151723"/>
            <a:ext cx="297890" cy="314364"/>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8" name="Straight Arrow Connector 11">
            <a:extLst>
              <a:ext uri="{FF2B5EF4-FFF2-40B4-BE49-F238E27FC236}">
                <a16:creationId xmlns:a16="http://schemas.microsoft.com/office/drawing/2014/main" id="{F55CECDF-4CB3-5843-AF94-3B368134102E}"/>
              </a:ext>
            </a:extLst>
          </p:cNvPr>
          <p:cNvCxnSpPr>
            <a:cxnSpLocks noChangeShapeType="1"/>
            <a:stCxn id="174" idx="0"/>
            <a:endCxn id="188" idx="1"/>
          </p:cNvCxnSpPr>
          <p:nvPr/>
        </p:nvCxnSpPr>
        <p:spPr bwMode="auto">
          <a:xfrm>
            <a:off x="8104645" y="2466087"/>
            <a:ext cx="331010" cy="36098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 name="Straight Arrow Connector 14">
            <a:extLst>
              <a:ext uri="{FF2B5EF4-FFF2-40B4-BE49-F238E27FC236}">
                <a16:creationId xmlns:a16="http://schemas.microsoft.com/office/drawing/2014/main" id="{4F6FF0FC-694A-FB4A-B7BF-730824E84E13}"/>
              </a:ext>
            </a:extLst>
          </p:cNvPr>
          <p:cNvCxnSpPr>
            <a:cxnSpLocks noChangeShapeType="1"/>
            <a:endCxn id="175" idx="1"/>
          </p:cNvCxnSpPr>
          <p:nvPr/>
        </p:nvCxnSpPr>
        <p:spPr bwMode="auto">
          <a:xfrm>
            <a:off x="9341082" y="2139198"/>
            <a:ext cx="224375" cy="124406"/>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 name="Straight Arrow Connector 15">
            <a:extLst>
              <a:ext uri="{FF2B5EF4-FFF2-40B4-BE49-F238E27FC236}">
                <a16:creationId xmlns:a16="http://schemas.microsoft.com/office/drawing/2014/main" id="{014D0138-D0C8-754D-892F-A6B42C7D3FCD}"/>
              </a:ext>
            </a:extLst>
          </p:cNvPr>
          <p:cNvCxnSpPr>
            <a:cxnSpLocks noChangeShapeType="1"/>
          </p:cNvCxnSpPr>
          <p:nvPr/>
        </p:nvCxnSpPr>
        <p:spPr bwMode="auto">
          <a:xfrm flipV="1">
            <a:off x="9364554" y="2686901"/>
            <a:ext cx="185647" cy="15716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 name="Straight Arrow Connector 16">
            <a:extLst>
              <a:ext uri="{FF2B5EF4-FFF2-40B4-BE49-F238E27FC236}">
                <a16:creationId xmlns:a16="http://schemas.microsoft.com/office/drawing/2014/main" id="{A4B2BAE5-CB5A-6145-9067-070F0828B961}"/>
              </a:ext>
            </a:extLst>
          </p:cNvPr>
          <p:cNvCxnSpPr>
            <a:cxnSpLocks noChangeShapeType="1"/>
          </p:cNvCxnSpPr>
          <p:nvPr/>
        </p:nvCxnSpPr>
        <p:spPr bwMode="auto">
          <a:xfrm>
            <a:off x="10101254" y="2497723"/>
            <a:ext cx="390980" cy="1168"/>
          </a:xfrm>
          <a:prstGeom prst="straightConnector1">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4" name="TextBox 17">
            <a:extLst>
              <a:ext uri="{FF2B5EF4-FFF2-40B4-BE49-F238E27FC236}">
                <a16:creationId xmlns:a16="http://schemas.microsoft.com/office/drawing/2014/main" id="{2E543E50-C3C7-E541-9ECB-BF1EF24747CC}"/>
              </a:ext>
            </a:extLst>
          </p:cNvPr>
          <p:cNvSpPr txBox="1">
            <a:spLocks noChangeArrowheads="1"/>
          </p:cNvSpPr>
          <p:nvPr/>
        </p:nvSpPr>
        <p:spPr bwMode="auto">
          <a:xfrm>
            <a:off x="7902013" y="1532962"/>
            <a:ext cx="16562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high priority queue</a:t>
            </a:r>
          </a:p>
        </p:txBody>
      </p:sp>
      <p:sp>
        <p:nvSpPr>
          <p:cNvPr id="165" name="TextBox 18">
            <a:extLst>
              <a:ext uri="{FF2B5EF4-FFF2-40B4-BE49-F238E27FC236}">
                <a16:creationId xmlns:a16="http://schemas.microsoft.com/office/drawing/2014/main" id="{D33A6E20-61AB-3A46-BAD3-72B639231E0C}"/>
              </a:ext>
            </a:extLst>
          </p:cNvPr>
          <p:cNvSpPr txBox="1">
            <a:spLocks noChangeArrowheads="1"/>
          </p:cNvSpPr>
          <p:nvPr/>
        </p:nvSpPr>
        <p:spPr bwMode="auto">
          <a:xfrm>
            <a:off x="7997776" y="3161687"/>
            <a:ext cx="1587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low priority queue</a:t>
            </a:r>
          </a:p>
        </p:txBody>
      </p:sp>
      <p:sp>
        <p:nvSpPr>
          <p:cNvPr id="166" name="TextBox 19">
            <a:extLst>
              <a:ext uri="{FF2B5EF4-FFF2-40B4-BE49-F238E27FC236}">
                <a16:creationId xmlns:a16="http://schemas.microsoft.com/office/drawing/2014/main" id="{18CA292A-DA82-0843-80BD-20E9FC633428}"/>
              </a:ext>
            </a:extLst>
          </p:cNvPr>
          <p:cNvSpPr txBox="1">
            <a:spLocks noChangeArrowheads="1"/>
          </p:cNvSpPr>
          <p:nvPr/>
        </p:nvSpPr>
        <p:spPr bwMode="auto">
          <a:xfrm>
            <a:off x="6916660" y="2012062"/>
            <a:ext cx="763273"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167" name="TextBox 20">
            <a:extLst>
              <a:ext uri="{FF2B5EF4-FFF2-40B4-BE49-F238E27FC236}">
                <a16:creationId xmlns:a16="http://schemas.microsoft.com/office/drawing/2014/main" id="{66963E56-8D94-1F47-9283-561C942DFF38}"/>
              </a:ext>
            </a:extLst>
          </p:cNvPr>
          <p:cNvSpPr txBox="1">
            <a:spLocks noChangeArrowheads="1"/>
          </p:cNvSpPr>
          <p:nvPr/>
        </p:nvSpPr>
        <p:spPr bwMode="auto">
          <a:xfrm>
            <a:off x="7443654" y="2744465"/>
            <a:ext cx="787419"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classify</a:t>
            </a:r>
          </a:p>
        </p:txBody>
      </p:sp>
      <p:sp>
        <p:nvSpPr>
          <p:cNvPr id="170" name="TextBox 23">
            <a:extLst>
              <a:ext uri="{FF2B5EF4-FFF2-40B4-BE49-F238E27FC236}">
                <a16:creationId xmlns:a16="http://schemas.microsoft.com/office/drawing/2014/main" id="{C50F9624-DB30-D841-8393-1591753B2438}"/>
              </a:ext>
            </a:extLst>
          </p:cNvPr>
          <p:cNvSpPr txBox="1">
            <a:spLocks noChangeArrowheads="1"/>
          </p:cNvSpPr>
          <p:nvPr/>
        </p:nvSpPr>
        <p:spPr bwMode="auto">
          <a:xfrm>
            <a:off x="10247672" y="2765634"/>
            <a:ext cx="1043018"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171" name="TextBox 24">
            <a:extLst>
              <a:ext uri="{FF2B5EF4-FFF2-40B4-BE49-F238E27FC236}">
                <a16:creationId xmlns:a16="http://schemas.microsoft.com/office/drawing/2014/main" id="{3D12E165-AACD-FC4D-9133-E5299E6E192F}"/>
              </a:ext>
            </a:extLst>
          </p:cNvPr>
          <p:cNvSpPr txBox="1">
            <a:spLocks noChangeArrowheads="1"/>
          </p:cNvSpPr>
          <p:nvPr/>
        </p:nvSpPr>
        <p:spPr bwMode="auto">
          <a:xfrm>
            <a:off x="9575698" y="2771503"/>
            <a:ext cx="45397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p>
        </p:txBody>
      </p:sp>
      <p:grpSp>
        <p:nvGrpSpPr>
          <p:cNvPr id="198" name="Group 197">
            <a:extLst>
              <a:ext uri="{FF2B5EF4-FFF2-40B4-BE49-F238E27FC236}">
                <a16:creationId xmlns:a16="http://schemas.microsoft.com/office/drawing/2014/main" id="{CA413330-497F-ED47-B78A-AF3BCDFF5B9A}"/>
              </a:ext>
            </a:extLst>
          </p:cNvPr>
          <p:cNvGrpSpPr>
            <a:grpSpLocks/>
          </p:cNvGrpSpPr>
          <p:nvPr/>
        </p:nvGrpSpPr>
        <p:grpSpPr bwMode="auto">
          <a:xfrm>
            <a:off x="7832648" y="4587146"/>
            <a:ext cx="347662" cy="754063"/>
            <a:chOff x="2797204" y="2989241"/>
            <a:chExt cx="347099" cy="755477"/>
          </a:xfrm>
        </p:grpSpPr>
        <p:sp>
          <p:nvSpPr>
            <p:cNvPr id="199" name="Rectangle 52">
              <a:extLst>
                <a:ext uri="{FF2B5EF4-FFF2-40B4-BE49-F238E27FC236}">
                  <a16:creationId xmlns:a16="http://schemas.microsoft.com/office/drawing/2014/main" id="{B91332E7-A11F-9347-AEBB-461467FDA740}"/>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0" name="Group 53">
              <a:extLst>
                <a:ext uri="{FF2B5EF4-FFF2-40B4-BE49-F238E27FC236}">
                  <a16:creationId xmlns:a16="http://schemas.microsoft.com/office/drawing/2014/main" id="{F4ACB128-10F8-694B-81EE-797A0DD600A4}"/>
                </a:ext>
              </a:extLst>
            </p:cNvPr>
            <p:cNvGrpSpPr>
              <a:grpSpLocks/>
            </p:cNvGrpSpPr>
            <p:nvPr/>
          </p:nvGrpSpPr>
          <p:grpSpPr bwMode="auto">
            <a:xfrm>
              <a:off x="2821701" y="3197503"/>
              <a:ext cx="298780" cy="338554"/>
              <a:chOff x="2821701" y="3197503"/>
              <a:chExt cx="298780" cy="338554"/>
            </a:xfrm>
          </p:grpSpPr>
          <p:sp>
            <p:nvSpPr>
              <p:cNvPr id="201" name="Oval 54">
                <a:extLst>
                  <a:ext uri="{FF2B5EF4-FFF2-40B4-BE49-F238E27FC236}">
                    <a16:creationId xmlns:a16="http://schemas.microsoft.com/office/drawing/2014/main" id="{FEC2E554-32AB-DB43-AF65-3677E1404FDC}"/>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TextBox 55">
                <a:extLst>
                  <a:ext uri="{FF2B5EF4-FFF2-40B4-BE49-F238E27FC236}">
                    <a16:creationId xmlns:a16="http://schemas.microsoft.com/office/drawing/2014/main" id="{3038C36E-D4FE-2D43-81C4-8CBEF283A6F3}"/>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grpSp>
      </p:grpSp>
      <p:grpSp>
        <p:nvGrpSpPr>
          <p:cNvPr id="203" name="Group 202">
            <a:extLst>
              <a:ext uri="{FF2B5EF4-FFF2-40B4-BE49-F238E27FC236}">
                <a16:creationId xmlns:a16="http://schemas.microsoft.com/office/drawing/2014/main" id="{0D5CDCB5-8BD7-8449-9EE8-522A6E1EC58E}"/>
              </a:ext>
            </a:extLst>
          </p:cNvPr>
          <p:cNvGrpSpPr>
            <a:grpSpLocks/>
          </p:cNvGrpSpPr>
          <p:nvPr/>
        </p:nvGrpSpPr>
        <p:grpSpPr bwMode="auto">
          <a:xfrm>
            <a:off x="8181898" y="4591909"/>
            <a:ext cx="346075" cy="755650"/>
            <a:chOff x="2797204" y="2989241"/>
            <a:chExt cx="347099" cy="755477"/>
          </a:xfrm>
        </p:grpSpPr>
        <p:sp>
          <p:nvSpPr>
            <p:cNvPr id="204" name="Rectangle 57">
              <a:extLst>
                <a:ext uri="{FF2B5EF4-FFF2-40B4-BE49-F238E27FC236}">
                  <a16:creationId xmlns:a16="http://schemas.microsoft.com/office/drawing/2014/main" id="{79C763B8-181E-C545-8EDE-2006D8C79C3E}"/>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5" name="Group 58">
              <a:extLst>
                <a:ext uri="{FF2B5EF4-FFF2-40B4-BE49-F238E27FC236}">
                  <a16:creationId xmlns:a16="http://schemas.microsoft.com/office/drawing/2014/main" id="{BB006118-96E2-A144-A976-280D82D62491}"/>
                </a:ext>
              </a:extLst>
            </p:cNvPr>
            <p:cNvGrpSpPr>
              <a:grpSpLocks/>
            </p:cNvGrpSpPr>
            <p:nvPr/>
          </p:nvGrpSpPr>
          <p:grpSpPr bwMode="auto">
            <a:xfrm>
              <a:off x="2821701" y="3197503"/>
              <a:ext cx="298780" cy="338554"/>
              <a:chOff x="2821701" y="3197503"/>
              <a:chExt cx="298780" cy="338554"/>
            </a:xfrm>
          </p:grpSpPr>
          <p:sp>
            <p:nvSpPr>
              <p:cNvPr id="206" name="Oval 59">
                <a:extLst>
                  <a:ext uri="{FF2B5EF4-FFF2-40B4-BE49-F238E27FC236}">
                    <a16:creationId xmlns:a16="http://schemas.microsoft.com/office/drawing/2014/main" id="{4A938029-DCC0-0240-A47F-3D1EAA258E6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7" name="TextBox 60">
                <a:extLst>
                  <a:ext uri="{FF2B5EF4-FFF2-40B4-BE49-F238E27FC236}">
                    <a16:creationId xmlns:a16="http://schemas.microsoft.com/office/drawing/2014/main" id="{0D6BFA59-6951-BA4F-849A-B320C9CA97B7}"/>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grpSp>
      </p:grpSp>
      <p:grpSp>
        <p:nvGrpSpPr>
          <p:cNvPr id="208" name="Group 207">
            <a:extLst>
              <a:ext uri="{FF2B5EF4-FFF2-40B4-BE49-F238E27FC236}">
                <a16:creationId xmlns:a16="http://schemas.microsoft.com/office/drawing/2014/main" id="{628CDD20-1F91-BA48-AEEC-082272BFE385}"/>
              </a:ext>
            </a:extLst>
          </p:cNvPr>
          <p:cNvGrpSpPr>
            <a:grpSpLocks/>
          </p:cNvGrpSpPr>
          <p:nvPr/>
        </p:nvGrpSpPr>
        <p:grpSpPr bwMode="auto">
          <a:xfrm>
            <a:off x="8532735" y="4587146"/>
            <a:ext cx="346075" cy="755650"/>
            <a:chOff x="997686" y="3954289"/>
            <a:chExt cx="347099" cy="755477"/>
          </a:xfrm>
        </p:grpSpPr>
        <p:sp>
          <p:nvSpPr>
            <p:cNvPr id="209" name="Rectangle 62">
              <a:extLst>
                <a:ext uri="{FF2B5EF4-FFF2-40B4-BE49-F238E27FC236}">
                  <a16:creationId xmlns:a16="http://schemas.microsoft.com/office/drawing/2014/main" id="{5601D88E-9405-1B4E-B7D8-10891DF1EC26}"/>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0" name="Group 63">
              <a:extLst>
                <a:ext uri="{FF2B5EF4-FFF2-40B4-BE49-F238E27FC236}">
                  <a16:creationId xmlns:a16="http://schemas.microsoft.com/office/drawing/2014/main" id="{22469F56-B5A8-A44E-A5FF-04A4C3A4F1D8}"/>
                </a:ext>
              </a:extLst>
            </p:cNvPr>
            <p:cNvGrpSpPr>
              <a:grpSpLocks/>
            </p:cNvGrpSpPr>
            <p:nvPr/>
          </p:nvGrpSpPr>
          <p:grpSpPr bwMode="auto">
            <a:xfrm>
              <a:off x="1022183" y="4162551"/>
              <a:ext cx="298780" cy="338554"/>
              <a:chOff x="2821701" y="3197503"/>
              <a:chExt cx="298780" cy="338554"/>
            </a:xfrm>
          </p:grpSpPr>
          <p:sp>
            <p:nvSpPr>
              <p:cNvPr id="211" name="Oval 64">
                <a:extLst>
                  <a:ext uri="{FF2B5EF4-FFF2-40B4-BE49-F238E27FC236}">
                    <a16:creationId xmlns:a16="http://schemas.microsoft.com/office/drawing/2014/main" id="{60743089-7BBE-7A47-8B6F-9BA958266B7E}"/>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2" name="TextBox 65">
                <a:extLst>
                  <a:ext uri="{FF2B5EF4-FFF2-40B4-BE49-F238E27FC236}">
                    <a16:creationId xmlns:a16="http://schemas.microsoft.com/office/drawing/2014/main" id="{97AE9EDF-FCD8-A44E-830F-C938E1028A7C}"/>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grpSp>
      </p:grpSp>
      <p:grpSp>
        <p:nvGrpSpPr>
          <p:cNvPr id="213" name="Group 212">
            <a:extLst>
              <a:ext uri="{FF2B5EF4-FFF2-40B4-BE49-F238E27FC236}">
                <a16:creationId xmlns:a16="http://schemas.microsoft.com/office/drawing/2014/main" id="{AED8E6B2-55F7-A842-BF00-1FDEAB5B96FB}"/>
              </a:ext>
            </a:extLst>
          </p:cNvPr>
          <p:cNvGrpSpPr>
            <a:grpSpLocks/>
          </p:cNvGrpSpPr>
          <p:nvPr/>
        </p:nvGrpSpPr>
        <p:grpSpPr bwMode="auto">
          <a:xfrm>
            <a:off x="8888335" y="4585559"/>
            <a:ext cx="347663" cy="754062"/>
            <a:chOff x="2797204" y="2989241"/>
            <a:chExt cx="347099" cy="755477"/>
          </a:xfrm>
        </p:grpSpPr>
        <p:sp>
          <p:nvSpPr>
            <p:cNvPr id="214" name="Rectangle 67">
              <a:extLst>
                <a:ext uri="{FF2B5EF4-FFF2-40B4-BE49-F238E27FC236}">
                  <a16:creationId xmlns:a16="http://schemas.microsoft.com/office/drawing/2014/main" id="{17877A5D-7221-1B44-A820-C6CA50DDF9E1}"/>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5" name="Group 68">
              <a:extLst>
                <a:ext uri="{FF2B5EF4-FFF2-40B4-BE49-F238E27FC236}">
                  <a16:creationId xmlns:a16="http://schemas.microsoft.com/office/drawing/2014/main" id="{971AF330-877D-B346-8636-720417511D27}"/>
                </a:ext>
              </a:extLst>
            </p:cNvPr>
            <p:cNvGrpSpPr>
              <a:grpSpLocks/>
            </p:cNvGrpSpPr>
            <p:nvPr/>
          </p:nvGrpSpPr>
          <p:grpSpPr bwMode="auto">
            <a:xfrm>
              <a:off x="2821701" y="3197503"/>
              <a:ext cx="298780" cy="338554"/>
              <a:chOff x="2821701" y="3197503"/>
              <a:chExt cx="298780" cy="338554"/>
            </a:xfrm>
          </p:grpSpPr>
          <p:sp>
            <p:nvSpPr>
              <p:cNvPr id="216" name="Oval 69">
                <a:extLst>
                  <a:ext uri="{FF2B5EF4-FFF2-40B4-BE49-F238E27FC236}">
                    <a16:creationId xmlns:a16="http://schemas.microsoft.com/office/drawing/2014/main" id="{BBC6CE4C-69C6-3442-856D-E7AE545D2A3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TextBox 70">
                <a:extLst>
                  <a:ext uri="{FF2B5EF4-FFF2-40B4-BE49-F238E27FC236}">
                    <a16:creationId xmlns:a16="http://schemas.microsoft.com/office/drawing/2014/main" id="{6651BEED-1878-374C-8A7F-971D8CFEEA4F}"/>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grpSp>
      </p:grpSp>
      <p:grpSp>
        <p:nvGrpSpPr>
          <p:cNvPr id="218" name="Group 217">
            <a:extLst>
              <a:ext uri="{FF2B5EF4-FFF2-40B4-BE49-F238E27FC236}">
                <a16:creationId xmlns:a16="http://schemas.microsoft.com/office/drawing/2014/main" id="{2C52832B-CB92-454D-9FA5-397F33ED018E}"/>
              </a:ext>
            </a:extLst>
          </p:cNvPr>
          <p:cNvGrpSpPr>
            <a:grpSpLocks/>
          </p:cNvGrpSpPr>
          <p:nvPr/>
        </p:nvGrpSpPr>
        <p:grpSpPr bwMode="auto">
          <a:xfrm>
            <a:off x="9950373" y="4593496"/>
            <a:ext cx="347662" cy="755650"/>
            <a:chOff x="997686" y="3954289"/>
            <a:chExt cx="347099" cy="755477"/>
          </a:xfrm>
        </p:grpSpPr>
        <p:sp>
          <p:nvSpPr>
            <p:cNvPr id="219" name="Rectangle 72">
              <a:extLst>
                <a:ext uri="{FF2B5EF4-FFF2-40B4-BE49-F238E27FC236}">
                  <a16:creationId xmlns:a16="http://schemas.microsoft.com/office/drawing/2014/main" id="{E8EB6424-F905-7341-B066-9F8E5F627525}"/>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20" name="Group 73">
              <a:extLst>
                <a:ext uri="{FF2B5EF4-FFF2-40B4-BE49-F238E27FC236}">
                  <a16:creationId xmlns:a16="http://schemas.microsoft.com/office/drawing/2014/main" id="{EAE329E5-B657-7E46-AF92-0B794854B248}"/>
                </a:ext>
              </a:extLst>
            </p:cNvPr>
            <p:cNvGrpSpPr>
              <a:grpSpLocks/>
            </p:cNvGrpSpPr>
            <p:nvPr/>
          </p:nvGrpSpPr>
          <p:grpSpPr bwMode="auto">
            <a:xfrm>
              <a:off x="1022183" y="4162551"/>
              <a:ext cx="298780" cy="338554"/>
              <a:chOff x="2821701" y="3197503"/>
              <a:chExt cx="298780" cy="338554"/>
            </a:xfrm>
          </p:grpSpPr>
          <p:sp>
            <p:nvSpPr>
              <p:cNvPr id="221" name="Oval 74">
                <a:extLst>
                  <a:ext uri="{FF2B5EF4-FFF2-40B4-BE49-F238E27FC236}">
                    <a16:creationId xmlns:a16="http://schemas.microsoft.com/office/drawing/2014/main" id="{14299EB1-5355-4344-8A2B-DA7E42F81941}"/>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TextBox 75">
                <a:extLst>
                  <a:ext uri="{FF2B5EF4-FFF2-40B4-BE49-F238E27FC236}">
                    <a16:creationId xmlns:a16="http://schemas.microsoft.com/office/drawing/2014/main" id="{0910BB6C-C974-2D4C-91BD-0C41CB78E084}"/>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grpSp>
      </p:grpSp>
      <p:grpSp>
        <p:nvGrpSpPr>
          <p:cNvPr id="18" name="Group 17">
            <a:extLst>
              <a:ext uri="{FF2B5EF4-FFF2-40B4-BE49-F238E27FC236}">
                <a16:creationId xmlns:a16="http://schemas.microsoft.com/office/drawing/2014/main" id="{8A414A69-7A4D-E94C-9166-A43D26F738FB}"/>
              </a:ext>
            </a:extLst>
          </p:cNvPr>
          <p:cNvGrpSpPr/>
          <p:nvPr/>
        </p:nvGrpSpPr>
        <p:grpSpPr>
          <a:xfrm>
            <a:off x="6976985" y="4182334"/>
            <a:ext cx="3978275" cy="1506537"/>
            <a:chOff x="6976985" y="4182334"/>
            <a:chExt cx="3978275" cy="1506537"/>
          </a:xfrm>
        </p:grpSpPr>
        <p:cxnSp>
          <p:nvCxnSpPr>
            <p:cNvPr id="196" name="Straight Connector 49">
              <a:extLst>
                <a:ext uri="{FF2B5EF4-FFF2-40B4-BE49-F238E27FC236}">
                  <a16:creationId xmlns:a16="http://schemas.microsoft.com/office/drawing/2014/main" id="{09FBCBE2-0BE6-0B41-8BDC-3994B6A0EEAE}"/>
                </a:ext>
              </a:extLst>
            </p:cNvPr>
            <p:cNvCxnSpPr>
              <a:cxnSpLocks noChangeShapeType="1"/>
            </p:cNvCxnSpPr>
            <p:nvPr/>
          </p:nvCxnSpPr>
          <p:spPr bwMode="auto">
            <a:xfrm>
              <a:off x="7723110" y="4580796"/>
              <a:ext cx="3230563"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50">
              <a:extLst>
                <a:ext uri="{FF2B5EF4-FFF2-40B4-BE49-F238E27FC236}">
                  <a16:creationId xmlns:a16="http://schemas.microsoft.com/office/drawing/2014/main" id="{7F18FA76-7AB2-2240-83F5-7ECCE2B76108}"/>
                </a:ext>
              </a:extLst>
            </p:cNvPr>
            <p:cNvCxnSpPr>
              <a:cxnSpLocks noChangeShapeType="1"/>
            </p:cNvCxnSpPr>
            <p:nvPr/>
          </p:nvCxnSpPr>
          <p:spPr bwMode="auto">
            <a:xfrm>
              <a:off x="7724698" y="5352321"/>
              <a:ext cx="3230562"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3" name="TextBox 126">
              <a:extLst>
                <a:ext uri="{FF2B5EF4-FFF2-40B4-BE49-F238E27FC236}">
                  <a16:creationId xmlns:a16="http://schemas.microsoft.com/office/drawing/2014/main" id="{0D4C74E0-D72A-AB40-AFD9-B2B842FE177B}"/>
                </a:ext>
              </a:extLst>
            </p:cNvPr>
            <p:cNvSpPr txBox="1">
              <a:spLocks noChangeArrowheads="1"/>
            </p:cNvSpPr>
            <p:nvPr/>
          </p:nvSpPr>
          <p:spPr bwMode="auto">
            <a:xfrm>
              <a:off x="6976985" y="4182334"/>
              <a:ext cx="8064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274" name="TextBox 127">
              <a:extLst>
                <a:ext uri="{FF2B5EF4-FFF2-40B4-BE49-F238E27FC236}">
                  <a16:creationId xmlns:a16="http://schemas.microsoft.com/office/drawing/2014/main" id="{53975E93-967F-ED41-83F1-9D88A6965020}"/>
                </a:ext>
              </a:extLst>
            </p:cNvPr>
            <p:cNvSpPr txBox="1">
              <a:spLocks noChangeArrowheads="1"/>
            </p:cNvSpPr>
            <p:nvPr/>
          </p:nvSpPr>
          <p:spPr bwMode="auto">
            <a:xfrm>
              <a:off x="7000798" y="5380896"/>
              <a:ext cx="10874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275" name="TextBox 128">
              <a:extLst>
                <a:ext uri="{FF2B5EF4-FFF2-40B4-BE49-F238E27FC236}">
                  <a16:creationId xmlns:a16="http://schemas.microsoft.com/office/drawing/2014/main" id="{B40D0F1D-D7DC-5742-9077-05BB3F4748A4}"/>
                </a:ext>
              </a:extLst>
            </p:cNvPr>
            <p:cNvSpPr txBox="1">
              <a:spLocks noChangeArrowheads="1"/>
            </p:cNvSpPr>
            <p:nvPr/>
          </p:nvSpPr>
          <p:spPr bwMode="auto">
            <a:xfrm>
              <a:off x="7023023" y="4687159"/>
              <a:ext cx="860425" cy="59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275"/>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packet in service</a:t>
              </a:r>
            </a:p>
          </p:txBody>
        </p:sp>
      </p:grpSp>
      <p:grpSp>
        <p:nvGrpSpPr>
          <p:cNvPr id="4" name="Group 3">
            <a:extLst>
              <a:ext uri="{FF2B5EF4-FFF2-40B4-BE49-F238E27FC236}">
                <a16:creationId xmlns:a16="http://schemas.microsoft.com/office/drawing/2014/main" id="{177129A8-85BC-6440-85AB-254D43D1F548}"/>
              </a:ext>
            </a:extLst>
          </p:cNvPr>
          <p:cNvGrpSpPr/>
          <p:nvPr/>
        </p:nvGrpSpPr>
        <p:grpSpPr>
          <a:xfrm>
            <a:off x="7015641" y="2371233"/>
            <a:ext cx="563235" cy="169985"/>
            <a:chOff x="6268765" y="2496876"/>
            <a:chExt cx="563235" cy="169985"/>
          </a:xfrm>
        </p:grpSpPr>
        <p:cxnSp>
          <p:nvCxnSpPr>
            <p:cNvPr id="125" name="Straight Arrow Connector 124">
              <a:extLst>
                <a:ext uri="{FF2B5EF4-FFF2-40B4-BE49-F238E27FC236}">
                  <a16:creationId xmlns:a16="http://schemas.microsoft.com/office/drawing/2014/main" id="{DA779E9A-02A9-6644-AD69-61CB27E5FD57}"/>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a:extLst>
                <a:ext uri="{FF2B5EF4-FFF2-40B4-BE49-F238E27FC236}">
                  <a16:creationId xmlns:a16="http://schemas.microsoft.com/office/drawing/2014/main" id="{EC9A69F9-D799-2D40-8176-B02399B60E4C}"/>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72529E63-DBF0-6744-92EC-AF13D4CB549F}"/>
              </a:ext>
            </a:extLst>
          </p:cNvPr>
          <p:cNvGrpSpPr/>
          <p:nvPr/>
        </p:nvGrpSpPr>
        <p:grpSpPr>
          <a:xfrm>
            <a:off x="10518514" y="2335168"/>
            <a:ext cx="563235" cy="352190"/>
            <a:chOff x="6268765" y="2496876"/>
            <a:chExt cx="563235" cy="169985"/>
          </a:xfrm>
        </p:grpSpPr>
        <p:cxnSp>
          <p:nvCxnSpPr>
            <p:cNvPr id="131" name="Straight Arrow Connector 130">
              <a:extLst>
                <a:ext uri="{FF2B5EF4-FFF2-40B4-BE49-F238E27FC236}">
                  <a16:creationId xmlns:a16="http://schemas.microsoft.com/office/drawing/2014/main" id="{11813BBB-45F9-4545-A44C-AB5AAFCFF57C}"/>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Straight Arrow Connector 131">
              <a:extLst>
                <a:ext uri="{FF2B5EF4-FFF2-40B4-BE49-F238E27FC236}">
                  <a16:creationId xmlns:a16="http://schemas.microsoft.com/office/drawing/2014/main" id="{87AFC330-0A49-7843-90F0-1955543FA463}"/>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33" name="Content Placeholder 1">
            <a:extLst>
              <a:ext uri="{FF2B5EF4-FFF2-40B4-BE49-F238E27FC236}">
                <a16:creationId xmlns:a16="http://schemas.microsoft.com/office/drawing/2014/main" id="{F749212D-A689-B143-9931-DD5E944728A3}"/>
              </a:ext>
            </a:extLst>
          </p:cNvPr>
          <p:cNvSpPr txBox="1">
            <a:spLocks/>
          </p:cNvSpPr>
          <p:nvPr/>
        </p:nvSpPr>
        <p:spPr>
          <a:xfrm>
            <a:off x="767862" y="3915571"/>
            <a:ext cx="5084299" cy="19627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5938"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send packet from highest priority queue that has buffered packets</a:t>
            </a:r>
          </a:p>
          <a:p>
            <a:pPr marL="804863"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FCFS within priority class</a:t>
            </a:r>
          </a:p>
        </p:txBody>
      </p:sp>
      <p:grpSp>
        <p:nvGrpSpPr>
          <p:cNvPr id="13" name="Group 12">
            <a:extLst>
              <a:ext uri="{FF2B5EF4-FFF2-40B4-BE49-F238E27FC236}">
                <a16:creationId xmlns:a16="http://schemas.microsoft.com/office/drawing/2014/main" id="{4B5BFDA1-472B-D44C-AF4F-687F704E3348}"/>
              </a:ext>
            </a:extLst>
          </p:cNvPr>
          <p:cNvGrpSpPr/>
          <p:nvPr/>
        </p:nvGrpSpPr>
        <p:grpSpPr>
          <a:xfrm>
            <a:off x="7671174" y="3917372"/>
            <a:ext cx="298450" cy="651303"/>
            <a:chOff x="7398516" y="3578212"/>
            <a:chExt cx="298450" cy="651303"/>
          </a:xfrm>
        </p:grpSpPr>
        <p:sp>
          <p:nvSpPr>
            <p:cNvPr id="246" name="Oval 99">
              <a:extLst>
                <a:ext uri="{FF2B5EF4-FFF2-40B4-BE49-F238E27FC236}">
                  <a16:creationId xmlns:a16="http://schemas.microsoft.com/office/drawing/2014/main" id="{0A08FE43-AF40-AA44-97C2-598083D1E0F4}"/>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7" name="TextBox 100">
              <a:extLst>
                <a:ext uri="{FF2B5EF4-FFF2-40B4-BE49-F238E27FC236}">
                  <a16:creationId xmlns:a16="http://schemas.microsoft.com/office/drawing/2014/main" id="{FC5974ED-B537-5F40-8FAE-38F177C671E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11" name="Straight Arrow Connector 10">
              <a:extLst>
                <a:ext uri="{FF2B5EF4-FFF2-40B4-BE49-F238E27FC236}">
                  <a16:creationId xmlns:a16="http://schemas.microsoft.com/office/drawing/2014/main" id="{8B55FAFA-386D-5447-BC0E-EB7887B8FEFD}"/>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BBB26098-DF2F-704A-9CE3-477B4A4088E8}"/>
              </a:ext>
            </a:extLst>
          </p:cNvPr>
          <p:cNvGrpSpPr/>
          <p:nvPr/>
        </p:nvGrpSpPr>
        <p:grpSpPr>
          <a:xfrm>
            <a:off x="7966553" y="3920142"/>
            <a:ext cx="298450" cy="651303"/>
            <a:chOff x="7398516" y="3578212"/>
            <a:chExt cx="298450" cy="651303"/>
          </a:xfrm>
        </p:grpSpPr>
        <p:sp>
          <p:nvSpPr>
            <p:cNvPr id="143" name="Oval 99">
              <a:extLst>
                <a:ext uri="{FF2B5EF4-FFF2-40B4-BE49-F238E27FC236}">
                  <a16:creationId xmlns:a16="http://schemas.microsoft.com/office/drawing/2014/main" id="{1FE7763F-DEFC-0445-A67D-64E5AE1809A5}"/>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Box 100">
              <a:extLst>
                <a:ext uri="{FF2B5EF4-FFF2-40B4-BE49-F238E27FC236}">
                  <a16:creationId xmlns:a16="http://schemas.microsoft.com/office/drawing/2014/main" id="{4A02E4C3-DE29-4645-A913-F3187EB5821D}"/>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145" name="Straight Arrow Connector 144">
              <a:extLst>
                <a:ext uri="{FF2B5EF4-FFF2-40B4-BE49-F238E27FC236}">
                  <a16:creationId xmlns:a16="http://schemas.microsoft.com/office/drawing/2014/main" id="{CB4D562C-391A-154A-B9C0-DCBC67DEF7B3}"/>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C04C0CEA-EE95-7C45-9F9E-3251EBAE6CAD}"/>
              </a:ext>
            </a:extLst>
          </p:cNvPr>
          <p:cNvGrpSpPr/>
          <p:nvPr/>
        </p:nvGrpSpPr>
        <p:grpSpPr>
          <a:xfrm>
            <a:off x="8574489" y="3916263"/>
            <a:ext cx="298450" cy="651303"/>
            <a:chOff x="7398516" y="3578212"/>
            <a:chExt cx="298450" cy="651303"/>
          </a:xfrm>
        </p:grpSpPr>
        <p:sp>
          <p:nvSpPr>
            <p:cNvPr id="147" name="Oval 99">
              <a:extLst>
                <a:ext uri="{FF2B5EF4-FFF2-40B4-BE49-F238E27FC236}">
                  <a16:creationId xmlns:a16="http://schemas.microsoft.com/office/drawing/2014/main" id="{AAFD89C4-864D-F34B-A82D-1BB28524569F}"/>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Box 100">
              <a:extLst>
                <a:ext uri="{FF2B5EF4-FFF2-40B4-BE49-F238E27FC236}">
                  <a16:creationId xmlns:a16="http://schemas.microsoft.com/office/drawing/2014/main" id="{131EAF45-AA88-C248-A0B3-290327B798A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149" name="Straight Arrow Connector 148">
              <a:extLst>
                <a:ext uri="{FF2B5EF4-FFF2-40B4-BE49-F238E27FC236}">
                  <a16:creationId xmlns:a16="http://schemas.microsoft.com/office/drawing/2014/main" id="{B0FAAC14-1425-6443-B0A5-5CBC5E66DC31}"/>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E16912A4-6BD9-FB48-8EF7-0DB862FE810A}"/>
              </a:ext>
            </a:extLst>
          </p:cNvPr>
          <p:cNvGrpSpPr/>
          <p:nvPr/>
        </p:nvGrpSpPr>
        <p:grpSpPr>
          <a:xfrm>
            <a:off x="7829819" y="3644517"/>
            <a:ext cx="298450" cy="927483"/>
            <a:chOff x="6725889" y="3647842"/>
            <a:chExt cx="298450" cy="927483"/>
          </a:xfrm>
        </p:grpSpPr>
        <p:sp>
          <p:nvSpPr>
            <p:cNvPr id="153" name="Oval 89">
              <a:extLst>
                <a:ext uri="{FF2B5EF4-FFF2-40B4-BE49-F238E27FC236}">
                  <a16:creationId xmlns:a16="http://schemas.microsoft.com/office/drawing/2014/main" id="{DB6F42F1-F3D1-9241-AFE5-67FBD8ACEBCB}"/>
                </a:ext>
              </a:extLst>
            </p:cNvPr>
            <p:cNvSpPr>
              <a:spLocks noChangeArrowheads="1"/>
            </p:cNvSpPr>
            <p:nvPr/>
          </p:nvSpPr>
          <p:spPr bwMode="auto">
            <a:xfrm>
              <a:off x="6759258" y="3722164"/>
              <a:ext cx="220266" cy="20023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TextBox 90">
              <a:extLst>
                <a:ext uri="{FF2B5EF4-FFF2-40B4-BE49-F238E27FC236}">
                  <a16:creationId xmlns:a16="http://schemas.microsoft.com/office/drawing/2014/main" id="{D3EE74DA-4F35-BD42-A402-E5709C9941D0}"/>
                </a:ext>
              </a:extLst>
            </p:cNvPr>
            <p:cNvSpPr txBox="1">
              <a:spLocks noChangeArrowheads="1"/>
            </p:cNvSpPr>
            <p:nvPr/>
          </p:nvSpPr>
          <p:spPr bwMode="auto">
            <a:xfrm>
              <a:off x="6725889" y="3647842"/>
              <a:ext cx="298450" cy="3387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15" name="Straight Arrow Connector 14">
              <a:extLst>
                <a:ext uri="{FF2B5EF4-FFF2-40B4-BE49-F238E27FC236}">
                  <a16:creationId xmlns:a16="http://schemas.microsoft.com/office/drawing/2014/main" id="{95ED8863-F045-6C4F-8410-611648593128}"/>
                </a:ext>
              </a:extLst>
            </p:cNvPr>
            <p:cNvCxnSpPr/>
            <p:nvPr/>
          </p:nvCxnSpPr>
          <p:spPr>
            <a:xfrm>
              <a:off x="6866312" y="3920282"/>
              <a:ext cx="0" cy="655043"/>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6" name="Group 275">
            <a:extLst>
              <a:ext uri="{FF2B5EF4-FFF2-40B4-BE49-F238E27FC236}">
                <a16:creationId xmlns:a16="http://schemas.microsoft.com/office/drawing/2014/main" id="{9D42AA4F-FBF9-CC40-8705-7E68F9D30BB8}"/>
              </a:ext>
            </a:extLst>
          </p:cNvPr>
          <p:cNvGrpSpPr/>
          <p:nvPr/>
        </p:nvGrpSpPr>
        <p:grpSpPr>
          <a:xfrm>
            <a:off x="9807544" y="3925685"/>
            <a:ext cx="298450" cy="647977"/>
            <a:chOff x="7405166" y="3581538"/>
            <a:chExt cx="298450" cy="647977"/>
          </a:xfrm>
        </p:grpSpPr>
        <p:sp>
          <p:nvSpPr>
            <p:cNvPr id="277" name="Oval 99">
              <a:extLst>
                <a:ext uri="{FF2B5EF4-FFF2-40B4-BE49-F238E27FC236}">
                  <a16:creationId xmlns:a16="http://schemas.microsoft.com/office/drawing/2014/main" id="{ED4C12D3-CD45-C940-B0F8-78FF1990B419}"/>
                </a:ext>
              </a:extLst>
            </p:cNvPr>
            <p:cNvSpPr>
              <a:spLocks noChangeArrowheads="1"/>
            </p:cNvSpPr>
            <p:nvPr/>
          </p:nvSpPr>
          <p:spPr bwMode="auto">
            <a:xfrm>
              <a:off x="7440043" y="3649200"/>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TextBox 100">
              <a:extLst>
                <a:ext uri="{FF2B5EF4-FFF2-40B4-BE49-F238E27FC236}">
                  <a16:creationId xmlns:a16="http://schemas.microsoft.com/office/drawing/2014/main" id="{E3B96439-708C-5041-BAA5-E79EF5FA9D24}"/>
                </a:ext>
              </a:extLst>
            </p:cNvPr>
            <p:cNvSpPr txBox="1">
              <a:spLocks noChangeArrowheads="1"/>
            </p:cNvSpPr>
            <p:nvPr/>
          </p:nvSpPr>
          <p:spPr bwMode="auto">
            <a:xfrm>
              <a:off x="7405166" y="358153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79" name="Straight Arrow Connector 278">
              <a:extLst>
                <a:ext uri="{FF2B5EF4-FFF2-40B4-BE49-F238E27FC236}">
                  <a16:creationId xmlns:a16="http://schemas.microsoft.com/office/drawing/2014/main" id="{F92783F0-8C2B-C34F-B314-E5566258AF39}"/>
                </a:ext>
              </a:extLst>
            </p:cNvPr>
            <p:cNvCxnSpPr>
              <a:cxnSpLocks/>
            </p:cNvCxnSpPr>
            <p:nvPr/>
          </p:nvCxnSpPr>
          <p:spPr>
            <a:xfrm>
              <a:off x="7551281" y="385045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5183055A-5BE8-A942-8605-57EA41C15EAA}"/>
              </a:ext>
            </a:extLst>
          </p:cNvPr>
          <p:cNvGrpSpPr/>
          <p:nvPr/>
        </p:nvGrpSpPr>
        <p:grpSpPr>
          <a:xfrm>
            <a:off x="8029730" y="5366143"/>
            <a:ext cx="298450" cy="651728"/>
            <a:chOff x="7384663" y="5459245"/>
            <a:chExt cx="298450" cy="651728"/>
          </a:xfrm>
        </p:grpSpPr>
        <p:sp>
          <p:nvSpPr>
            <p:cNvPr id="281" name="Oval 99">
              <a:extLst>
                <a:ext uri="{FF2B5EF4-FFF2-40B4-BE49-F238E27FC236}">
                  <a16:creationId xmlns:a16="http://schemas.microsoft.com/office/drawing/2014/main" id="{9934B476-1895-D149-A552-448E1310E22F}"/>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TextBox 100">
              <a:extLst>
                <a:ext uri="{FF2B5EF4-FFF2-40B4-BE49-F238E27FC236}">
                  <a16:creationId xmlns:a16="http://schemas.microsoft.com/office/drawing/2014/main" id="{0B65A5ED-22FF-694D-A8CF-CD58B7906C11}"/>
                </a:ext>
              </a:extLst>
            </p:cNvPr>
            <p:cNvSpPr txBox="1">
              <a:spLocks noChangeArrowheads="1"/>
            </p:cNvSpPr>
            <p:nvPr/>
          </p:nvSpPr>
          <p:spPr bwMode="auto">
            <a:xfrm>
              <a:off x="738466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283" name="Straight Arrow Connector 282">
              <a:extLst>
                <a:ext uri="{FF2B5EF4-FFF2-40B4-BE49-F238E27FC236}">
                  <a16:creationId xmlns:a16="http://schemas.microsoft.com/office/drawing/2014/main" id="{880B4985-A2E7-9840-89DB-43CD1C32889B}"/>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4" name="Group 283">
            <a:extLst>
              <a:ext uri="{FF2B5EF4-FFF2-40B4-BE49-F238E27FC236}">
                <a16:creationId xmlns:a16="http://schemas.microsoft.com/office/drawing/2014/main" id="{08BFC867-D14D-3144-B81A-791B84130F74}"/>
              </a:ext>
            </a:extLst>
          </p:cNvPr>
          <p:cNvGrpSpPr/>
          <p:nvPr/>
        </p:nvGrpSpPr>
        <p:grpSpPr>
          <a:xfrm>
            <a:off x="8381636" y="5365589"/>
            <a:ext cx="298450" cy="651728"/>
            <a:chOff x="7391313" y="5459245"/>
            <a:chExt cx="298450" cy="651728"/>
          </a:xfrm>
        </p:grpSpPr>
        <p:sp>
          <p:nvSpPr>
            <p:cNvPr id="285" name="Oval 99">
              <a:extLst>
                <a:ext uri="{FF2B5EF4-FFF2-40B4-BE49-F238E27FC236}">
                  <a16:creationId xmlns:a16="http://schemas.microsoft.com/office/drawing/2014/main" id="{BCA5C7D8-492C-6D4C-A709-3454D0AADA65}"/>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Box 100">
              <a:extLst>
                <a:ext uri="{FF2B5EF4-FFF2-40B4-BE49-F238E27FC236}">
                  <a16:creationId xmlns:a16="http://schemas.microsoft.com/office/drawing/2014/main" id="{56C67F63-AD2F-904B-A5F0-CB276135875F}"/>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287" name="Straight Arrow Connector 286">
              <a:extLst>
                <a:ext uri="{FF2B5EF4-FFF2-40B4-BE49-F238E27FC236}">
                  <a16:creationId xmlns:a16="http://schemas.microsoft.com/office/drawing/2014/main" id="{CED90D14-0E45-5341-B1F1-814D49A675B5}"/>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8" name="Group 287">
            <a:extLst>
              <a:ext uri="{FF2B5EF4-FFF2-40B4-BE49-F238E27FC236}">
                <a16:creationId xmlns:a16="http://schemas.microsoft.com/office/drawing/2014/main" id="{6AD51B82-2C86-C848-B33C-7B11C8FA3B57}"/>
              </a:ext>
            </a:extLst>
          </p:cNvPr>
          <p:cNvGrpSpPr/>
          <p:nvPr/>
        </p:nvGrpSpPr>
        <p:grpSpPr>
          <a:xfrm>
            <a:off x="8736867" y="5365034"/>
            <a:ext cx="298450" cy="651727"/>
            <a:chOff x="7391313" y="5459245"/>
            <a:chExt cx="298450" cy="651727"/>
          </a:xfrm>
        </p:grpSpPr>
        <p:sp>
          <p:nvSpPr>
            <p:cNvPr id="289" name="Oval 99">
              <a:extLst>
                <a:ext uri="{FF2B5EF4-FFF2-40B4-BE49-F238E27FC236}">
                  <a16:creationId xmlns:a16="http://schemas.microsoft.com/office/drawing/2014/main" id="{8B751EE7-2235-4048-BC78-0782B52B6DB6}"/>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0" name="TextBox 100">
              <a:extLst>
                <a:ext uri="{FF2B5EF4-FFF2-40B4-BE49-F238E27FC236}">
                  <a16:creationId xmlns:a16="http://schemas.microsoft.com/office/drawing/2014/main" id="{B8507147-FC4D-1542-A3A7-90596BEFDB7A}"/>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291" name="Straight Arrow Connector 290">
              <a:extLst>
                <a:ext uri="{FF2B5EF4-FFF2-40B4-BE49-F238E27FC236}">
                  <a16:creationId xmlns:a16="http://schemas.microsoft.com/office/drawing/2014/main" id="{F74942C4-4354-FE45-B718-B6E99CA1D39F}"/>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2" name="Group 291">
            <a:extLst>
              <a:ext uri="{FF2B5EF4-FFF2-40B4-BE49-F238E27FC236}">
                <a16:creationId xmlns:a16="http://schemas.microsoft.com/office/drawing/2014/main" id="{CED60DF8-B507-0E4E-8EFC-684EF5836E2E}"/>
              </a:ext>
            </a:extLst>
          </p:cNvPr>
          <p:cNvGrpSpPr/>
          <p:nvPr/>
        </p:nvGrpSpPr>
        <p:grpSpPr>
          <a:xfrm>
            <a:off x="9086001" y="5365035"/>
            <a:ext cx="298450" cy="651728"/>
            <a:chOff x="7391313" y="5459245"/>
            <a:chExt cx="298450" cy="651728"/>
          </a:xfrm>
        </p:grpSpPr>
        <p:sp>
          <p:nvSpPr>
            <p:cNvPr id="293" name="Oval 99">
              <a:extLst>
                <a:ext uri="{FF2B5EF4-FFF2-40B4-BE49-F238E27FC236}">
                  <a16:creationId xmlns:a16="http://schemas.microsoft.com/office/drawing/2014/main" id="{52D8440D-1B32-3B45-A2B4-B9EB99F22D2B}"/>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TextBox 100">
              <a:extLst>
                <a:ext uri="{FF2B5EF4-FFF2-40B4-BE49-F238E27FC236}">
                  <a16:creationId xmlns:a16="http://schemas.microsoft.com/office/drawing/2014/main" id="{F6D396E6-A748-A548-A25E-DD22B2CA3BBA}"/>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295" name="Straight Arrow Connector 294">
              <a:extLst>
                <a:ext uri="{FF2B5EF4-FFF2-40B4-BE49-F238E27FC236}">
                  <a16:creationId xmlns:a16="http://schemas.microsoft.com/office/drawing/2014/main" id="{114BECB2-1F39-4842-A148-3F058B5E87B9}"/>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6" name="Group 295">
            <a:extLst>
              <a:ext uri="{FF2B5EF4-FFF2-40B4-BE49-F238E27FC236}">
                <a16:creationId xmlns:a16="http://schemas.microsoft.com/office/drawing/2014/main" id="{A49EEF46-5C0F-1641-93E3-C585EB817C3A}"/>
              </a:ext>
            </a:extLst>
          </p:cNvPr>
          <p:cNvGrpSpPr/>
          <p:nvPr/>
        </p:nvGrpSpPr>
        <p:grpSpPr>
          <a:xfrm>
            <a:off x="10159452" y="5361155"/>
            <a:ext cx="298450" cy="651727"/>
            <a:chOff x="7391313" y="5459245"/>
            <a:chExt cx="298450" cy="651727"/>
          </a:xfrm>
        </p:grpSpPr>
        <p:sp>
          <p:nvSpPr>
            <p:cNvPr id="297" name="Oval 99">
              <a:extLst>
                <a:ext uri="{FF2B5EF4-FFF2-40B4-BE49-F238E27FC236}">
                  <a16:creationId xmlns:a16="http://schemas.microsoft.com/office/drawing/2014/main" id="{3DCA5832-DE2D-764A-99B6-A0207347696F}"/>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TextBox 100">
              <a:extLst>
                <a:ext uri="{FF2B5EF4-FFF2-40B4-BE49-F238E27FC236}">
                  <a16:creationId xmlns:a16="http://schemas.microsoft.com/office/drawing/2014/main" id="{5B31099F-7256-BD4F-88BF-DDDC029150D2}"/>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99" name="Straight Arrow Connector 298">
              <a:extLst>
                <a:ext uri="{FF2B5EF4-FFF2-40B4-BE49-F238E27FC236}">
                  <a16:creationId xmlns:a16="http://schemas.microsoft.com/office/drawing/2014/main" id="{299E53A8-3472-E546-8464-2381D0D10BDC}"/>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17" name="Slide Number Placeholder 4">
            <a:extLst>
              <a:ext uri="{FF2B5EF4-FFF2-40B4-BE49-F238E27FC236}">
                <a16:creationId xmlns:a16="http://schemas.microsoft.com/office/drawing/2014/main" id="{B39E7F7E-5ABD-0848-8F48-93D47E0EAB8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30</a:t>
            </a:fld>
            <a:endParaRPr lang="en-US" dirty="0"/>
          </a:p>
        </p:txBody>
      </p:sp>
    </p:spTree>
    <p:extLst>
      <p:ext uri="{BB962C8B-B14F-4D97-AF65-F5344CB8AC3E}">
        <p14:creationId xmlns:p14="http://schemas.microsoft.com/office/powerpoint/2010/main" val="3508388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dissolve">
                                      <p:cBhvr>
                                        <p:cTn id="7" dur="500"/>
                                        <p:tgtEl>
                                          <p:spTgt spid="1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dissolv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500"/>
                                        <p:tgtEl>
                                          <p:spTgt spid="13"/>
                                        </p:tgtEl>
                                      </p:cBhvr>
                                    </p:animEffect>
                                  </p:childTnLst>
                                </p:cTn>
                              </p:par>
                            </p:childTnLst>
                          </p:cTn>
                        </p:par>
                        <p:par>
                          <p:cTn id="18" fill="hold">
                            <p:stCondLst>
                              <p:cond delay="500"/>
                            </p:stCondLst>
                            <p:childTnLst>
                              <p:par>
                                <p:cTn id="19" presetID="22" presetClass="entr" presetSubtype="1" fill="hold" nodeType="afterEffect">
                                  <p:stCondLst>
                                    <p:cond delay="0"/>
                                  </p:stCondLst>
                                  <p:childTnLst>
                                    <p:set>
                                      <p:cBhvr>
                                        <p:cTn id="20" dur="1" fill="hold">
                                          <p:stCondLst>
                                            <p:cond delay="0"/>
                                          </p:stCondLst>
                                        </p:cTn>
                                        <p:tgtEl>
                                          <p:spTgt spid="198"/>
                                        </p:tgtEl>
                                        <p:attrNameLst>
                                          <p:attrName>style.visibility</p:attrName>
                                        </p:attrNameLst>
                                      </p:cBhvr>
                                      <p:to>
                                        <p:strVal val="visible"/>
                                      </p:to>
                                    </p:set>
                                    <p:animEffect transition="in" filter="wipe(up)">
                                      <p:cBhvr>
                                        <p:cTn id="21" dur="500"/>
                                        <p:tgtEl>
                                          <p:spTgt spid="19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wipe(up)">
                                      <p:cBhvr>
                                        <p:cTn id="26" dur="500"/>
                                        <p:tgtEl>
                                          <p:spTgt spid="16"/>
                                        </p:tgtEl>
                                      </p:cBhvr>
                                    </p:animEffect>
                                  </p:childTnLst>
                                </p:cTn>
                              </p:par>
                            </p:childTnLst>
                          </p:cTn>
                        </p:par>
                        <p:par>
                          <p:cTn id="27" fill="hold">
                            <p:stCondLst>
                              <p:cond delay="500"/>
                            </p:stCondLst>
                            <p:childTnLst>
                              <p:par>
                                <p:cTn id="28" presetID="22" presetClass="entr" presetSubtype="1" fill="hold" nodeType="afterEffect">
                                  <p:stCondLst>
                                    <p:cond delay="500"/>
                                  </p:stCondLst>
                                  <p:childTnLst>
                                    <p:set>
                                      <p:cBhvr>
                                        <p:cTn id="29" dur="1" fill="hold">
                                          <p:stCondLst>
                                            <p:cond delay="0"/>
                                          </p:stCondLst>
                                        </p:cTn>
                                        <p:tgtEl>
                                          <p:spTgt spid="142"/>
                                        </p:tgtEl>
                                        <p:attrNameLst>
                                          <p:attrName>style.visibility</p:attrName>
                                        </p:attrNameLst>
                                      </p:cBhvr>
                                      <p:to>
                                        <p:strVal val="visible"/>
                                      </p:to>
                                    </p:set>
                                    <p:animEffect transition="in" filter="wipe(up)">
                                      <p:cBhvr>
                                        <p:cTn id="30" dur="500"/>
                                        <p:tgtEl>
                                          <p:spTgt spid="142"/>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wipe(up)">
                                      <p:cBhvr>
                                        <p:cTn id="35" dur="500"/>
                                        <p:tgtEl>
                                          <p:spTgt spid="17"/>
                                        </p:tgtEl>
                                      </p:cBhvr>
                                    </p:animEffect>
                                  </p:childTnLst>
                                </p:cTn>
                              </p:par>
                            </p:childTnLst>
                          </p:cTn>
                        </p:par>
                        <p:par>
                          <p:cTn id="36" fill="hold">
                            <p:stCondLst>
                              <p:cond delay="500"/>
                            </p:stCondLst>
                            <p:childTnLst>
                              <p:par>
                                <p:cTn id="37" presetID="22" presetClass="entr" presetSubtype="1" fill="hold" nodeType="afterEffect">
                                  <p:stCondLst>
                                    <p:cond delay="0"/>
                                  </p:stCondLst>
                                  <p:childTnLst>
                                    <p:set>
                                      <p:cBhvr>
                                        <p:cTn id="38" dur="1" fill="hold">
                                          <p:stCondLst>
                                            <p:cond delay="0"/>
                                          </p:stCondLst>
                                        </p:cTn>
                                        <p:tgtEl>
                                          <p:spTgt spid="203"/>
                                        </p:tgtEl>
                                        <p:attrNameLst>
                                          <p:attrName>style.visibility</p:attrName>
                                        </p:attrNameLst>
                                      </p:cBhvr>
                                      <p:to>
                                        <p:strVal val="visible"/>
                                      </p:to>
                                    </p:set>
                                    <p:animEffect transition="in" filter="wipe(up)">
                                      <p:cBhvr>
                                        <p:cTn id="39" dur="500"/>
                                        <p:tgtEl>
                                          <p:spTgt spid="203"/>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284"/>
                                        </p:tgtEl>
                                        <p:attrNameLst>
                                          <p:attrName>style.visibility</p:attrName>
                                        </p:attrNameLst>
                                      </p:cBhvr>
                                      <p:to>
                                        <p:strVal val="visible"/>
                                      </p:to>
                                    </p:set>
                                    <p:animEffect transition="in" filter="wipe(up)">
                                      <p:cBhvr>
                                        <p:cTn id="44" dur="500"/>
                                        <p:tgtEl>
                                          <p:spTgt spid="284"/>
                                        </p:tgtEl>
                                      </p:cBhvr>
                                    </p:animEffect>
                                  </p:childTnLst>
                                </p:cTn>
                              </p:par>
                            </p:childTnLst>
                          </p:cTn>
                        </p:par>
                        <p:par>
                          <p:cTn id="45" fill="hold">
                            <p:stCondLst>
                              <p:cond delay="500"/>
                            </p:stCondLst>
                            <p:childTnLst>
                              <p:par>
                                <p:cTn id="46" presetID="22" presetClass="entr" presetSubtype="1" fill="hold" nodeType="afterEffect">
                                  <p:stCondLst>
                                    <p:cond delay="0"/>
                                  </p:stCondLst>
                                  <p:childTnLst>
                                    <p:set>
                                      <p:cBhvr>
                                        <p:cTn id="47" dur="1" fill="hold">
                                          <p:stCondLst>
                                            <p:cond delay="0"/>
                                          </p:stCondLst>
                                        </p:cTn>
                                        <p:tgtEl>
                                          <p:spTgt spid="208"/>
                                        </p:tgtEl>
                                        <p:attrNameLst>
                                          <p:attrName>style.visibility</p:attrName>
                                        </p:attrNameLst>
                                      </p:cBhvr>
                                      <p:to>
                                        <p:strVal val="visible"/>
                                      </p:to>
                                    </p:set>
                                    <p:animEffect transition="in" filter="wipe(up)">
                                      <p:cBhvr>
                                        <p:cTn id="48" dur="500"/>
                                        <p:tgtEl>
                                          <p:spTgt spid="208"/>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nodeType="clickEffect">
                                  <p:stCondLst>
                                    <p:cond delay="0"/>
                                  </p:stCondLst>
                                  <p:childTnLst>
                                    <p:set>
                                      <p:cBhvr>
                                        <p:cTn id="52" dur="1" fill="hold">
                                          <p:stCondLst>
                                            <p:cond delay="0"/>
                                          </p:stCondLst>
                                        </p:cTn>
                                        <p:tgtEl>
                                          <p:spTgt spid="146"/>
                                        </p:tgtEl>
                                        <p:attrNameLst>
                                          <p:attrName>style.visibility</p:attrName>
                                        </p:attrNameLst>
                                      </p:cBhvr>
                                      <p:to>
                                        <p:strVal val="visible"/>
                                      </p:to>
                                    </p:set>
                                    <p:animEffect transition="in" filter="wipe(up)">
                                      <p:cBhvr>
                                        <p:cTn id="53" dur="500"/>
                                        <p:tgtEl>
                                          <p:spTgt spid="146"/>
                                        </p:tgtEl>
                                      </p:cBhvr>
                                    </p:animEffect>
                                  </p:childTnLst>
                                </p:cTn>
                              </p:par>
                            </p:childTnLst>
                          </p:cTn>
                        </p:par>
                        <p:par>
                          <p:cTn id="54" fill="hold">
                            <p:stCondLst>
                              <p:cond delay="500"/>
                            </p:stCondLst>
                            <p:childTnLst>
                              <p:par>
                                <p:cTn id="55" presetID="22" presetClass="entr" presetSubtype="1" fill="hold" nodeType="afterEffect">
                                  <p:stCondLst>
                                    <p:cond delay="0"/>
                                  </p:stCondLst>
                                  <p:childTnLst>
                                    <p:set>
                                      <p:cBhvr>
                                        <p:cTn id="56" dur="1" fill="hold">
                                          <p:stCondLst>
                                            <p:cond delay="0"/>
                                          </p:stCondLst>
                                        </p:cTn>
                                        <p:tgtEl>
                                          <p:spTgt spid="288"/>
                                        </p:tgtEl>
                                        <p:attrNameLst>
                                          <p:attrName>style.visibility</p:attrName>
                                        </p:attrNameLst>
                                      </p:cBhvr>
                                      <p:to>
                                        <p:strVal val="visible"/>
                                      </p:to>
                                    </p:set>
                                    <p:animEffect transition="in" filter="wipe(up)">
                                      <p:cBhvr>
                                        <p:cTn id="57" dur="500"/>
                                        <p:tgtEl>
                                          <p:spTgt spid="288"/>
                                        </p:tgtEl>
                                      </p:cBhvr>
                                    </p:animEffect>
                                  </p:childTnLst>
                                </p:cTn>
                              </p:par>
                            </p:childTnLst>
                          </p:cTn>
                        </p:par>
                        <p:par>
                          <p:cTn id="58" fill="hold">
                            <p:stCondLst>
                              <p:cond delay="1000"/>
                            </p:stCondLst>
                            <p:childTnLst>
                              <p:par>
                                <p:cTn id="59" presetID="22" presetClass="entr" presetSubtype="1" fill="hold" nodeType="afterEffect">
                                  <p:stCondLst>
                                    <p:cond delay="0"/>
                                  </p:stCondLst>
                                  <p:childTnLst>
                                    <p:set>
                                      <p:cBhvr>
                                        <p:cTn id="60" dur="1" fill="hold">
                                          <p:stCondLst>
                                            <p:cond delay="0"/>
                                          </p:stCondLst>
                                        </p:cTn>
                                        <p:tgtEl>
                                          <p:spTgt spid="213"/>
                                        </p:tgtEl>
                                        <p:attrNameLst>
                                          <p:attrName>style.visibility</p:attrName>
                                        </p:attrNameLst>
                                      </p:cBhvr>
                                      <p:to>
                                        <p:strVal val="visible"/>
                                      </p:to>
                                    </p:set>
                                    <p:animEffect transition="in" filter="wipe(up)">
                                      <p:cBhvr>
                                        <p:cTn id="61" dur="500"/>
                                        <p:tgtEl>
                                          <p:spTgt spid="213"/>
                                        </p:tgtEl>
                                      </p:cBhvr>
                                    </p:animEffect>
                                  </p:childTnLst>
                                </p:cTn>
                              </p:par>
                            </p:childTnLst>
                          </p:cTn>
                        </p:par>
                        <p:par>
                          <p:cTn id="62" fill="hold">
                            <p:stCondLst>
                              <p:cond delay="1500"/>
                            </p:stCondLst>
                            <p:childTnLst>
                              <p:par>
                                <p:cTn id="63" presetID="22" presetClass="entr" presetSubtype="1" fill="hold" nodeType="afterEffect">
                                  <p:stCondLst>
                                    <p:cond delay="0"/>
                                  </p:stCondLst>
                                  <p:childTnLst>
                                    <p:set>
                                      <p:cBhvr>
                                        <p:cTn id="64" dur="1" fill="hold">
                                          <p:stCondLst>
                                            <p:cond delay="0"/>
                                          </p:stCondLst>
                                        </p:cTn>
                                        <p:tgtEl>
                                          <p:spTgt spid="292"/>
                                        </p:tgtEl>
                                        <p:attrNameLst>
                                          <p:attrName>style.visibility</p:attrName>
                                        </p:attrNameLst>
                                      </p:cBhvr>
                                      <p:to>
                                        <p:strVal val="visible"/>
                                      </p:to>
                                    </p:set>
                                    <p:animEffect transition="in" filter="wipe(up)">
                                      <p:cBhvr>
                                        <p:cTn id="65" dur="500"/>
                                        <p:tgtEl>
                                          <p:spTgt spid="292"/>
                                        </p:tgtEl>
                                      </p:cBhvr>
                                    </p:animEffect>
                                  </p:childTnLst>
                                </p:cTn>
                              </p:par>
                            </p:childTnLst>
                          </p:cTn>
                        </p:par>
                        <p:par>
                          <p:cTn id="66" fill="hold">
                            <p:stCondLst>
                              <p:cond delay="2000"/>
                            </p:stCondLst>
                            <p:childTnLst>
                              <p:par>
                                <p:cTn id="67" presetID="22" presetClass="entr" presetSubtype="1" fill="hold" nodeType="afterEffect">
                                  <p:stCondLst>
                                    <p:cond delay="0"/>
                                  </p:stCondLst>
                                  <p:childTnLst>
                                    <p:set>
                                      <p:cBhvr>
                                        <p:cTn id="68" dur="1" fill="hold">
                                          <p:stCondLst>
                                            <p:cond delay="0"/>
                                          </p:stCondLst>
                                        </p:cTn>
                                        <p:tgtEl>
                                          <p:spTgt spid="276"/>
                                        </p:tgtEl>
                                        <p:attrNameLst>
                                          <p:attrName>style.visibility</p:attrName>
                                        </p:attrNameLst>
                                      </p:cBhvr>
                                      <p:to>
                                        <p:strVal val="visible"/>
                                      </p:to>
                                    </p:set>
                                    <p:animEffect transition="in" filter="wipe(up)">
                                      <p:cBhvr>
                                        <p:cTn id="69" dur="500"/>
                                        <p:tgtEl>
                                          <p:spTgt spid="276"/>
                                        </p:tgtEl>
                                      </p:cBhvr>
                                    </p:animEffect>
                                  </p:childTnLst>
                                </p:cTn>
                              </p:par>
                            </p:childTnLst>
                          </p:cTn>
                        </p:par>
                        <p:par>
                          <p:cTn id="70" fill="hold">
                            <p:stCondLst>
                              <p:cond delay="2500"/>
                            </p:stCondLst>
                            <p:childTnLst>
                              <p:par>
                                <p:cTn id="71" presetID="22" presetClass="entr" presetSubtype="1" fill="hold" nodeType="afterEffect">
                                  <p:stCondLst>
                                    <p:cond delay="0"/>
                                  </p:stCondLst>
                                  <p:childTnLst>
                                    <p:set>
                                      <p:cBhvr>
                                        <p:cTn id="72" dur="1" fill="hold">
                                          <p:stCondLst>
                                            <p:cond delay="0"/>
                                          </p:stCondLst>
                                        </p:cTn>
                                        <p:tgtEl>
                                          <p:spTgt spid="218"/>
                                        </p:tgtEl>
                                        <p:attrNameLst>
                                          <p:attrName>style.visibility</p:attrName>
                                        </p:attrNameLst>
                                      </p:cBhvr>
                                      <p:to>
                                        <p:strVal val="visible"/>
                                      </p:to>
                                    </p:set>
                                    <p:animEffect transition="in" filter="wipe(up)">
                                      <p:cBhvr>
                                        <p:cTn id="73" dur="500"/>
                                        <p:tgtEl>
                                          <p:spTgt spid="218"/>
                                        </p:tgtEl>
                                      </p:cBhvr>
                                    </p:animEffect>
                                  </p:childTnLst>
                                </p:cTn>
                              </p:par>
                            </p:childTnLst>
                          </p:cTn>
                        </p:par>
                        <p:par>
                          <p:cTn id="74" fill="hold">
                            <p:stCondLst>
                              <p:cond delay="3000"/>
                            </p:stCondLst>
                            <p:childTnLst>
                              <p:par>
                                <p:cTn id="75" presetID="22" presetClass="entr" presetSubtype="1" fill="hold" nodeType="afterEffect">
                                  <p:stCondLst>
                                    <p:cond delay="0"/>
                                  </p:stCondLst>
                                  <p:childTnLst>
                                    <p:set>
                                      <p:cBhvr>
                                        <p:cTn id="76" dur="1" fill="hold">
                                          <p:stCondLst>
                                            <p:cond delay="0"/>
                                          </p:stCondLst>
                                        </p:cTn>
                                        <p:tgtEl>
                                          <p:spTgt spid="296"/>
                                        </p:tgtEl>
                                        <p:attrNameLst>
                                          <p:attrName>style.visibility</p:attrName>
                                        </p:attrNameLst>
                                      </p:cBhvr>
                                      <p:to>
                                        <p:strVal val="visible"/>
                                      </p:to>
                                    </p:set>
                                    <p:animEffect transition="in" filter="wipe(up)">
                                      <p:cBhvr>
                                        <p:cTn id="77" dur="500"/>
                                        <p:tgtEl>
                                          <p:spTgt spid="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359"/>
            <a:ext cx="5155396" cy="2513284"/>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Round Robin (RR) scheduling:</a:t>
            </a:r>
          </a:p>
          <a:p>
            <a:pPr marL="461963" indent="-223838"/>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round robin</a:t>
            </a:r>
            <a:endParaRPr lang="en-US" dirty="0"/>
          </a:p>
        </p:txBody>
      </p:sp>
      <p:cxnSp>
        <p:nvCxnSpPr>
          <p:cNvPr id="84" name="Straight Connector 83">
            <a:extLst>
              <a:ext uri="{FF2B5EF4-FFF2-40B4-BE49-F238E27FC236}">
                <a16:creationId xmlns:a16="http://schemas.microsoft.com/office/drawing/2014/main" id="{6F8A8ADF-5F32-994F-BC3B-330DE15D2284}"/>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Group 25">
            <a:extLst>
              <a:ext uri="{FF2B5EF4-FFF2-40B4-BE49-F238E27FC236}">
                <a16:creationId xmlns:a16="http://schemas.microsoft.com/office/drawing/2014/main" id="{5E20D4A5-ECB9-AC43-B9A4-23F1ACC6B544}"/>
              </a:ext>
            </a:extLst>
          </p:cNvPr>
          <p:cNvGrpSpPr>
            <a:grpSpLocks/>
          </p:cNvGrpSpPr>
          <p:nvPr/>
        </p:nvGrpSpPr>
        <p:grpSpPr bwMode="auto">
          <a:xfrm>
            <a:off x="7990116" y="2719344"/>
            <a:ext cx="1274199" cy="760001"/>
            <a:chOff x="1670312" y="2562997"/>
            <a:chExt cx="940317" cy="565219"/>
          </a:xfrm>
        </p:grpSpPr>
        <p:grpSp>
          <p:nvGrpSpPr>
            <p:cNvPr id="142" name="Group 28">
              <a:extLst>
                <a:ext uri="{FF2B5EF4-FFF2-40B4-BE49-F238E27FC236}">
                  <a16:creationId xmlns:a16="http://schemas.microsoft.com/office/drawing/2014/main" id="{0D74CDDD-C99A-B947-9EFD-CBD75E4B4878}"/>
                </a:ext>
              </a:extLst>
            </p:cNvPr>
            <p:cNvGrpSpPr>
              <a:grpSpLocks/>
            </p:cNvGrpSpPr>
            <p:nvPr/>
          </p:nvGrpSpPr>
          <p:grpSpPr bwMode="auto">
            <a:xfrm>
              <a:off x="1670312" y="2562997"/>
              <a:ext cx="929822" cy="565219"/>
              <a:chOff x="1670312" y="2562997"/>
              <a:chExt cx="929822" cy="565219"/>
            </a:xfrm>
          </p:grpSpPr>
          <p:sp>
            <p:nvSpPr>
              <p:cNvPr id="144" name="Rectangle 30">
                <a:extLst>
                  <a:ext uri="{FF2B5EF4-FFF2-40B4-BE49-F238E27FC236}">
                    <a16:creationId xmlns:a16="http://schemas.microsoft.com/office/drawing/2014/main" id="{5BA4441C-4DBA-5C43-9B95-11C0A5BE57D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45" name="Straight Connector 31">
                <a:extLst>
                  <a:ext uri="{FF2B5EF4-FFF2-40B4-BE49-F238E27FC236}">
                    <a16:creationId xmlns:a16="http://schemas.microsoft.com/office/drawing/2014/main" id="{770065E7-2AFF-9749-B481-CA28AC0942E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Straight Connector 32">
                <a:extLst>
                  <a:ext uri="{FF2B5EF4-FFF2-40B4-BE49-F238E27FC236}">
                    <a16:creationId xmlns:a16="http://schemas.microsoft.com/office/drawing/2014/main" id="{539B04A0-6232-674F-9C18-A238D11AEBDA}"/>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7" name="Straight Connector 33">
                <a:extLst>
                  <a:ext uri="{FF2B5EF4-FFF2-40B4-BE49-F238E27FC236}">
                    <a16:creationId xmlns:a16="http://schemas.microsoft.com/office/drawing/2014/main" id="{5A314D63-4A94-934B-B80A-574E64C1FC9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8" name="Straight Connector 34">
                <a:extLst>
                  <a:ext uri="{FF2B5EF4-FFF2-40B4-BE49-F238E27FC236}">
                    <a16:creationId xmlns:a16="http://schemas.microsoft.com/office/drawing/2014/main" id="{BA121D63-FFE6-C04E-AA14-2DF4C20BE70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9" name="Straight Connector 35">
                <a:extLst>
                  <a:ext uri="{FF2B5EF4-FFF2-40B4-BE49-F238E27FC236}">
                    <a16:creationId xmlns:a16="http://schemas.microsoft.com/office/drawing/2014/main" id="{EE858001-04E3-1143-818E-C81A03EFAB42}"/>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Straight Connector 36">
                <a:extLst>
                  <a:ext uri="{FF2B5EF4-FFF2-40B4-BE49-F238E27FC236}">
                    <a16:creationId xmlns:a16="http://schemas.microsoft.com/office/drawing/2014/main" id="{CBF470F2-7828-8D49-A5E2-E9BDE68C61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1" name="Straight Connector 37">
                <a:extLst>
                  <a:ext uri="{FF2B5EF4-FFF2-40B4-BE49-F238E27FC236}">
                    <a16:creationId xmlns:a16="http://schemas.microsoft.com/office/drawing/2014/main" id="{E97A75DC-F010-2C45-B01F-70860A3F93DA}"/>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43" name="Rectangle 29">
              <a:extLst>
                <a:ext uri="{FF2B5EF4-FFF2-40B4-BE49-F238E27FC236}">
                  <a16:creationId xmlns:a16="http://schemas.microsoft.com/office/drawing/2014/main" id="{D724ED3A-7ACB-D44D-A470-0A8862BA14C6}"/>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25">
            <a:extLst>
              <a:ext uri="{FF2B5EF4-FFF2-40B4-BE49-F238E27FC236}">
                <a16:creationId xmlns:a16="http://schemas.microsoft.com/office/drawing/2014/main" id="{78CE8917-94A5-5F43-9B45-4CF75FDA73E0}"/>
              </a:ext>
            </a:extLst>
          </p:cNvPr>
          <p:cNvGrpSpPr>
            <a:grpSpLocks/>
          </p:cNvGrpSpPr>
          <p:nvPr/>
        </p:nvGrpSpPr>
        <p:grpSpPr bwMode="auto">
          <a:xfrm>
            <a:off x="8007879" y="3655287"/>
            <a:ext cx="1292387" cy="763274"/>
            <a:chOff x="1670312" y="2562997"/>
            <a:chExt cx="940318" cy="565219"/>
          </a:xfrm>
        </p:grpSpPr>
        <p:grpSp>
          <p:nvGrpSpPr>
            <p:cNvPr id="132" name="Group 131">
              <a:extLst>
                <a:ext uri="{FF2B5EF4-FFF2-40B4-BE49-F238E27FC236}">
                  <a16:creationId xmlns:a16="http://schemas.microsoft.com/office/drawing/2014/main" id="{60D8E17B-A552-3844-9E03-2A679FC537F7}"/>
                </a:ext>
              </a:extLst>
            </p:cNvPr>
            <p:cNvGrpSpPr>
              <a:grpSpLocks/>
            </p:cNvGrpSpPr>
            <p:nvPr/>
          </p:nvGrpSpPr>
          <p:grpSpPr bwMode="auto">
            <a:xfrm>
              <a:off x="1670312" y="2562997"/>
              <a:ext cx="929822" cy="565219"/>
              <a:chOff x="1670312" y="2562997"/>
              <a:chExt cx="929822" cy="565219"/>
            </a:xfrm>
          </p:grpSpPr>
          <p:sp>
            <p:nvSpPr>
              <p:cNvPr id="134" name="Rectangle 133">
                <a:extLst>
                  <a:ext uri="{FF2B5EF4-FFF2-40B4-BE49-F238E27FC236}">
                    <a16:creationId xmlns:a16="http://schemas.microsoft.com/office/drawing/2014/main" id="{FB35063A-E9F2-BC4C-A8E9-717E50FE252F}"/>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35" name="Straight Connector 134">
                <a:extLst>
                  <a:ext uri="{FF2B5EF4-FFF2-40B4-BE49-F238E27FC236}">
                    <a16:creationId xmlns:a16="http://schemas.microsoft.com/office/drawing/2014/main" id="{9C02D04A-A9F5-2845-A7BE-433428BCC56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6" name="Straight Connector 135">
                <a:extLst>
                  <a:ext uri="{FF2B5EF4-FFF2-40B4-BE49-F238E27FC236}">
                    <a16:creationId xmlns:a16="http://schemas.microsoft.com/office/drawing/2014/main" id="{45BE41CA-E190-B348-8E48-9BC46D3CC8D1}"/>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7" name="Straight Connector 136">
                <a:extLst>
                  <a:ext uri="{FF2B5EF4-FFF2-40B4-BE49-F238E27FC236}">
                    <a16:creationId xmlns:a16="http://schemas.microsoft.com/office/drawing/2014/main" id="{B5D1529E-4924-C248-881D-B6922DDFDE7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8" name="Straight Connector 137">
                <a:extLst>
                  <a:ext uri="{FF2B5EF4-FFF2-40B4-BE49-F238E27FC236}">
                    <a16:creationId xmlns:a16="http://schemas.microsoft.com/office/drawing/2014/main" id="{11735752-9D7F-6347-A614-D2BFA8109450}"/>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9" name="Straight Connector 138">
                <a:extLst>
                  <a:ext uri="{FF2B5EF4-FFF2-40B4-BE49-F238E27FC236}">
                    <a16:creationId xmlns:a16="http://schemas.microsoft.com/office/drawing/2014/main" id="{868C59A4-7FD1-F149-8C50-5744DF74BB74}"/>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0" name="Straight Connector 139">
                <a:extLst>
                  <a:ext uri="{FF2B5EF4-FFF2-40B4-BE49-F238E27FC236}">
                    <a16:creationId xmlns:a16="http://schemas.microsoft.com/office/drawing/2014/main" id="{E8AFAF38-FB42-C546-9A05-3826F34FCB7C}"/>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1" name="Straight Connector 140">
                <a:extLst>
                  <a:ext uri="{FF2B5EF4-FFF2-40B4-BE49-F238E27FC236}">
                    <a16:creationId xmlns:a16="http://schemas.microsoft.com/office/drawing/2014/main" id="{31962054-FB67-854A-BED8-E660D3B28087}"/>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33" name="Rectangle 132">
              <a:extLst>
                <a:ext uri="{FF2B5EF4-FFF2-40B4-BE49-F238E27FC236}">
                  <a16:creationId xmlns:a16="http://schemas.microsoft.com/office/drawing/2014/main" id="{67ACE1BC-0185-2240-B3FE-B81E228E69C2}"/>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1" name="Group 25">
            <a:extLst>
              <a:ext uri="{FF2B5EF4-FFF2-40B4-BE49-F238E27FC236}">
                <a16:creationId xmlns:a16="http://schemas.microsoft.com/office/drawing/2014/main" id="{BA9911C7-BCF3-0441-8F93-9AAE670E0B0D}"/>
              </a:ext>
            </a:extLst>
          </p:cNvPr>
          <p:cNvGrpSpPr>
            <a:grpSpLocks/>
          </p:cNvGrpSpPr>
          <p:nvPr/>
        </p:nvGrpSpPr>
        <p:grpSpPr bwMode="auto">
          <a:xfrm>
            <a:off x="8004017" y="4563481"/>
            <a:ext cx="1292385" cy="721744"/>
            <a:chOff x="1670312" y="2562997"/>
            <a:chExt cx="940317" cy="565219"/>
          </a:xfrm>
        </p:grpSpPr>
        <p:grpSp>
          <p:nvGrpSpPr>
            <p:cNvPr id="122" name="Group 121">
              <a:extLst>
                <a:ext uri="{FF2B5EF4-FFF2-40B4-BE49-F238E27FC236}">
                  <a16:creationId xmlns:a16="http://schemas.microsoft.com/office/drawing/2014/main" id="{DFE00C82-D11B-C34C-BFC4-81E9F9A08BCB}"/>
                </a:ext>
              </a:extLst>
            </p:cNvPr>
            <p:cNvGrpSpPr>
              <a:grpSpLocks/>
            </p:cNvGrpSpPr>
            <p:nvPr/>
          </p:nvGrpSpPr>
          <p:grpSpPr bwMode="auto">
            <a:xfrm>
              <a:off x="1670312" y="2562997"/>
              <a:ext cx="929822" cy="565219"/>
              <a:chOff x="1670312" y="2562997"/>
              <a:chExt cx="929822" cy="565219"/>
            </a:xfrm>
          </p:grpSpPr>
          <p:sp>
            <p:nvSpPr>
              <p:cNvPr id="124" name="Rectangle 123">
                <a:extLst>
                  <a:ext uri="{FF2B5EF4-FFF2-40B4-BE49-F238E27FC236}">
                    <a16:creationId xmlns:a16="http://schemas.microsoft.com/office/drawing/2014/main" id="{8305CD10-A67D-8049-A130-7D6431365C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25" name="Straight Connector 124">
                <a:extLst>
                  <a:ext uri="{FF2B5EF4-FFF2-40B4-BE49-F238E27FC236}">
                    <a16:creationId xmlns:a16="http://schemas.microsoft.com/office/drawing/2014/main" id="{DD9A96F1-A0D6-6E45-A572-3878A16D9DA1}"/>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6" name="Straight Connector 125">
                <a:extLst>
                  <a:ext uri="{FF2B5EF4-FFF2-40B4-BE49-F238E27FC236}">
                    <a16:creationId xmlns:a16="http://schemas.microsoft.com/office/drawing/2014/main" id="{61F40E93-7522-5B49-9537-22A358F1F354}"/>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7" name="Straight Connector 126">
                <a:extLst>
                  <a:ext uri="{FF2B5EF4-FFF2-40B4-BE49-F238E27FC236}">
                    <a16:creationId xmlns:a16="http://schemas.microsoft.com/office/drawing/2014/main" id="{2C3669C8-8DC6-1144-A3B6-94CC50CAC7C9}"/>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8" name="Straight Connector 127">
                <a:extLst>
                  <a:ext uri="{FF2B5EF4-FFF2-40B4-BE49-F238E27FC236}">
                    <a16:creationId xmlns:a16="http://schemas.microsoft.com/office/drawing/2014/main" id="{038A7AFE-85D5-6843-A4D2-59A62B4BF6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9" name="Straight Connector 128">
                <a:extLst>
                  <a:ext uri="{FF2B5EF4-FFF2-40B4-BE49-F238E27FC236}">
                    <a16:creationId xmlns:a16="http://schemas.microsoft.com/office/drawing/2014/main" id="{8532C686-FF5E-204A-B3B1-08302EDF90FD}"/>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0" name="Straight Connector 129">
                <a:extLst>
                  <a:ext uri="{FF2B5EF4-FFF2-40B4-BE49-F238E27FC236}">
                    <a16:creationId xmlns:a16="http://schemas.microsoft.com/office/drawing/2014/main" id="{F6C3091D-F490-CF4A-8604-13C657DC184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1" name="Straight Connector 130">
                <a:extLst>
                  <a:ext uri="{FF2B5EF4-FFF2-40B4-BE49-F238E27FC236}">
                    <a16:creationId xmlns:a16="http://schemas.microsoft.com/office/drawing/2014/main" id="{D8A89B68-81DA-E544-8470-F55B36DAB5BF}"/>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3" name="Rectangle 122">
              <a:extLst>
                <a:ext uri="{FF2B5EF4-FFF2-40B4-BE49-F238E27FC236}">
                  <a16:creationId xmlns:a16="http://schemas.microsoft.com/office/drawing/2014/main" id="{1D236F41-84E2-4F41-887A-68DC8EDF6E8F}"/>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86" name="Triangle 85">
            <a:extLst>
              <a:ext uri="{FF2B5EF4-FFF2-40B4-BE49-F238E27FC236}">
                <a16:creationId xmlns:a16="http://schemas.microsoft.com/office/drawing/2014/main" id="{4E037740-5ED0-EC4A-8F76-0BD68A8C710B}"/>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7" name="Group 86">
            <a:extLst>
              <a:ext uri="{FF2B5EF4-FFF2-40B4-BE49-F238E27FC236}">
                <a16:creationId xmlns:a16="http://schemas.microsoft.com/office/drawing/2014/main" id="{F27883BF-A6F9-DE47-88A6-F0CE4216E83C}"/>
              </a:ext>
            </a:extLst>
          </p:cNvPr>
          <p:cNvGrpSpPr/>
          <p:nvPr/>
        </p:nvGrpSpPr>
        <p:grpSpPr>
          <a:xfrm>
            <a:off x="6303665" y="3871966"/>
            <a:ext cx="567187" cy="339970"/>
            <a:chOff x="9460523" y="6049108"/>
            <a:chExt cx="567187" cy="339970"/>
          </a:xfrm>
        </p:grpSpPr>
        <p:cxnSp>
          <p:nvCxnSpPr>
            <p:cNvPr id="116" name="Straight Arrow Connector 115">
              <a:extLst>
                <a:ext uri="{FF2B5EF4-FFF2-40B4-BE49-F238E27FC236}">
                  <a16:creationId xmlns:a16="http://schemas.microsoft.com/office/drawing/2014/main" id="{7F5C5A68-B743-7147-8BCF-20B7D5DC9051}"/>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449C0F1E-ECD0-B049-A9B5-7870538D7F31}"/>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2EBB538C-0DDB-B645-86CF-67A9457818FF}"/>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A1D419CE-A5C0-0A4F-85AC-1DB03EB7F28B}"/>
              </a:ext>
            </a:extLst>
          </p:cNvPr>
          <p:cNvGrpSpPr/>
          <p:nvPr/>
        </p:nvGrpSpPr>
        <p:grpSpPr>
          <a:xfrm>
            <a:off x="11245773" y="3893738"/>
            <a:ext cx="567187" cy="339970"/>
            <a:chOff x="9460523" y="6049108"/>
            <a:chExt cx="567187" cy="339970"/>
          </a:xfrm>
        </p:grpSpPr>
        <p:cxnSp>
          <p:nvCxnSpPr>
            <p:cNvPr id="113" name="Straight Arrow Connector 112">
              <a:extLst>
                <a:ext uri="{FF2B5EF4-FFF2-40B4-BE49-F238E27FC236}">
                  <a16:creationId xmlns:a16="http://schemas.microsoft.com/office/drawing/2014/main" id="{6DBF63E4-8431-0445-B7A7-EE6FEAE19E8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Straight Arrow Connector 113">
              <a:extLst>
                <a:ext uri="{FF2B5EF4-FFF2-40B4-BE49-F238E27FC236}">
                  <a16:creationId xmlns:a16="http://schemas.microsoft.com/office/drawing/2014/main" id="{6FBBA29F-E9D0-F84F-9C86-CDCFBB2CDE86}"/>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16EAB9FF-EEC9-3A43-9BE7-A4DD14A960C4}"/>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89" name="TextBox 88">
            <a:extLst>
              <a:ext uri="{FF2B5EF4-FFF2-40B4-BE49-F238E27FC236}">
                <a16:creationId xmlns:a16="http://schemas.microsoft.com/office/drawing/2014/main" id="{868140F4-AC30-184C-8CF8-A2D77B410547}"/>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90" name="TextBox 89">
            <a:extLst>
              <a:ext uri="{FF2B5EF4-FFF2-40B4-BE49-F238E27FC236}">
                <a16:creationId xmlns:a16="http://schemas.microsoft.com/office/drawing/2014/main" id="{36F99A07-C727-1644-8341-3B3CB4A1A604}"/>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91" name="Straight Arrow Connector 90">
            <a:extLst>
              <a:ext uri="{FF2B5EF4-FFF2-40B4-BE49-F238E27FC236}">
                <a16:creationId xmlns:a16="http://schemas.microsoft.com/office/drawing/2014/main" id="{0EE5CF80-BE3B-024F-A459-6681CD2BCC15}"/>
              </a:ext>
            </a:extLst>
          </p:cNvPr>
          <p:cNvCxnSpPr>
            <a:cxnSpLocks/>
            <a:stCxn id="86"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92" name="Straight Arrow Connector 91">
            <a:extLst>
              <a:ext uri="{FF2B5EF4-FFF2-40B4-BE49-F238E27FC236}">
                <a16:creationId xmlns:a16="http://schemas.microsoft.com/office/drawing/2014/main" id="{34F47B22-C2C5-2543-A814-67700D8EB0B0}"/>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EE90B05F-D57F-984A-AAA3-8BB0F57C2104}"/>
              </a:ext>
            </a:extLst>
          </p:cNvPr>
          <p:cNvCxnSpPr>
            <a:cxnSpLocks/>
            <a:stCxn id="86"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446D3EED-0FBB-8746-A909-7EFE21516D4A}"/>
              </a:ext>
            </a:extLst>
          </p:cNvPr>
          <p:cNvCxnSpPr>
            <a:stCxn id="144" idx="3"/>
            <a:endCxn id="110"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D9F9A9FD-F1D6-674E-B6FE-3E4351E164C0}"/>
              </a:ext>
            </a:extLst>
          </p:cNvPr>
          <p:cNvCxnSpPr>
            <a:cxnSpLocks/>
            <a:stCxn id="124" idx="3"/>
            <a:endCxn id="110"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ADB4CD1-2488-9641-991D-3E40210AD457}"/>
              </a:ext>
            </a:extLst>
          </p:cNvPr>
          <p:cNvCxnSpPr>
            <a:cxnSpLocks/>
            <a:stCxn id="133" idx="3"/>
            <a:endCxn id="110"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F59DA51A-4D35-0947-828C-22218BCFD148}"/>
              </a:ext>
            </a:extLst>
          </p:cNvPr>
          <p:cNvGrpSpPr/>
          <p:nvPr/>
        </p:nvGrpSpPr>
        <p:grpSpPr>
          <a:xfrm>
            <a:off x="9914343" y="3604072"/>
            <a:ext cx="877582" cy="1252645"/>
            <a:chOff x="9827263" y="3125100"/>
            <a:chExt cx="877582" cy="1252645"/>
          </a:xfrm>
        </p:grpSpPr>
        <p:sp>
          <p:nvSpPr>
            <p:cNvPr id="110" name="Oval 27">
              <a:extLst>
                <a:ext uri="{FF2B5EF4-FFF2-40B4-BE49-F238E27FC236}">
                  <a16:creationId xmlns:a16="http://schemas.microsoft.com/office/drawing/2014/main" id="{56D3FB05-A8AB-6A43-87B6-A07612965ED1}"/>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TextBox 110">
              <a:extLst>
                <a:ext uri="{FF2B5EF4-FFF2-40B4-BE49-F238E27FC236}">
                  <a16:creationId xmlns:a16="http://schemas.microsoft.com/office/drawing/2014/main" id="{4AED34C3-2F6F-6D45-BF7B-1AEEA59367BF}"/>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12" name="TextBox 111">
              <a:extLst>
                <a:ext uri="{FF2B5EF4-FFF2-40B4-BE49-F238E27FC236}">
                  <a16:creationId xmlns:a16="http://schemas.microsoft.com/office/drawing/2014/main" id="{B065EADC-1407-C54D-91C4-CE8B573FBBFC}"/>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98" name="Oval 97">
            <a:extLst>
              <a:ext uri="{FF2B5EF4-FFF2-40B4-BE49-F238E27FC236}">
                <a16:creationId xmlns:a16="http://schemas.microsoft.com/office/drawing/2014/main" id="{FD50F4AD-EA29-4F4D-9ADD-A68E02324387}"/>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Rectangle 98">
            <a:extLst>
              <a:ext uri="{FF2B5EF4-FFF2-40B4-BE49-F238E27FC236}">
                <a16:creationId xmlns:a16="http://schemas.microsoft.com/office/drawing/2014/main" id="{80B384F2-B516-C842-BE3D-56105ED3D4C1}"/>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0" name="Straight Arrow Connector 99">
            <a:extLst>
              <a:ext uri="{FF2B5EF4-FFF2-40B4-BE49-F238E27FC236}">
                <a16:creationId xmlns:a16="http://schemas.microsoft.com/office/drawing/2014/main" id="{5A7A9D50-41BA-6A42-A6F6-8D80451A919B}"/>
              </a:ext>
            </a:extLst>
          </p:cNvPr>
          <p:cNvCxnSpPr/>
          <p:nvPr/>
        </p:nvCxnSpPr>
        <p:spPr>
          <a:xfrm flipV="1">
            <a:off x="9812751" y="3556958"/>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2" name="Content Placeholder 1">
            <a:extLst>
              <a:ext uri="{FF2B5EF4-FFF2-40B4-BE49-F238E27FC236}">
                <a16:creationId xmlns:a16="http://schemas.microsoft.com/office/drawing/2014/main" id="{B3D9C97E-1CC4-BD42-93BB-5F54015681B1}"/>
              </a:ext>
            </a:extLst>
          </p:cNvPr>
          <p:cNvSpPr txBox="1">
            <a:spLocks/>
          </p:cNvSpPr>
          <p:nvPr/>
        </p:nvSpPr>
        <p:spPr>
          <a:xfrm>
            <a:off x="703011" y="3920647"/>
            <a:ext cx="5155396" cy="234763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1963"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server cyclically, repeatedly  scans class queues, sending one complete packet from each class (if available) in turn</a:t>
            </a:r>
          </a:p>
        </p:txBody>
      </p:sp>
      <p:sp>
        <p:nvSpPr>
          <p:cNvPr id="7" name="Freeform 6">
            <a:extLst>
              <a:ext uri="{FF2B5EF4-FFF2-40B4-BE49-F238E27FC236}">
                <a16:creationId xmlns:a16="http://schemas.microsoft.com/office/drawing/2014/main" id="{9B2A9D21-891D-4E45-8834-0B60A5772340}"/>
              </a:ext>
            </a:extLst>
          </p:cNvPr>
          <p:cNvSpPr/>
          <p:nvPr/>
        </p:nvSpPr>
        <p:spPr>
          <a:xfrm>
            <a:off x="4419600" y="5203371"/>
            <a:ext cx="5203371" cy="762000"/>
          </a:xfrm>
          <a:custGeom>
            <a:avLst/>
            <a:gdLst>
              <a:gd name="connsiteX0" fmla="*/ 0 w 5203371"/>
              <a:gd name="connsiteY0" fmla="*/ 762000 h 762000"/>
              <a:gd name="connsiteX1" fmla="*/ 5203371 w 5203371"/>
              <a:gd name="connsiteY1" fmla="*/ 762000 h 762000"/>
              <a:gd name="connsiteX2" fmla="*/ 5203371 w 5203371"/>
              <a:gd name="connsiteY2" fmla="*/ 0 h 762000"/>
            </a:gdLst>
            <a:ahLst/>
            <a:cxnLst>
              <a:cxn ang="0">
                <a:pos x="connsiteX0" y="connsiteY0"/>
              </a:cxn>
              <a:cxn ang="0">
                <a:pos x="connsiteX1" y="connsiteY1"/>
              </a:cxn>
              <a:cxn ang="0">
                <a:pos x="connsiteX2" y="connsiteY2"/>
              </a:cxn>
            </a:cxnLst>
            <a:rect l="l" t="t" r="r" b="b"/>
            <a:pathLst>
              <a:path w="5203371" h="762000">
                <a:moveTo>
                  <a:pt x="0" y="762000"/>
                </a:moveTo>
                <a:lnTo>
                  <a:pt x="5203371" y="762000"/>
                </a:lnTo>
                <a:lnTo>
                  <a:pt x="5203371"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 name="Slide Number Placeholder 4">
            <a:extLst>
              <a:ext uri="{FF2B5EF4-FFF2-40B4-BE49-F238E27FC236}">
                <a16:creationId xmlns:a16="http://schemas.microsoft.com/office/drawing/2014/main" id="{3B896012-2EA3-CE44-BDAC-6912B3FF6E3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31</a:t>
            </a:fld>
            <a:endParaRPr lang="en-US" dirty="0"/>
          </a:p>
        </p:txBody>
      </p:sp>
    </p:spTree>
    <p:extLst>
      <p:ext uri="{BB962C8B-B14F-4D97-AF65-F5344CB8AC3E}">
        <p14:creationId xmlns:p14="http://schemas.microsoft.com/office/powerpoint/2010/main" val="30235384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52"/>
                                        </p:tgtEl>
                                        <p:attrNameLst>
                                          <p:attrName>style.visibility</p:attrName>
                                        </p:attrNameLst>
                                      </p:cBhvr>
                                      <p:to>
                                        <p:strVal val="visible"/>
                                      </p:to>
                                    </p:set>
                                    <p:animEffect transition="in" filter="dissolve">
                                      <p:cBhvr>
                                        <p:cTn id="7" dur="500"/>
                                        <p:tgtEl>
                                          <p:spTgt spid="152"/>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dissolve">
                                      <p:cBhvr>
                                        <p:cTn id="11" dur="500"/>
                                        <p:tgtEl>
                                          <p:spTgt spid="98"/>
                                        </p:tgtEl>
                                      </p:cBhvr>
                                    </p:animEffect>
                                  </p:childTnLst>
                                </p:cTn>
                              </p:par>
                              <p:par>
                                <p:cTn id="12" presetID="9" presetClass="entr" presetSubtype="0"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dissolve">
                                      <p:cBhvr>
                                        <p:cTn id="14" dur="500"/>
                                        <p:tgtEl>
                                          <p:spTgt spid="7"/>
                                        </p:tgtEl>
                                      </p:cBhvr>
                                    </p:animEffect>
                                  </p:childTnLst>
                                </p:cTn>
                              </p:par>
                              <p:par>
                                <p:cTn id="15" presetID="9" presetClass="entr" presetSubtype="0" fill="hold" nodeType="withEffect">
                                  <p:stCondLst>
                                    <p:cond delay="0"/>
                                  </p:stCondLst>
                                  <p:childTnLst>
                                    <p:set>
                                      <p:cBhvr>
                                        <p:cTn id="16" dur="1" fill="hold">
                                          <p:stCondLst>
                                            <p:cond delay="0"/>
                                          </p:stCondLst>
                                        </p:cTn>
                                        <p:tgtEl>
                                          <p:spTgt spid="100"/>
                                        </p:tgtEl>
                                        <p:attrNameLst>
                                          <p:attrName>style.visibility</p:attrName>
                                        </p:attrNameLst>
                                      </p:cBhvr>
                                      <p:to>
                                        <p:strVal val="visible"/>
                                      </p:to>
                                    </p:set>
                                    <p:animEffect transition="in" filter="dissolve">
                                      <p:cBhvr>
                                        <p:cTn id="17"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152" grpId="0"/>
      <p:bldP spid="7"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88205" y="1692388"/>
            <a:ext cx="5557988" cy="1116126"/>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Weighted Fair Queuing (WFQ): </a:t>
            </a:r>
          </a:p>
          <a:p>
            <a:pPr marL="582613" indent="-284163"/>
            <a:r>
              <a:rPr lang="en-US" altLang="en-US" sz="3200" dirty="0">
                <a:ea typeface="ＭＳ Ｐゴシック" panose="020B0600070205080204" pitchFamily="34" charset="-128"/>
                <a:cs typeface="ＭＳ Ｐゴシック" panose="020B0600070205080204" pitchFamily="34" charset="-128"/>
              </a:rPr>
              <a:t>generalized Round Robin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weighted fair queueing</a:t>
            </a:r>
            <a:endParaRPr lang="en-US" dirty="0"/>
          </a:p>
        </p:txBody>
      </p:sp>
      <p:cxnSp>
        <p:nvCxnSpPr>
          <p:cNvPr id="72" name="Straight Connector 71">
            <a:extLst>
              <a:ext uri="{FF2B5EF4-FFF2-40B4-BE49-F238E27FC236}">
                <a16:creationId xmlns:a16="http://schemas.microsoft.com/office/drawing/2014/main" id="{EB0FE50D-8E31-1046-A976-F61876A256D1}"/>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oup 85">
            <a:extLst>
              <a:ext uri="{FF2B5EF4-FFF2-40B4-BE49-F238E27FC236}">
                <a16:creationId xmlns:a16="http://schemas.microsoft.com/office/drawing/2014/main" id="{3B740B6F-8E87-144C-8CB1-A0CA5C93F619}"/>
              </a:ext>
            </a:extLst>
          </p:cNvPr>
          <p:cNvGrpSpPr/>
          <p:nvPr/>
        </p:nvGrpSpPr>
        <p:grpSpPr>
          <a:xfrm>
            <a:off x="7990116" y="2719344"/>
            <a:ext cx="1310150" cy="2565881"/>
            <a:chOff x="8117411" y="2240372"/>
            <a:chExt cx="1444110" cy="2565881"/>
          </a:xfrm>
        </p:grpSpPr>
        <p:grpSp>
          <p:nvGrpSpPr>
            <p:cNvPr id="8" name="Group 25">
              <a:extLst>
                <a:ext uri="{FF2B5EF4-FFF2-40B4-BE49-F238E27FC236}">
                  <a16:creationId xmlns:a16="http://schemas.microsoft.com/office/drawing/2014/main" id="{C563A50E-1C6D-6C46-8EE5-AAEAA0E7781F}"/>
                </a:ext>
              </a:extLst>
            </p:cNvPr>
            <p:cNvGrpSpPr>
              <a:grpSpLocks/>
            </p:cNvGrpSpPr>
            <p:nvPr/>
          </p:nvGrpSpPr>
          <p:grpSpPr bwMode="auto">
            <a:xfrm>
              <a:off x="8117411" y="2240372"/>
              <a:ext cx="1404483" cy="760001"/>
              <a:chOff x="1670312" y="2562997"/>
              <a:chExt cx="940317" cy="565219"/>
            </a:xfrm>
          </p:grpSpPr>
          <p:grpSp>
            <p:nvGrpSpPr>
              <p:cNvPr id="18" name="Group 28">
                <a:extLst>
                  <a:ext uri="{FF2B5EF4-FFF2-40B4-BE49-F238E27FC236}">
                    <a16:creationId xmlns:a16="http://schemas.microsoft.com/office/drawing/2014/main" id="{3EFAE9E2-03FB-A240-82CC-3EEE93BB300A}"/>
                  </a:ext>
                </a:extLst>
              </p:cNvPr>
              <p:cNvGrpSpPr>
                <a:grpSpLocks/>
              </p:cNvGrpSpPr>
              <p:nvPr/>
            </p:nvGrpSpPr>
            <p:grpSpPr bwMode="auto">
              <a:xfrm>
                <a:off x="1670312" y="2562997"/>
                <a:ext cx="929822" cy="565219"/>
                <a:chOff x="1670312" y="2562997"/>
                <a:chExt cx="929822" cy="565219"/>
              </a:xfrm>
            </p:grpSpPr>
            <p:sp>
              <p:nvSpPr>
                <p:cNvPr id="20" name="Rectangle 30">
                  <a:extLst>
                    <a:ext uri="{FF2B5EF4-FFF2-40B4-BE49-F238E27FC236}">
                      <a16:creationId xmlns:a16="http://schemas.microsoft.com/office/drawing/2014/main" id="{729FDF34-CD0B-9A4B-BFAA-A9A823BC314C}"/>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21" name="Straight Connector 31">
                  <a:extLst>
                    <a:ext uri="{FF2B5EF4-FFF2-40B4-BE49-F238E27FC236}">
                      <a16:creationId xmlns:a16="http://schemas.microsoft.com/office/drawing/2014/main" id="{5A69AE93-EED2-CB43-99E6-0FB1510E4FF4}"/>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Connector 32">
                  <a:extLst>
                    <a:ext uri="{FF2B5EF4-FFF2-40B4-BE49-F238E27FC236}">
                      <a16:creationId xmlns:a16="http://schemas.microsoft.com/office/drawing/2014/main" id="{E8F030DC-8BE9-E84E-9DA0-9A9C35E49945}"/>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Straight Connector 33">
                  <a:extLst>
                    <a:ext uri="{FF2B5EF4-FFF2-40B4-BE49-F238E27FC236}">
                      <a16:creationId xmlns:a16="http://schemas.microsoft.com/office/drawing/2014/main" id="{12488256-DFFD-964A-8401-C59AC44B0A88}"/>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Straight Connector 34">
                  <a:extLst>
                    <a:ext uri="{FF2B5EF4-FFF2-40B4-BE49-F238E27FC236}">
                      <a16:creationId xmlns:a16="http://schemas.microsoft.com/office/drawing/2014/main" id="{38FDDBA3-4933-3A49-9208-C2E75B79F1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Straight Connector 35">
                  <a:extLst>
                    <a:ext uri="{FF2B5EF4-FFF2-40B4-BE49-F238E27FC236}">
                      <a16:creationId xmlns:a16="http://schemas.microsoft.com/office/drawing/2014/main" id="{44515A57-BAE8-DB48-8D32-C3EF03B66C6E}"/>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Straight Connector 36">
                  <a:extLst>
                    <a:ext uri="{FF2B5EF4-FFF2-40B4-BE49-F238E27FC236}">
                      <a16:creationId xmlns:a16="http://schemas.microsoft.com/office/drawing/2014/main" id="{8FFF7C21-C795-5A4D-B498-3B99B69489B6}"/>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Straight Connector 37">
                  <a:extLst>
                    <a:ext uri="{FF2B5EF4-FFF2-40B4-BE49-F238E27FC236}">
                      <a16:creationId xmlns:a16="http://schemas.microsoft.com/office/drawing/2014/main" id="{E40618EE-68A5-6741-A873-86553161E156}"/>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9" name="Rectangle 29">
                <a:extLst>
                  <a:ext uri="{FF2B5EF4-FFF2-40B4-BE49-F238E27FC236}">
                    <a16:creationId xmlns:a16="http://schemas.microsoft.com/office/drawing/2014/main" id="{E2F0270A-1C7D-5644-9107-040300A3830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8" name="Group 25">
              <a:extLst>
                <a:ext uri="{FF2B5EF4-FFF2-40B4-BE49-F238E27FC236}">
                  <a16:creationId xmlns:a16="http://schemas.microsoft.com/office/drawing/2014/main" id="{687F59CE-C2B3-4D4C-92B7-16D87AB0CB08}"/>
                </a:ext>
              </a:extLst>
            </p:cNvPr>
            <p:cNvGrpSpPr>
              <a:grpSpLocks/>
            </p:cNvGrpSpPr>
            <p:nvPr/>
          </p:nvGrpSpPr>
          <p:grpSpPr bwMode="auto">
            <a:xfrm>
              <a:off x="8136990" y="3176315"/>
              <a:ext cx="1424531" cy="763274"/>
              <a:chOff x="1670312" y="2562997"/>
              <a:chExt cx="940318" cy="565219"/>
            </a:xfrm>
          </p:grpSpPr>
          <p:grpSp>
            <p:nvGrpSpPr>
              <p:cNvPr id="29" name="Group 28">
                <a:extLst>
                  <a:ext uri="{FF2B5EF4-FFF2-40B4-BE49-F238E27FC236}">
                    <a16:creationId xmlns:a16="http://schemas.microsoft.com/office/drawing/2014/main" id="{4511BCEB-21AB-F44E-8C3E-BB178AAD23CB}"/>
                  </a:ext>
                </a:extLst>
              </p:cNvPr>
              <p:cNvGrpSpPr>
                <a:grpSpLocks/>
              </p:cNvGrpSpPr>
              <p:nvPr/>
            </p:nvGrpSpPr>
            <p:grpSpPr bwMode="auto">
              <a:xfrm>
                <a:off x="1670312" y="2562997"/>
                <a:ext cx="929822" cy="565219"/>
                <a:chOff x="1670312" y="2562997"/>
                <a:chExt cx="929822" cy="565219"/>
              </a:xfrm>
            </p:grpSpPr>
            <p:sp>
              <p:nvSpPr>
                <p:cNvPr id="31" name="Rectangle 30">
                  <a:extLst>
                    <a:ext uri="{FF2B5EF4-FFF2-40B4-BE49-F238E27FC236}">
                      <a16:creationId xmlns:a16="http://schemas.microsoft.com/office/drawing/2014/main" id="{41316E27-4220-C147-A89C-A1EFEA4D25A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32" name="Straight Connector 31">
                  <a:extLst>
                    <a:ext uri="{FF2B5EF4-FFF2-40B4-BE49-F238E27FC236}">
                      <a16:creationId xmlns:a16="http://schemas.microsoft.com/office/drawing/2014/main" id="{4007048A-C5C2-274E-8391-F5F93C794AB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Straight Connector 32">
                  <a:extLst>
                    <a:ext uri="{FF2B5EF4-FFF2-40B4-BE49-F238E27FC236}">
                      <a16:creationId xmlns:a16="http://schemas.microsoft.com/office/drawing/2014/main" id="{A14A1AAA-244F-D447-A7D6-AB788B569D26}"/>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Straight Connector 33">
                  <a:extLst>
                    <a:ext uri="{FF2B5EF4-FFF2-40B4-BE49-F238E27FC236}">
                      <a16:creationId xmlns:a16="http://schemas.microsoft.com/office/drawing/2014/main" id="{3BE615AD-4D3F-A243-A27D-E11BE48B3C77}"/>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Straight Connector 34">
                  <a:extLst>
                    <a:ext uri="{FF2B5EF4-FFF2-40B4-BE49-F238E27FC236}">
                      <a16:creationId xmlns:a16="http://schemas.microsoft.com/office/drawing/2014/main" id="{B65BD03D-6966-654F-AF5A-697101715CA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Straight Connector 35">
                  <a:extLst>
                    <a:ext uri="{FF2B5EF4-FFF2-40B4-BE49-F238E27FC236}">
                      <a16:creationId xmlns:a16="http://schemas.microsoft.com/office/drawing/2014/main" id="{4E0B9ABB-D3D1-0F45-8C79-6A7CE1B5E88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Straight Connector 36">
                  <a:extLst>
                    <a:ext uri="{FF2B5EF4-FFF2-40B4-BE49-F238E27FC236}">
                      <a16:creationId xmlns:a16="http://schemas.microsoft.com/office/drawing/2014/main" id="{452BA752-990C-BC42-9F0D-203C5E9B0CD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Straight Connector 37">
                  <a:extLst>
                    <a:ext uri="{FF2B5EF4-FFF2-40B4-BE49-F238E27FC236}">
                      <a16:creationId xmlns:a16="http://schemas.microsoft.com/office/drawing/2014/main" id="{55257FC6-8323-894F-AF7A-00164E4D9C45}"/>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0" name="Rectangle 29">
                <a:extLst>
                  <a:ext uri="{FF2B5EF4-FFF2-40B4-BE49-F238E27FC236}">
                    <a16:creationId xmlns:a16="http://schemas.microsoft.com/office/drawing/2014/main" id="{A9187906-D1D6-AB40-AB7B-419CC08B4F65}"/>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25">
              <a:extLst>
                <a:ext uri="{FF2B5EF4-FFF2-40B4-BE49-F238E27FC236}">
                  <a16:creationId xmlns:a16="http://schemas.microsoft.com/office/drawing/2014/main" id="{D3CE6A82-D9F9-2147-836F-3656A5178622}"/>
                </a:ext>
              </a:extLst>
            </p:cNvPr>
            <p:cNvGrpSpPr>
              <a:grpSpLocks/>
            </p:cNvGrpSpPr>
            <p:nvPr/>
          </p:nvGrpSpPr>
          <p:grpSpPr bwMode="auto">
            <a:xfrm>
              <a:off x="8132733" y="4084509"/>
              <a:ext cx="1424529" cy="721744"/>
              <a:chOff x="1670312" y="2562997"/>
              <a:chExt cx="940317" cy="565219"/>
            </a:xfrm>
          </p:grpSpPr>
          <p:grpSp>
            <p:nvGrpSpPr>
              <p:cNvPr id="40" name="Group 39">
                <a:extLst>
                  <a:ext uri="{FF2B5EF4-FFF2-40B4-BE49-F238E27FC236}">
                    <a16:creationId xmlns:a16="http://schemas.microsoft.com/office/drawing/2014/main" id="{C9DDA272-8646-FB4A-8D17-F41DE934476D}"/>
                  </a:ext>
                </a:extLst>
              </p:cNvPr>
              <p:cNvGrpSpPr>
                <a:grpSpLocks/>
              </p:cNvGrpSpPr>
              <p:nvPr/>
            </p:nvGrpSpPr>
            <p:grpSpPr bwMode="auto">
              <a:xfrm>
                <a:off x="1670312" y="2562997"/>
                <a:ext cx="929822" cy="565219"/>
                <a:chOff x="1670312" y="2562997"/>
                <a:chExt cx="929822" cy="565219"/>
              </a:xfrm>
            </p:grpSpPr>
            <p:sp>
              <p:nvSpPr>
                <p:cNvPr id="42" name="Rectangle 41">
                  <a:extLst>
                    <a:ext uri="{FF2B5EF4-FFF2-40B4-BE49-F238E27FC236}">
                      <a16:creationId xmlns:a16="http://schemas.microsoft.com/office/drawing/2014/main" id="{E500ED50-8E07-EF45-95BF-8BA56D49518D}"/>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43" name="Straight Connector 42">
                  <a:extLst>
                    <a:ext uri="{FF2B5EF4-FFF2-40B4-BE49-F238E27FC236}">
                      <a16:creationId xmlns:a16="http://schemas.microsoft.com/office/drawing/2014/main" id="{557746F6-EA6C-F440-A50F-B4FA59791B8B}"/>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Straight Connector 43">
                  <a:extLst>
                    <a:ext uri="{FF2B5EF4-FFF2-40B4-BE49-F238E27FC236}">
                      <a16:creationId xmlns:a16="http://schemas.microsoft.com/office/drawing/2014/main" id="{225B8365-E03D-CD48-B2E5-6A42B5C2787F}"/>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Straight Connector 44">
                  <a:extLst>
                    <a:ext uri="{FF2B5EF4-FFF2-40B4-BE49-F238E27FC236}">
                      <a16:creationId xmlns:a16="http://schemas.microsoft.com/office/drawing/2014/main" id="{ECFFCF3E-1E82-3F4F-A167-B4CE60A1DA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Straight Connector 45">
                  <a:extLst>
                    <a:ext uri="{FF2B5EF4-FFF2-40B4-BE49-F238E27FC236}">
                      <a16:creationId xmlns:a16="http://schemas.microsoft.com/office/drawing/2014/main" id="{3DF697C1-95A7-1A4B-A07B-D14518C0D997}"/>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Straight Connector 46">
                  <a:extLst>
                    <a:ext uri="{FF2B5EF4-FFF2-40B4-BE49-F238E27FC236}">
                      <a16:creationId xmlns:a16="http://schemas.microsoft.com/office/drawing/2014/main" id="{52CA0CD3-191F-C543-AB08-EAF089AFF1E1}"/>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Straight Connector 47">
                  <a:extLst>
                    <a:ext uri="{FF2B5EF4-FFF2-40B4-BE49-F238E27FC236}">
                      <a16:creationId xmlns:a16="http://schemas.microsoft.com/office/drawing/2014/main" id="{25615FBF-D228-A641-A572-783B881303A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Straight Connector 48">
                  <a:extLst>
                    <a:ext uri="{FF2B5EF4-FFF2-40B4-BE49-F238E27FC236}">
                      <a16:creationId xmlns:a16="http://schemas.microsoft.com/office/drawing/2014/main" id="{265B8345-81ED-1D49-AFA2-D40974F2A551}"/>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41" name="Rectangle 40">
                <a:extLst>
                  <a:ext uri="{FF2B5EF4-FFF2-40B4-BE49-F238E27FC236}">
                    <a16:creationId xmlns:a16="http://schemas.microsoft.com/office/drawing/2014/main" id="{3753EDA3-44F7-874C-982C-BAC289F49EE1}"/>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sp>
        <p:nvSpPr>
          <p:cNvPr id="4" name="Triangle 3">
            <a:extLst>
              <a:ext uri="{FF2B5EF4-FFF2-40B4-BE49-F238E27FC236}">
                <a16:creationId xmlns:a16="http://schemas.microsoft.com/office/drawing/2014/main" id="{D2F64F54-E98D-564A-B7B6-7537CEECBAD3}"/>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 name="Group 52">
            <a:extLst>
              <a:ext uri="{FF2B5EF4-FFF2-40B4-BE49-F238E27FC236}">
                <a16:creationId xmlns:a16="http://schemas.microsoft.com/office/drawing/2014/main" id="{9B2EF94C-9371-CF40-A3C6-1DC150AB047C}"/>
              </a:ext>
            </a:extLst>
          </p:cNvPr>
          <p:cNvGrpSpPr/>
          <p:nvPr/>
        </p:nvGrpSpPr>
        <p:grpSpPr>
          <a:xfrm>
            <a:off x="6303665" y="3871966"/>
            <a:ext cx="567187" cy="339970"/>
            <a:chOff x="9460523" y="6049108"/>
            <a:chExt cx="567187" cy="339970"/>
          </a:xfrm>
        </p:grpSpPr>
        <p:cxnSp>
          <p:nvCxnSpPr>
            <p:cNvPr id="52" name="Straight Arrow Connector 51">
              <a:extLst>
                <a:ext uri="{FF2B5EF4-FFF2-40B4-BE49-F238E27FC236}">
                  <a16:creationId xmlns:a16="http://schemas.microsoft.com/office/drawing/2014/main" id="{7378A68C-054A-004B-A791-4FA6E7C68048}"/>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id="{6E384534-464D-4048-8464-55A4CE80FC99}"/>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a16="http://schemas.microsoft.com/office/drawing/2014/main" id="{23E453DA-B44B-0847-A077-A34D3F9DB27B}"/>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0AE17F66-33B0-DE42-8C16-28DA20F17C00}"/>
              </a:ext>
            </a:extLst>
          </p:cNvPr>
          <p:cNvGrpSpPr/>
          <p:nvPr/>
        </p:nvGrpSpPr>
        <p:grpSpPr>
          <a:xfrm>
            <a:off x="11245773" y="3893738"/>
            <a:ext cx="567187" cy="339970"/>
            <a:chOff x="9460523" y="6049108"/>
            <a:chExt cx="567187" cy="339970"/>
          </a:xfrm>
        </p:grpSpPr>
        <p:cxnSp>
          <p:nvCxnSpPr>
            <p:cNvPr id="58" name="Straight Arrow Connector 57">
              <a:extLst>
                <a:ext uri="{FF2B5EF4-FFF2-40B4-BE49-F238E27FC236}">
                  <a16:creationId xmlns:a16="http://schemas.microsoft.com/office/drawing/2014/main" id="{D334A6EB-2600-A040-860C-4B77BD4BE60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a:extLst>
                <a:ext uri="{FF2B5EF4-FFF2-40B4-BE49-F238E27FC236}">
                  <a16:creationId xmlns:a16="http://schemas.microsoft.com/office/drawing/2014/main" id="{79739B72-8B57-6443-B4A3-11719E38E71F}"/>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61CFDC38-10D3-794A-B193-C78C35E3275E}"/>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56" name="TextBox 55">
            <a:extLst>
              <a:ext uri="{FF2B5EF4-FFF2-40B4-BE49-F238E27FC236}">
                <a16:creationId xmlns:a16="http://schemas.microsoft.com/office/drawing/2014/main" id="{43CD1C2A-29E9-8C4A-96B1-43C6E287CB52}"/>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62" name="TextBox 61">
            <a:extLst>
              <a:ext uri="{FF2B5EF4-FFF2-40B4-BE49-F238E27FC236}">
                <a16:creationId xmlns:a16="http://schemas.microsoft.com/office/drawing/2014/main" id="{A33C39C7-20E4-6545-A964-9F1AAEB54307}"/>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65" name="Straight Arrow Connector 64">
            <a:extLst>
              <a:ext uri="{FF2B5EF4-FFF2-40B4-BE49-F238E27FC236}">
                <a16:creationId xmlns:a16="http://schemas.microsoft.com/office/drawing/2014/main" id="{999E5456-380E-B44E-8FAB-E07E351298C3}"/>
              </a:ext>
            </a:extLst>
          </p:cNvPr>
          <p:cNvCxnSpPr>
            <a:cxnSpLocks/>
            <a:stCxn id="4"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8D62B4B7-D6F0-C44D-9E4B-DFC7B1CB233F}"/>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923F8B11-C46E-3445-9877-0041CA598D30}"/>
              </a:ext>
            </a:extLst>
          </p:cNvPr>
          <p:cNvCxnSpPr>
            <a:cxnSpLocks/>
            <a:stCxn id="4"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365C47E3-EB80-954D-93A7-7C5F2522DEA3}"/>
              </a:ext>
            </a:extLst>
          </p:cNvPr>
          <p:cNvCxnSpPr>
            <a:stCxn id="20" idx="3"/>
            <a:endCxn id="9"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5789404-4743-3B47-8578-2600B3870B31}"/>
              </a:ext>
            </a:extLst>
          </p:cNvPr>
          <p:cNvCxnSpPr>
            <a:cxnSpLocks/>
            <a:stCxn id="42" idx="3"/>
            <a:endCxn id="9"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356B0C30-BA4F-FC4B-A868-1FDA0C5704B8}"/>
              </a:ext>
            </a:extLst>
          </p:cNvPr>
          <p:cNvCxnSpPr>
            <a:cxnSpLocks/>
            <a:stCxn id="30" idx="3"/>
            <a:endCxn id="9"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70" name="Group 69">
            <a:extLst>
              <a:ext uri="{FF2B5EF4-FFF2-40B4-BE49-F238E27FC236}">
                <a16:creationId xmlns:a16="http://schemas.microsoft.com/office/drawing/2014/main" id="{CE711DAE-9BF3-F64E-BD2A-3B802A190313}"/>
              </a:ext>
            </a:extLst>
          </p:cNvPr>
          <p:cNvGrpSpPr/>
          <p:nvPr/>
        </p:nvGrpSpPr>
        <p:grpSpPr>
          <a:xfrm>
            <a:off x="9914343" y="3604072"/>
            <a:ext cx="877582" cy="1252645"/>
            <a:chOff x="9827263" y="3125100"/>
            <a:chExt cx="877582" cy="1252645"/>
          </a:xfrm>
        </p:grpSpPr>
        <p:sp>
          <p:nvSpPr>
            <p:cNvPr id="9" name="Oval 27">
              <a:extLst>
                <a:ext uri="{FF2B5EF4-FFF2-40B4-BE49-F238E27FC236}">
                  <a16:creationId xmlns:a16="http://schemas.microsoft.com/office/drawing/2014/main" id="{12FCD05E-75CC-E84C-8E19-60F0F56A5ED6}"/>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 name="TextBox 62">
              <a:extLst>
                <a:ext uri="{FF2B5EF4-FFF2-40B4-BE49-F238E27FC236}">
                  <a16:creationId xmlns:a16="http://schemas.microsoft.com/office/drawing/2014/main" id="{65D6BC2C-F25A-5742-A26B-1B91EC2CF44E}"/>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03" name="TextBox 102">
              <a:extLst>
                <a:ext uri="{FF2B5EF4-FFF2-40B4-BE49-F238E27FC236}">
                  <a16:creationId xmlns:a16="http://schemas.microsoft.com/office/drawing/2014/main" id="{86E26C25-36F0-9444-8196-216C440D56AB}"/>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grpSp>
        <p:nvGrpSpPr>
          <p:cNvPr id="115" name="Group 114">
            <a:extLst>
              <a:ext uri="{FF2B5EF4-FFF2-40B4-BE49-F238E27FC236}">
                <a16:creationId xmlns:a16="http://schemas.microsoft.com/office/drawing/2014/main" id="{3E6F4270-DB9C-694E-B407-3ED6A0A44949}"/>
              </a:ext>
            </a:extLst>
          </p:cNvPr>
          <p:cNvGrpSpPr/>
          <p:nvPr/>
        </p:nvGrpSpPr>
        <p:grpSpPr>
          <a:xfrm>
            <a:off x="8807568" y="2894368"/>
            <a:ext cx="1104182" cy="2221918"/>
            <a:chOff x="8807568" y="2894368"/>
            <a:chExt cx="1104182" cy="2221918"/>
          </a:xfrm>
        </p:grpSpPr>
        <p:grpSp>
          <p:nvGrpSpPr>
            <p:cNvPr id="114" name="Group 113">
              <a:extLst>
                <a:ext uri="{FF2B5EF4-FFF2-40B4-BE49-F238E27FC236}">
                  <a16:creationId xmlns:a16="http://schemas.microsoft.com/office/drawing/2014/main" id="{1450FA9F-A33F-1746-A4CB-9F4A2A6807F2}"/>
                </a:ext>
              </a:extLst>
            </p:cNvPr>
            <p:cNvGrpSpPr/>
            <p:nvPr/>
          </p:nvGrpSpPr>
          <p:grpSpPr>
            <a:xfrm>
              <a:off x="9470570" y="2939143"/>
              <a:ext cx="441180" cy="2177143"/>
              <a:chOff x="9470570" y="2939143"/>
              <a:chExt cx="441180" cy="2177143"/>
            </a:xfrm>
          </p:grpSpPr>
          <p:sp>
            <p:nvSpPr>
              <p:cNvPr id="85" name="Oval 84">
                <a:extLst>
                  <a:ext uri="{FF2B5EF4-FFF2-40B4-BE49-F238E27FC236}">
                    <a16:creationId xmlns:a16="http://schemas.microsoft.com/office/drawing/2014/main" id="{6CD5B581-94AD-D44C-81AA-F1008E3D0722}"/>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 name="Rectangle 88">
                <a:extLst>
                  <a:ext uri="{FF2B5EF4-FFF2-40B4-BE49-F238E27FC236}">
                    <a16:creationId xmlns:a16="http://schemas.microsoft.com/office/drawing/2014/main" id="{F5454531-DC51-F34D-9961-98B389CAFDF8}"/>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8" name="Straight Arrow Connector 87">
                <a:extLst>
                  <a:ext uri="{FF2B5EF4-FFF2-40B4-BE49-F238E27FC236}">
                    <a16:creationId xmlns:a16="http://schemas.microsoft.com/office/drawing/2014/main" id="{F9EBDD29-0A51-C946-829A-2EAF8CB429B6}"/>
                  </a:ext>
                </a:extLst>
              </p:cNvPr>
              <p:cNvCxnSpPr/>
              <p:nvPr/>
            </p:nvCxnSpPr>
            <p:spPr>
              <a:xfrm flipV="1">
                <a:off x="9808687" y="3573214"/>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2" name="Group 111">
              <a:extLst>
                <a:ext uri="{FF2B5EF4-FFF2-40B4-BE49-F238E27FC236}">
                  <a16:creationId xmlns:a16="http://schemas.microsoft.com/office/drawing/2014/main" id="{355C01D4-3E5F-234C-88C0-37B3216150B8}"/>
                </a:ext>
              </a:extLst>
            </p:cNvPr>
            <p:cNvGrpSpPr/>
            <p:nvPr/>
          </p:nvGrpSpPr>
          <p:grpSpPr>
            <a:xfrm>
              <a:off x="8807568" y="2894368"/>
              <a:ext cx="457076" cy="2191108"/>
              <a:chOff x="8807568" y="2894368"/>
              <a:chExt cx="457076" cy="2191108"/>
            </a:xfrm>
          </p:grpSpPr>
          <p:grpSp>
            <p:nvGrpSpPr>
              <p:cNvPr id="93" name="Group 92">
                <a:extLst>
                  <a:ext uri="{FF2B5EF4-FFF2-40B4-BE49-F238E27FC236}">
                    <a16:creationId xmlns:a16="http://schemas.microsoft.com/office/drawing/2014/main" id="{848D66A5-F8A6-9445-8C81-EBA47B28FB27}"/>
                  </a:ext>
                </a:extLst>
              </p:cNvPr>
              <p:cNvGrpSpPr/>
              <p:nvPr/>
            </p:nvGrpSpPr>
            <p:grpSpPr>
              <a:xfrm>
                <a:off x="8807568" y="2894368"/>
                <a:ext cx="428322" cy="385312"/>
                <a:chOff x="10311441" y="2346385"/>
                <a:chExt cx="428322" cy="385312"/>
              </a:xfrm>
            </p:grpSpPr>
            <p:sp>
              <p:nvSpPr>
                <p:cNvPr id="92" name="Oval 91">
                  <a:extLst>
                    <a:ext uri="{FF2B5EF4-FFF2-40B4-BE49-F238E27FC236}">
                      <a16:creationId xmlns:a16="http://schemas.microsoft.com/office/drawing/2014/main" id="{97E65F5A-40B7-5944-9F81-860A11DB6E0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 name="TextBox 89">
                  <a:extLst>
                    <a:ext uri="{FF2B5EF4-FFF2-40B4-BE49-F238E27FC236}">
                      <a16:creationId xmlns:a16="http://schemas.microsoft.com/office/drawing/2014/main" id="{1EE5CC73-7238-FC43-9639-9D66DFA0D9A1}"/>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1</a:t>
                  </a:r>
                </a:p>
              </p:txBody>
            </p:sp>
          </p:grpSp>
          <p:grpSp>
            <p:nvGrpSpPr>
              <p:cNvPr id="94" name="Group 93">
                <a:extLst>
                  <a:ext uri="{FF2B5EF4-FFF2-40B4-BE49-F238E27FC236}">
                    <a16:creationId xmlns:a16="http://schemas.microsoft.com/office/drawing/2014/main" id="{604C74BF-DFA9-F148-80FF-420AF6DA34DC}"/>
                  </a:ext>
                </a:extLst>
              </p:cNvPr>
              <p:cNvGrpSpPr/>
              <p:nvPr/>
            </p:nvGrpSpPr>
            <p:grpSpPr>
              <a:xfrm>
                <a:off x="8827696" y="3823145"/>
                <a:ext cx="428322" cy="385312"/>
                <a:chOff x="10311441" y="2346385"/>
                <a:chExt cx="428322" cy="385312"/>
              </a:xfrm>
            </p:grpSpPr>
            <p:sp>
              <p:nvSpPr>
                <p:cNvPr id="95" name="Oval 94">
                  <a:extLst>
                    <a:ext uri="{FF2B5EF4-FFF2-40B4-BE49-F238E27FC236}">
                      <a16:creationId xmlns:a16="http://schemas.microsoft.com/office/drawing/2014/main" id="{B8705F1B-C8D3-7D45-A303-F165B62DB89A}"/>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 name="TextBox 95">
                  <a:extLst>
                    <a:ext uri="{FF2B5EF4-FFF2-40B4-BE49-F238E27FC236}">
                      <a16:creationId xmlns:a16="http://schemas.microsoft.com/office/drawing/2014/main" id="{3C5374B7-33B0-A048-98AF-C86CA0F5F068}"/>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2</a:t>
                  </a:r>
                </a:p>
              </p:txBody>
            </p:sp>
          </p:grpSp>
          <p:grpSp>
            <p:nvGrpSpPr>
              <p:cNvPr id="97" name="Group 96">
                <a:extLst>
                  <a:ext uri="{FF2B5EF4-FFF2-40B4-BE49-F238E27FC236}">
                    <a16:creationId xmlns:a16="http://schemas.microsoft.com/office/drawing/2014/main" id="{95EEF966-14C8-9A40-8EAF-9563A841C6FE}"/>
                  </a:ext>
                </a:extLst>
              </p:cNvPr>
              <p:cNvGrpSpPr/>
              <p:nvPr/>
            </p:nvGrpSpPr>
            <p:grpSpPr>
              <a:xfrm>
                <a:off x="8836322" y="4700164"/>
                <a:ext cx="428322" cy="385312"/>
                <a:chOff x="10311441" y="2346385"/>
                <a:chExt cx="428322" cy="385312"/>
              </a:xfrm>
            </p:grpSpPr>
            <p:sp>
              <p:nvSpPr>
                <p:cNvPr id="98" name="Oval 97">
                  <a:extLst>
                    <a:ext uri="{FF2B5EF4-FFF2-40B4-BE49-F238E27FC236}">
                      <a16:creationId xmlns:a16="http://schemas.microsoft.com/office/drawing/2014/main" id="{BF695079-CDFE-A84B-BA1A-3C792502773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TextBox 98">
                  <a:extLst>
                    <a:ext uri="{FF2B5EF4-FFF2-40B4-BE49-F238E27FC236}">
                      <a16:creationId xmlns:a16="http://schemas.microsoft.com/office/drawing/2014/main" id="{9F5602FC-DFAF-C840-963B-59C9854603DF}"/>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3</a:t>
                  </a:r>
                </a:p>
              </p:txBody>
            </p:sp>
          </p:grpSp>
        </p:grpSp>
      </p:grpSp>
      <p:grpSp>
        <p:nvGrpSpPr>
          <p:cNvPr id="108" name="Group 107">
            <a:extLst>
              <a:ext uri="{FF2B5EF4-FFF2-40B4-BE49-F238E27FC236}">
                <a16:creationId xmlns:a16="http://schemas.microsoft.com/office/drawing/2014/main" id="{DC95B65A-59D7-7343-B738-24AF20F53109}"/>
              </a:ext>
            </a:extLst>
          </p:cNvPr>
          <p:cNvGrpSpPr/>
          <p:nvPr/>
        </p:nvGrpSpPr>
        <p:grpSpPr>
          <a:xfrm>
            <a:off x="2830287" y="4027715"/>
            <a:ext cx="853119" cy="1129061"/>
            <a:chOff x="6422573" y="5573486"/>
            <a:chExt cx="853119" cy="1129061"/>
          </a:xfrm>
        </p:grpSpPr>
        <p:sp>
          <p:nvSpPr>
            <p:cNvPr id="104" name="TextBox 103">
              <a:extLst>
                <a:ext uri="{FF2B5EF4-FFF2-40B4-BE49-F238E27FC236}">
                  <a16:creationId xmlns:a16="http://schemas.microsoft.com/office/drawing/2014/main" id="{FE3BBE42-4507-D249-BEAC-A304C25545D5}"/>
                </a:ext>
              </a:extLst>
            </p:cNvPr>
            <p:cNvSpPr txBox="1"/>
            <p:nvPr/>
          </p:nvSpPr>
          <p:spPr>
            <a:xfrm>
              <a:off x="6531429" y="5573486"/>
              <a:ext cx="54053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TextBox 104">
              <a:extLst>
                <a:ext uri="{FF2B5EF4-FFF2-40B4-BE49-F238E27FC236}">
                  <a16:creationId xmlns:a16="http://schemas.microsoft.com/office/drawing/2014/main" id="{9D22DEFF-5F27-0B42-9940-421941395069}"/>
                </a:ext>
              </a:extLst>
            </p:cNvPr>
            <p:cNvSpPr txBox="1"/>
            <p:nvPr/>
          </p:nvSpPr>
          <p:spPr>
            <a:xfrm>
              <a:off x="6422573" y="6117772"/>
              <a:ext cx="85311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err="1">
                  <a:ln>
                    <a:noFill/>
                  </a:ln>
                  <a:solidFill>
                    <a:prstClr val="black"/>
                  </a:solidFill>
                  <a:effectLst/>
                  <a:uLnTx/>
                  <a:uFillTx/>
                  <a:latin typeface="Symbol" pitchFamily="2" charset="2"/>
                  <a:ea typeface="ＭＳ Ｐゴシック" panose="020B0600070205080204" pitchFamily="34" charset="-128"/>
                  <a:cs typeface="ＭＳ Ｐゴシック" panose="020B0600070205080204" pitchFamily="34" charset="-128"/>
                </a:rPr>
                <a:t>S</a:t>
              </a:r>
              <a:r>
                <a:rPr kumimoji="0" lang="en-US" altLang="en-US" sz="24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4B0E336A-F07A-914B-9314-422857CFD8B1}"/>
                </a:ext>
              </a:extLst>
            </p:cNvPr>
            <p:cNvCxnSpPr/>
            <p:nvPr/>
          </p:nvCxnSpPr>
          <p:spPr>
            <a:xfrm>
              <a:off x="6553200" y="6173453"/>
              <a:ext cx="478971" cy="0"/>
            </a:xfrm>
            <a:prstGeom prst="line">
              <a:avLst/>
            </a:prstGeom>
            <a:ln w="38100" cap="rnd">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9" name="Content Placeholder 1">
            <a:extLst>
              <a:ext uri="{FF2B5EF4-FFF2-40B4-BE49-F238E27FC236}">
                <a16:creationId xmlns:a16="http://schemas.microsoft.com/office/drawing/2014/main" id="{6B4ED17A-B92C-3540-886C-3C8AF82A0E8B}"/>
              </a:ext>
            </a:extLst>
          </p:cNvPr>
          <p:cNvSpPr txBox="1">
            <a:spLocks/>
          </p:cNvSpPr>
          <p:nvPr/>
        </p:nvSpPr>
        <p:spPr>
          <a:xfrm>
            <a:off x="788204" y="5154045"/>
            <a:ext cx="5557988" cy="10508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minimum bandwidth guarantee (per-traffic-class)</a:t>
            </a:r>
          </a:p>
        </p:txBody>
      </p:sp>
      <p:sp>
        <p:nvSpPr>
          <p:cNvPr id="111" name="Content Placeholder 1">
            <a:extLst>
              <a:ext uri="{FF2B5EF4-FFF2-40B4-BE49-F238E27FC236}">
                <a16:creationId xmlns:a16="http://schemas.microsoft.com/office/drawing/2014/main" id="{444A4D7B-9DCA-3943-91F5-F6811D0DAA99}"/>
              </a:ext>
            </a:extLst>
          </p:cNvPr>
          <p:cNvSpPr txBox="1">
            <a:spLocks/>
          </p:cNvSpPr>
          <p:nvPr/>
        </p:nvSpPr>
        <p:spPr>
          <a:xfrm>
            <a:off x="766433" y="2740308"/>
            <a:ext cx="5557988" cy="142092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each class, </a:t>
            </a: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has weight, </a:t>
            </a: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and</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gets weighted amount of service in each cycle:</a:t>
            </a:r>
          </a:p>
        </p:txBody>
      </p:sp>
      <p:sp>
        <p:nvSpPr>
          <p:cNvPr id="81" name="Slide Number Placeholder 4">
            <a:extLst>
              <a:ext uri="{FF2B5EF4-FFF2-40B4-BE49-F238E27FC236}">
                <a16:creationId xmlns:a16="http://schemas.microsoft.com/office/drawing/2014/main" id="{F0AFE370-3F30-3F41-8D1F-CC727D1401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32</a:t>
            </a:fld>
            <a:endParaRPr lang="en-US" dirty="0"/>
          </a:p>
        </p:txBody>
      </p:sp>
    </p:spTree>
    <p:extLst>
      <p:ext uri="{BB962C8B-B14F-4D97-AF65-F5344CB8AC3E}">
        <p14:creationId xmlns:p14="http://schemas.microsoft.com/office/powerpoint/2010/main" val="3298687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5"/>
                                        </p:tgtEl>
                                        <p:attrNameLst>
                                          <p:attrName>style.visibility</p:attrName>
                                        </p:attrNameLst>
                                      </p:cBhvr>
                                      <p:to>
                                        <p:strVal val="visible"/>
                                      </p:to>
                                    </p:set>
                                    <p:animEffect transition="in" filter="dissolve">
                                      <p:cBhvr>
                                        <p:cTn id="7" dur="500"/>
                                        <p:tgtEl>
                                          <p:spTgt spid="115"/>
                                        </p:tgtEl>
                                      </p:cBhvr>
                                    </p:animEffect>
                                  </p:childTnLst>
                                </p:cTn>
                              </p:par>
                              <p:par>
                                <p:cTn id="8" presetID="9" presetClass="entr" presetSubtype="0" fill="hold" nodeType="withEffect">
                                  <p:stCondLst>
                                    <p:cond delay="0"/>
                                  </p:stCondLst>
                                  <p:childTnLst>
                                    <p:set>
                                      <p:cBhvr>
                                        <p:cTn id="9" dur="1" fill="hold">
                                          <p:stCondLst>
                                            <p:cond delay="0"/>
                                          </p:stCondLst>
                                        </p:cTn>
                                        <p:tgtEl>
                                          <p:spTgt spid="108"/>
                                        </p:tgtEl>
                                        <p:attrNameLst>
                                          <p:attrName>style.visibility</p:attrName>
                                        </p:attrNameLst>
                                      </p:cBhvr>
                                      <p:to>
                                        <p:strVal val="visible"/>
                                      </p:to>
                                    </p:set>
                                    <p:animEffect transition="in" filter="dissolve">
                                      <p:cBhvr>
                                        <p:cTn id="10" dur="500"/>
                                        <p:tgtEl>
                                          <p:spTgt spid="10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11"/>
                                        </p:tgtEl>
                                        <p:attrNameLst>
                                          <p:attrName>style.visibility</p:attrName>
                                        </p:attrNameLst>
                                      </p:cBhvr>
                                      <p:to>
                                        <p:strVal val="visible"/>
                                      </p:to>
                                    </p:set>
                                    <p:animEffect transition="in" filter="dissolve">
                                      <p:cBhvr>
                                        <p:cTn id="13" dur="500"/>
                                        <p:tgtEl>
                                          <p:spTgt spid="11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9"/>
                                        </p:tgtEl>
                                        <p:attrNameLst>
                                          <p:attrName>style.visibility</p:attrName>
                                        </p:attrNameLst>
                                      </p:cBhvr>
                                      <p:to>
                                        <p:strVal val="visible"/>
                                      </p:to>
                                    </p:set>
                                    <p:animEffect transition="in" filter="dissolve">
                                      <p:cBhvr>
                                        <p:cTn id="18"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p:bldP spid="111"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793894" y="1421607"/>
            <a:ext cx="10607531" cy="4530306"/>
          </a:xfrm>
        </p:spPr>
        <p:txBody>
          <a:bodyPr>
            <a:noAutofit/>
          </a:bodyPr>
          <a:lstStyle/>
          <a:p>
            <a:pPr marL="0" indent="0">
              <a:lnSpc>
                <a:spcPct val="100000"/>
              </a:lnSpc>
              <a:buNone/>
            </a:pPr>
            <a:r>
              <a:rPr lang="en-US" sz="3600" dirty="0"/>
              <a:t>What is network neutrality?</a:t>
            </a:r>
          </a:p>
          <a:p>
            <a:pPr marL="520700" lvl="1" indent="-338138">
              <a:lnSpc>
                <a:spcPct val="100000"/>
              </a:lnSpc>
              <a:buFont typeface="Wingdings" pitchFamily="2" charset="2"/>
              <a:buChar char="§"/>
              <a:tabLst>
                <a:tab pos="280988" algn="l"/>
              </a:tabLst>
            </a:pPr>
            <a:r>
              <a:rPr lang="en-US" sz="3200" i="1" dirty="0">
                <a:solidFill>
                  <a:srgbClr val="010F90"/>
                </a:solidFill>
              </a:rPr>
              <a:t>technical: </a:t>
            </a:r>
            <a:r>
              <a:rPr lang="en-US" sz="3200" dirty="0"/>
              <a:t>how an ISP should share/allocation its resources</a:t>
            </a:r>
          </a:p>
          <a:p>
            <a:pPr marL="922338" lvl="1" indent="-279400">
              <a:lnSpc>
                <a:spcPct val="100000"/>
              </a:lnSpc>
            </a:pPr>
            <a:r>
              <a:rPr lang="en-US" sz="2800" dirty="0"/>
              <a:t>packet scheduling, buffer management are the </a:t>
            </a:r>
            <a:r>
              <a:rPr lang="en-US" sz="2800" i="1" dirty="0"/>
              <a:t>mechanisms</a:t>
            </a:r>
          </a:p>
          <a:p>
            <a:pPr marL="465138" lvl="1" indent="-282575">
              <a:lnSpc>
                <a:spcPct val="100000"/>
              </a:lnSpc>
              <a:buFont typeface="Wingdings" pitchFamily="2" charset="2"/>
              <a:buChar char="§"/>
            </a:pPr>
            <a:r>
              <a:rPr lang="en-US" sz="3200" i="1" dirty="0">
                <a:solidFill>
                  <a:srgbClr val="0000A3"/>
                </a:solidFill>
              </a:rPr>
              <a:t>social, economic  </a:t>
            </a:r>
            <a:r>
              <a:rPr lang="en-US" sz="3200" dirty="0"/>
              <a:t>principles </a:t>
            </a:r>
          </a:p>
          <a:p>
            <a:pPr marL="922338" lvl="2" indent="-292100">
              <a:lnSpc>
                <a:spcPct val="100000"/>
              </a:lnSpc>
              <a:buClr>
                <a:srgbClr val="0000A3"/>
              </a:buClr>
            </a:pPr>
            <a:r>
              <a:rPr lang="en-US" sz="2800" dirty="0"/>
              <a:t>protecting free speech</a:t>
            </a:r>
          </a:p>
          <a:p>
            <a:pPr marL="922338" lvl="2" indent="-292100">
              <a:lnSpc>
                <a:spcPct val="100000"/>
              </a:lnSpc>
              <a:buClr>
                <a:srgbClr val="0000A3"/>
              </a:buClr>
            </a:pPr>
            <a:r>
              <a:rPr lang="en-US" sz="2800" dirty="0"/>
              <a:t>encouraging innovation, competition</a:t>
            </a:r>
          </a:p>
          <a:p>
            <a:pPr marL="465138" lvl="1" indent="-282575">
              <a:lnSpc>
                <a:spcPct val="100000"/>
              </a:lnSpc>
              <a:buFont typeface="Wingdings" pitchFamily="2" charset="2"/>
              <a:buChar char="§"/>
            </a:pPr>
            <a:r>
              <a:rPr lang="en-US" sz="3200" dirty="0"/>
              <a:t>enforced</a:t>
            </a:r>
            <a:r>
              <a:rPr lang="en-US" sz="3200" i="1" dirty="0"/>
              <a:t> </a:t>
            </a:r>
            <a:r>
              <a:rPr lang="en-US" sz="3200" i="1" dirty="0">
                <a:solidFill>
                  <a:srgbClr val="0000A3"/>
                </a:solidFill>
              </a:rPr>
              <a:t>legal</a:t>
            </a:r>
            <a:r>
              <a:rPr lang="en-US" sz="3200" i="1" dirty="0"/>
              <a:t> </a:t>
            </a:r>
            <a:r>
              <a:rPr lang="en-US" sz="3200" dirty="0"/>
              <a:t>rules and policies</a:t>
            </a:r>
          </a:p>
        </p:txBody>
      </p:sp>
      <p:sp>
        <p:nvSpPr>
          <p:cNvPr id="3" name="TextBox 2">
            <a:extLst>
              <a:ext uri="{FF2B5EF4-FFF2-40B4-BE49-F238E27FC236}">
                <a16:creationId xmlns:a16="http://schemas.microsoft.com/office/drawing/2014/main" id="{CC6088C0-5072-5D4F-AF99-BACB3C9DEDB2}"/>
              </a:ext>
            </a:extLst>
          </p:cNvPr>
          <p:cNvSpPr txBox="1"/>
          <p:nvPr/>
        </p:nvSpPr>
        <p:spPr>
          <a:xfrm>
            <a:off x="1197032" y="5702531"/>
            <a:ext cx="936012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Different countries have different “takes” on network neutrality</a:t>
            </a:r>
          </a:p>
        </p:txBody>
      </p:sp>
      <p:sp>
        <p:nvSpPr>
          <p:cNvPr id="6" name="Slide Number Placeholder 4">
            <a:extLst>
              <a:ext uri="{FF2B5EF4-FFF2-40B4-BE49-F238E27FC236}">
                <a16:creationId xmlns:a16="http://schemas.microsoft.com/office/drawing/2014/main" id="{79556C6D-5BE8-AC42-B9B0-C0D3341D3BF5}"/>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33</a:t>
            </a:fld>
            <a:endParaRPr lang="en-US" dirty="0"/>
          </a:p>
        </p:txBody>
      </p:sp>
    </p:spTree>
    <p:extLst>
      <p:ext uri="{BB962C8B-B14F-4D97-AF65-F5344CB8AC3E}">
        <p14:creationId xmlns:p14="http://schemas.microsoft.com/office/powerpoint/2010/main" val="932683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xEl>
                                              <p:pRg st="1" end="1"/>
                                            </p:txEl>
                                          </p:spTgt>
                                        </p:tgtEl>
                                        <p:attrNameLst>
                                          <p:attrName>style.visibility</p:attrName>
                                        </p:attrNameLst>
                                      </p:cBhvr>
                                      <p:to>
                                        <p:strVal val="visible"/>
                                      </p:to>
                                    </p:set>
                                    <p:animEffect transition="in" filter="dissolve">
                                      <p:cBhvr>
                                        <p:cTn id="12" dur="500"/>
                                        <p:tgtEl>
                                          <p:spTgt spid="5">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animEffect transition="in" filter="dissolve">
                                      <p:cBhvr>
                                        <p:cTn id="15" dur="500"/>
                                        <p:tgtEl>
                                          <p:spTgt spid="5">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
                                            <p:txEl>
                                              <p:pRg st="3" end="3"/>
                                            </p:txEl>
                                          </p:spTgt>
                                        </p:tgtEl>
                                        <p:attrNameLst>
                                          <p:attrName>style.visibility</p:attrName>
                                        </p:attrNameLst>
                                      </p:cBhvr>
                                      <p:to>
                                        <p:strVal val="visible"/>
                                      </p:to>
                                    </p:set>
                                    <p:animEffect transition="in" filter="dissolve">
                                      <p:cBhvr>
                                        <p:cTn id="20" dur="500"/>
                                        <p:tgtEl>
                                          <p:spTgt spid="5">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5">
                                            <p:txEl>
                                              <p:pRg st="4" end="4"/>
                                            </p:txEl>
                                          </p:spTgt>
                                        </p:tgtEl>
                                        <p:attrNameLst>
                                          <p:attrName>style.visibility</p:attrName>
                                        </p:attrNameLst>
                                      </p:cBhvr>
                                      <p:to>
                                        <p:strVal val="visible"/>
                                      </p:to>
                                    </p:set>
                                    <p:animEffect transition="in" filter="dissolve">
                                      <p:cBhvr>
                                        <p:cTn id="23" dur="500"/>
                                        <p:tgtEl>
                                          <p:spTgt spid="5">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
                                            <p:txEl>
                                              <p:pRg st="5" end="5"/>
                                            </p:txEl>
                                          </p:spTgt>
                                        </p:tgtEl>
                                        <p:attrNameLst>
                                          <p:attrName>style.visibility</p:attrName>
                                        </p:attrNameLst>
                                      </p:cBhvr>
                                      <p:to>
                                        <p:strVal val="visible"/>
                                      </p:to>
                                    </p:set>
                                    <p:animEffect transition="in" filter="dissolve">
                                      <p:cBhvr>
                                        <p:cTn id="26" dur="500"/>
                                        <p:tgtEl>
                                          <p:spTgt spid="5">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5">
                                            <p:txEl>
                                              <p:pRg st="6" end="6"/>
                                            </p:txEl>
                                          </p:spTgt>
                                        </p:tgtEl>
                                        <p:attrNameLst>
                                          <p:attrName>style.visibility</p:attrName>
                                        </p:attrNameLst>
                                      </p:cBhvr>
                                      <p:to>
                                        <p:strVal val="visible"/>
                                      </p:to>
                                    </p:set>
                                    <p:animEffect transition="in" filter="dissolve">
                                      <p:cBhvr>
                                        <p:cTn id="31" dur="500"/>
                                        <p:tgtEl>
                                          <p:spTgt spid="5">
                                            <p:txEl>
                                              <p:pRg st="6" end="6"/>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dissolve">
                                      <p:cBhvr>
                                        <p:cTn id="3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bldLvl="2"/>
      <p:bldP spid="3"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877455" y="1787020"/>
            <a:ext cx="10758487" cy="4648200"/>
          </a:xfrm>
        </p:spPr>
        <p:txBody>
          <a:bodyPr>
            <a:normAutofit/>
          </a:bodyPr>
          <a:lstStyle/>
          <a:p>
            <a:pPr marL="0" indent="0">
              <a:lnSpc>
                <a:spcPct val="100000"/>
              </a:lnSpc>
              <a:buNone/>
            </a:pPr>
            <a:r>
              <a:rPr lang="en-US" dirty="0"/>
              <a:t>2015 US FCC </a:t>
            </a:r>
            <a:r>
              <a:rPr lang="en-US" i="1" dirty="0"/>
              <a:t>Order on Protecting and Promoting an Open Internet: </a:t>
            </a:r>
            <a:r>
              <a:rPr lang="en-US" dirty="0"/>
              <a:t>three “clear, bright line” rules:</a:t>
            </a:r>
          </a:p>
          <a:p>
            <a:pPr lvl="0">
              <a:lnSpc>
                <a:spcPct val="100000"/>
              </a:lnSpc>
            </a:pPr>
            <a:r>
              <a:rPr lang="en-US" sz="3200" dirty="0">
                <a:solidFill>
                  <a:srgbClr val="010F90"/>
                </a:solidFill>
              </a:rPr>
              <a:t>no blocking </a:t>
            </a:r>
            <a:r>
              <a:rPr lang="en-US" dirty="0"/>
              <a:t>… “shall not block lawful content, applications, services, or non-harmful devices, subject to reasonable network management.”</a:t>
            </a:r>
          </a:p>
          <a:p>
            <a:pPr lvl="0">
              <a:lnSpc>
                <a:spcPct val="100000"/>
              </a:lnSpc>
            </a:pPr>
            <a:r>
              <a:rPr lang="en-US" sz="3200" dirty="0">
                <a:solidFill>
                  <a:srgbClr val="010F90"/>
                </a:solidFill>
              </a:rPr>
              <a:t>no throttling  </a:t>
            </a:r>
            <a:r>
              <a:rPr lang="en-US" dirty="0"/>
              <a:t>… “shall not impair or degrade lawful Internet traffic on the basis of Internet content, application, or service, or use of a non-harmful device, subject to reasonable network management.”</a:t>
            </a:r>
          </a:p>
          <a:p>
            <a:pPr lvl="0">
              <a:lnSpc>
                <a:spcPct val="100000"/>
              </a:lnSpc>
            </a:pPr>
            <a:r>
              <a:rPr lang="en-US" sz="3200" dirty="0">
                <a:solidFill>
                  <a:srgbClr val="010F90"/>
                </a:solidFill>
              </a:rPr>
              <a:t>no paid prioritization. </a:t>
            </a:r>
            <a:r>
              <a:rPr lang="en-US" dirty="0"/>
              <a:t>… “shall not engage in paid prioritization”</a:t>
            </a:r>
          </a:p>
          <a:p>
            <a:pPr marL="0" indent="0">
              <a:buNone/>
            </a:pPr>
            <a:endParaRPr lang="en-US" dirty="0"/>
          </a:p>
        </p:txBody>
      </p:sp>
      <p:sp>
        <p:nvSpPr>
          <p:cNvPr id="4" name="Slide Number Placeholder 4">
            <a:extLst>
              <a:ext uri="{FF2B5EF4-FFF2-40B4-BE49-F238E27FC236}">
                <a16:creationId xmlns:a16="http://schemas.microsoft.com/office/drawing/2014/main" id="{43FC1194-244D-8645-BC37-13120C1632D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34</a:t>
            </a:fld>
            <a:endParaRPr lang="en-US" dirty="0"/>
          </a:p>
        </p:txBody>
      </p:sp>
    </p:spTree>
    <p:extLst>
      <p:ext uri="{BB962C8B-B14F-4D97-AF65-F5344CB8AC3E}">
        <p14:creationId xmlns:p14="http://schemas.microsoft.com/office/powerpoint/2010/main" val="281640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
                                            <p:txEl>
                                              <p:pRg st="2" end="2"/>
                                            </p:txEl>
                                          </p:spTgt>
                                        </p:tgtEl>
                                        <p:attrNameLst>
                                          <p:attrName>style.visibility</p:attrName>
                                        </p:attrNameLst>
                                      </p:cBhvr>
                                      <p:to>
                                        <p:strVal val="visible"/>
                                      </p:to>
                                    </p:set>
                                    <p:animEffect transition="in" filter="dissolve">
                                      <p:cBhvr>
                                        <p:cTn id="12" dur="500"/>
                                        <p:tgtEl>
                                          <p:spTgt spid="5">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xEl>
                                              <p:pRg st="3" end="3"/>
                                            </p:txEl>
                                          </p:spTgt>
                                        </p:tgtEl>
                                        <p:attrNameLst>
                                          <p:attrName>style.visibility</p:attrName>
                                        </p:attrNameLst>
                                      </p:cBhvr>
                                      <p:to>
                                        <p:strVal val="visible"/>
                                      </p:to>
                                    </p:set>
                                    <p:animEffect transition="in" filter="dissolve">
                                      <p:cBhvr>
                                        <p:cTn id="17"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42913" y="230147"/>
            <a:ext cx="11749087" cy="1143000"/>
          </a:xfrm>
        </p:spPr>
        <p:txBody>
          <a:bodyPr>
            <a:normAutofit/>
          </a:bodyPr>
          <a:lstStyle/>
          <a:p>
            <a:r>
              <a:rPr lang="en-US" dirty="0">
                <a:solidFill>
                  <a:srgbClr val="000090"/>
                </a:solidFill>
              </a:rPr>
              <a:t>ISP: telecommunications or information service?</a:t>
            </a:r>
          </a:p>
        </p:txBody>
      </p:sp>
      <p:sp>
        <p:nvSpPr>
          <p:cNvPr id="3" name="Content Placeholder 2"/>
          <p:cNvSpPr>
            <a:spLocks noGrp="1"/>
          </p:cNvSpPr>
          <p:nvPr>
            <p:ph idx="1"/>
          </p:nvPr>
        </p:nvSpPr>
        <p:spPr>
          <a:xfrm>
            <a:off x="390805" y="3052761"/>
            <a:ext cx="11015663" cy="3469063"/>
          </a:xfrm>
        </p:spPr>
        <p:txBody>
          <a:bodyPr>
            <a:normAutofit/>
          </a:bodyPr>
          <a:lstStyle/>
          <a:p>
            <a:pPr marL="0" indent="0">
              <a:buNone/>
            </a:pPr>
            <a:r>
              <a:rPr lang="en-US" sz="3200" dirty="0"/>
              <a:t>US Telecommunication Act of 1934 and 1996: </a:t>
            </a:r>
          </a:p>
          <a:p>
            <a:pPr lvl="1"/>
            <a:r>
              <a:rPr lang="en-US" sz="2800" i="1" dirty="0">
                <a:solidFill>
                  <a:srgbClr val="C00000"/>
                </a:solidFill>
              </a:rPr>
              <a:t>Title II: </a:t>
            </a:r>
            <a:r>
              <a:rPr lang="en-US" sz="2800" dirty="0"/>
              <a:t>imposes “common carrier duties” on </a:t>
            </a:r>
            <a:r>
              <a:rPr lang="en-US" sz="2800" i="1" dirty="0">
                <a:solidFill>
                  <a:srgbClr val="C00000"/>
                </a:solidFill>
              </a:rPr>
              <a:t>telecommunications services</a:t>
            </a:r>
            <a:r>
              <a:rPr lang="en-US" sz="2800" dirty="0">
                <a:solidFill>
                  <a:srgbClr val="C00000"/>
                </a:solidFill>
              </a:rPr>
              <a:t>:</a:t>
            </a:r>
            <a:r>
              <a:rPr lang="en-US" sz="2800" dirty="0"/>
              <a:t> reasonable rates, non-discrimination and </a:t>
            </a:r>
            <a:r>
              <a:rPr lang="en-US" sz="2800" i="1" dirty="0"/>
              <a:t>requires</a:t>
            </a:r>
            <a:r>
              <a:rPr lang="en-US" sz="2800" dirty="0"/>
              <a:t> </a:t>
            </a:r>
            <a:r>
              <a:rPr lang="en-US" sz="2800" i="1" dirty="0"/>
              <a:t>regulation</a:t>
            </a:r>
            <a:endParaRPr lang="en-US" sz="2800" dirty="0"/>
          </a:p>
          <a:p>
            <a:pPr lvl="1"/>
            <a:r>
              <a:rPr lang="en-US" sz="2800" i="1" dirty="0">
                <a:solidFill>
                  <a:srgbClr val="C00000"/>
                </a:solidFill>
              </a:rPr>
              <a:t>Title I: </a:t>
            </a:r>
            <a:r>
              <a:rPr lang="en-US" sz="2800" dirty="0"/>
              <a:t>applies to </a:t>
            </a:r>
            <a:r>
              <a:rPr lang="en-US" sz="2800" i="1" dirty="0">
                <a:solidFill>
                  <a:srgbClr val="C00000"/>
                </a:solidFill>
              </a:rPr>
              <a:t>information services: </a:t>
            </a:r>
          </a:p>
          <a:p>
            <a:pPr lvl="2"/>
            <a:r>
              <a:rPr lang="en-US" sz="2800" dirty="0"/>
              <a:t>no common carrier duties (</a:t>
            </a:r>
            <a:r>
              <a:rPr lang="en-US" sz="2800" i="1" dirty="0"/>
              <a:t>not regulated</a:t>
            </a:r>
            <a:r>
              <a:rPr lang="en-US" sz="2800" dirty="0"/>
              <a:t>)</a:t>
            </a:r>
          </a:p>
          <a:p>
            <a:pPr lvl="2"/>
            <a:r>
              <a:rPr lang="en-US" sz="2800" dirty="0"/>
              <a:t>but grants FCC authority  “… as may be necessary in the execution of its functions”</a:t>
            </a:r>
            <a:r>
              <a:rPr lang="en-US" sz="500" dirty="0"/>
              <a:t>4</a:t>
            </a:r>
          </a:p>
        </p:txBody>
      </p:sp>
      <p:sp>
        <p:nvSpPr>
          <p:cNvPr id="6" name="TextBox 5">
            <a:extLst>
              <a:ext uri="{FF2B5EF4-FFF2-40B4-BE49-F238E27FC236}">
                <a16:creationId xmlns:a16="http://schemas.microsoft.com/office/drawing/2014/main" id="{CE155C79-2C98-224B-ABAB-4A0A77BD5DA8}"/>
              </a:ext>
            </a:extLst>
          </p:cNvPr>
          <p:cNvSpPr txBox="1"/>
          <p:nvPr/>
        </p:nvSpPr>
        <p:spPr>
          <a:xfrm>
            <a:off x="524437" y="1358153"/>
            <a:ext cx="10542493" cy="1409617"/>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Is an ISP a “telecommunications service” or an “information service” provider?</a:t>
            </a:r>
          </a:p>
          <a:p>
            <a:pPr marL="520700" marR="0" lvl="0" indent="-280988"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 answer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really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matters from a regulatory standpoint!</a:t>
            </a:r>
          </a:p>
        </p:txBody>
      </p:sp>
      <p:sp>
        <p:nvSpPr>
          <p:cNvPr id="5" name="Slide Number Placeholder 4">
            <a:extLst>
              <a:ext uri="{FF2B5EF4-FFF2-40B4-BE49-F238E27FC236}">
                <a16:creationId xmlns:a16="http://schemas.microsoft.com/office/drawing/2014/main" id="{7BE39E3B-631A-AE43-A35B-E97AD11430E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35</a:t>
            </a:fld>
            <a:endParaRPr lang="en-US" dirty="0"/>
          </a:p>
        </p:txBody>
      </p:sp>
    </p:spTree>
    <p:extLst>
      <p:ext uri="{BB962C8B-B14F-4D97-AF65-F5344CB8AC3E}">
        <p14:creationId xmlns:p14="http://schemas.microsoft.com/office/powerpoint/2010/main" val="944509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dissolve">
                                      <p:cBhvr>
                                        <p:cTn id="16" dur="500"/>
                                        <p:tgtEl>
                                          <p:spTgt spid="3">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dissolve">
                                      <p:cBhvr>
                                        <p:cTn id="19" dur="500"/>
                                        <p:tgtEl>
                                          <p:spTgt spid="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match+action</a:t>
            </a:r>
            <a:endParaRPr lang="en-US" altLang="en-US" sz="2800" dirty="0">
              <a:solidFill>
                <a:schemeClr val="bg1">
                  <a:lumMod val="75000"/>
                </a:schemeClr>
              </a:solidFill>
              <a:ea typeface="ＭＳ Ｐゴシック" panose="020B0600070205080204" pitchFamily="34" charset="-128"/>
            </a:endParaRP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a:t>
            </a:r>
            <a:r>
              <a:rPr lang="en-US" altLang="en-US" sz="2800" dirty="0" err="1">
                <a:solidFill>
                  <a:schemeClr val="bg1">
                    <a:lumMod val="75000"/>
                  </a:schemeClr>
                </a:solidFill>
                <a:ea typeface="ＭＳ Ｐゴシック" panose="020B0600070205080204" pitchFamily="34" charset="-128"/>
              </a:rPr>
              <a:t>match+action</a:t>
            </a:r>
            <a:r>
              <a:rPr lang="en-US" altLang="en-US" sz="2800" dirty="0">
                <a:solidFill>
                  <a:schemeClr val="bg1">
                    <a:lumMod val="75000"/>
                  </a:schemeClr>
                </a:solidFill>
                <a:ea typeface="ＭＳ Ｐゴシック" panose="020B0600070205080204" pitchFamily="34" charset="-128"/>
              </a:rPr>
              <a:t>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36</a:t>
            </a:fld>
            <a:endParaRPr lang="en-US" dirty="0"/>
          </a:p>
        </p:txBody>
      </p:sp>
    </p:spTree>
    <p:extLst>
      <p:ext uri="{BB962C8B-B14F-4D97-AF65-F5344CB8AC3E}">
        <p14:creationId xmlns:p14="http://schemas.microsoft.com/office/powerpoint/2010/main" val="494825207"/>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a:t>
            </a:r>
            <a:endParaRPr lang="en-US" dirty="0"/>
          </a:p>
        </p:txBody>
      </p:sp>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5EB605D2-4BE6-F84E-ADE0-AB4D2A7BF140}"/>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2EDD264A-A709-3A4C-A00D-67F984963850}"/>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0296BAAF-C3F3-6D4C-8BEA-A71228A41980}"/>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D53E8097-7EF9-9F40-A258-C7BAC9FB04F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CA5FE275-A1EE-6149-A25B-AB47FE13C914}"/>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protocol</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error reporting</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router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signaling”</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8E5DB8E-5758-7A40-B6B5-7D4AF5690956}"/>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871F3AA1-3276-FB48-99A0-4DB2EA4E1228}"/>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BA7260F4-B2A7-AF47-BF92-9B85CFE6FC13}"/>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C24F447E-295B-5343-A770-64A4288623F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47" name="Line 10">
                <a:extLst>
                  <a:ext uri="{FF2B5EF4-FFF2-40B4-BE49-F238E27FC236}">
                    <a16:creationId xmlns:a16="http://schemas.microsoft.com/office/drawing/2014/main" id="{A1A6378B-7AD4-9543-A13E-9D075DF319CB}"/>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AFF84EEF-BF82-EE46-A8CD-990D38D7B888}"/>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F9BAE992-9BF7-104C-8ECA-81D34B658B5E}"/>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3429694D-F679-004A-9DBC-A3A9033DE14F}"/>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76EE42B6-BAC1-4944-9196-448650DA216C}"/>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59AD1B5-E124-0149-BDFB-A6D75F8BE6E8}"/>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D79EAD81-D7BF-7740-89CA-28286122F09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468D56E5-617A-EB4B-A291-7109B25CF16E}"/>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0C3DF2E4-3C65-BB46-9EC4-94CCFD39934B}"/>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 name="Slide Number Placeholder 3">
            <a:extLst>
              <a:ext uri="{FF2B5EF4-FFF2-40B4-BE49-F238E27FC236}">
                <a16:creationId xmlns:a16="http://schemas.microsoft.com/office/drawing/2014/main" id="{2ED44C56-FED1-2249-B378-3FF1836635D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37</a:t>
            </a:fld>
            <a:endParaRPr lang="en-US" dirty="0"/>
          </a:p>
        </p:txBody>
      </p:sp>
    </p:spTree>
    <p:extLst>
      <p:ext uri="{BB962C8B-B14F-4D97-AF65-F5344CB8AC3E}">
        <p14:creationId xmlns:p14="http://schemas.microsoft.com/office/powerpoint/2010/main" val="377915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a:t>
            </a:r>
            <a:endParaRPr lang="en-US" dirty="0"/>
          </a:p>
        </p:txBody>
      </p:sp>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F46ED7D0-3A4C-C74F-A2AF-2F28546928AE}"/>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DD501FF6-E28D-E740-B77A-CD4A3210C2D5}"/>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protocol version number</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F85B0816-D21B-CB47-8C66-E05D0680EC83}"/>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09D76537-7447-BC4F-803B-D699F93DFDEB}"/>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6BB3B2E4-B494-8F48-ADC1-00DA5E9C53C6}"/>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706E58AF-5939-4644-8ECF-E13603BC22AD}"/>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 layer protocol </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TCP or UDP)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CACE9B0D-62D6-B34E-89A0-4E0AFCF2C3B2}"/>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30E427B3-A5A5-4D4F-B92F-565A16BD627D}"/>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total datagram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AF47488-1011-A848-99D2-FC6016C55C06}"/>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service:</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 (0:5)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4087126E-9476-2B47-BE4F-7A42B99BC7FE}"/>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512E3B71-E3FC-D34A-9DEC-E65FCBAE37BC}"/>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reassembly</a:t>
              </a:r>
            </a:p>
          </p:txBody>
        </p:sp>
        <p:sp>
          <p:nvSpPr>
            <p:cNvPr id="170" name="Line 29">
              <a:extLst>
                <a:ext uri="{FF2B5EF4-FFF2-40B4-BE49-F238E27FC236}">
                  <a16:creationId xmlns:a16="http://schemas.microsoft.com/office/drawing/2014/main" id="{82BB5C8E-99D8-AB4F-812C-C8887D1E1E10}"/>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179D4ED7-D84C-2F4C-8903-32B5F0AEECE1}"/>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E9410A24-EBCE-C541-89FB-7277C9EF1BCD}"/>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(decremented at each router)</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10A5FB9C-8877-CF48-9B4B-0001510B0996}"/>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F3422680-BA18-B141-8049-75179551BB0C}"/>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342900" marR="0" lvl="0" indent="-223838" algn="l" defTabSz="914400" rtl="0" eaLnBrk="0" fontAlgn="base" latinLnBrk="0" hangingPunct="0">
                <a:lnSpc>
                  <a:spcPct val="9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bytes + app layer overhead for TCP+IP</a:t>
              </a:r>
            </a:p>
          </p:txBody>
        </p:sp>
        <p:sp>
          <p:nvSpPr>
            <p:cNvPr id="2" name="Rectangle 1">
              <a:extLst>
                <a:ext uri="{FF2B5EF4-FFF2-40B4-BE49-F238E27FC236}">
                  <a16:creationId xmlns:a16="http://schemas.microsoft.com/office/drawing/2014/main" id="{A5B2B29C-1437-FE43-B7BB-737B9DE7CB08}"/>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A07067E8-C930-4E4E-82B1-DB76C7299991}"/>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B25CB83E-CD83-0142-A8BA-DD13CD2B40A6}"/>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BF8FA8D1-8EB5-EC42-B60C-8F8686E922DD}"/>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A07119CE-E347-CD4F-96FC-B870BFBD31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DE02EBEC-D750-1C46-BDD3-4EC55628DEFF}"/>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3CBC8EE1-4E86-AC49-A4AC-FB712E2BE1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source IP address</a:t>
              </a:r>
            </a:p>
          </p:txBody>
        </p:sp>
        <p:cxnSp>
          <p:nvCxnSpPr>
            <p:cNvPr id="68" name="Straight Connector 67">
              <a:extLst>
                <a:ext uri="{FF2B5EF4-FFF2-40B4-BE49-F238E27FC236}">
                  <a16:creationId xmlns:a16="http://schemas.microsoft.com/office/drawing/2014/main" id="{8DD646F6-F588-FB47-AA50-B7AAB81C8AE9}"/>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D96639F-797D-284B-91E2-801FDB799E1D}"/>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0B8AC9F-9175-CD46-93B6-7B6E6B487849}"/>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4120CCDA-7A8F-1344-9A9B-52EEE045034B}"/>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9E74BE6E-3A51-9848-A524-4B01A8AE7030}"/>
              </a:ext>
            </a:extLst>
          </p:cNvPr>
          <p:cNvGrpSpPr/>
          <p:nvPr/>
        </p:nvGrpSpPr>
        <p:grpSpPr>
          <a:xfrm>
            <a:off x="7737066" y="2920899"/>
            <a:ext cx="3971903" cy="369332"/>
            <a:chOff x="7719934" y="4348085"/>
            <a:chExt cx="3971903" cy="369332"/>
          </a:xfrm>
        </p:grpSpPr>
        <p:sp>
          <p:nvSpPr>
            <p:cNvPr id="73" name="Text Box 52">
              <a:extLst>
                <a:ext uri="{FF2B5EF4-FFF2-40B4-BE49-F238E27FC236}">
                  <a16:creationId xmlns:a16="http://schemas.microsoft.com/office/drawing/2014/main" id="{A7B0ED1A-7B94-1F43-8F94-529E2D9937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checksum</a:t>
              </a:r>
            </a:p>
          </p:txBody>
        </p:sp>
        <p:cxnSp>
          <p:nvCxnSpPr>
            <p:cNvPr id="74" name="Straight Connector 73">
              <a:extLst>
                <a:ext uri="{FF2B5EF4-FFF2-40B4-BE49-F238E27FC236}">
                  <a16:creationId xmlns:a16="http://schemas.microsoft.com/office/drawing/2014/main" id="{FD6BF316-20F5-9D47-88E4-912E1DFB3A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1FEAE828-7047-3147-A47C-B181088247F3}"/>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63DAC61-3FDE-8840-9F16-FD8E18BF0966}"/>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D5FB8E8-CA23-894F-92FD-40ED972CF645}"/>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B2F5C4B-1186-4346-9A50-C9616F8D8E9F}"/>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FCABC9A-B0D4-C84D-B341-359EA25A99AD}"/>
                </a:ext>
              </a:extLst>
            </p:cNvPr>
            <p:cNvSpPr txBox="1"/>
            <p:nvPr/>
          </p:nvSpPr>
          <p:spPr>
            <a:xfrm>
              <a:off x="9209324" y="3788229"/>
              <a:ext cx="2808718"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Maximum length: 64K bytes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Typically: 1500 bytes or less</a:t>
              </a:r>
            </a:p>
          </p:txBody>
        </p:sp>
      </p:grpSp>
      <p:sp>
        <p:nvSpPr>
          <p:cNvPr id="79" name="Slide Number Placeholder 3">
            <a:extLst>
              <a:ext uri="{FF2B5EF4-FFF2-40B4-BE49-F238E27FC236}">
                <a16:creationId xmlns:a16="http://schemas.microsoft.com/office/drawing/2014/main" id="{4475E451-EA6C-E04C-BC05-BA34B2ECE74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38</a:t>
            </a:fld>
            <a:endParaRPr lang="en-US" dirty="0"/>
          </a:p>
        </p:txBody>
      </p:sp>
    </p:spTree>
    <p:extLst>
      <p:ext uri="{BB962C8B-B14F-4D97-AF65-F5344CB8AC3E}">
        <p14:creationId xmlns:p14="http://schemas.microsoft.com/office/powerpoint/2010/main" val="39961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6"/>
                                        </p:tgtEl>
                                        <p:attrNameLst>
                                          <p:attrName>style.visibility</p:attrName>
                                        </p:attrNameLst>
                                      </p:cBhvr>
                                      <p:to>
                                        <p:strVal val="visible"/>
                                      </p:to>
                                    </p:set>
                                    <p:animEffect transition="in" filter="dissolve">
                                      <p:cBhvr>
                                        <p:cTn id="12" dur="500"/>
                                        <p:tgtEl>
                                          <p:spTgt spid="1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dissolv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65"/>
                                        </p:tgtEl>
                                        <p:attrNameLst>
                                          <p:attrName>style.visibility</p:attrName>
                                        </p:attrNameLst>
                                      </p:cBhvr>
                                      <p:to>
                                        <p:strVal val="visible"/>
                                      </p:to>
                                    </p:set>
                                    <p:animEffect transition="in" filter="dissolve">
                                      <p:cBhvr>
                                        <p:cTn id="30" dur="500"/>
                                        <p:tgtEl>
                                          <p:spTgt spid="1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3"/>
                                        </p:tgtEl>
                                        <p:attrNameLst>
                                          <p:attrName>style.visibility</p:attrName>
                                        </p:attrNameLst>
                                      </p:cBhvr>
                                      <p:to>
                                        <p:strVal val="visible"/>
                                      </p:to>
                                    </p:set>
                                    <p:animEffect transition="in" filter="dissolve">
                                      <p:cBhvr>
                                        <p:cTn id="35" dur="500"/>
                                        <p:tgtEl>
                                          <p:spTgt spid="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59"/>
                                        </p:tgtEl>
                                        <p:attrNameLst>
                                          <p:attrName>style.visibility</p:attrName>
                                        </p:attrNameLst>
                                      </p:cBhvr>
                                      <p:to>
                                        <p:strVal val="visible"/>
                                      </p:to>
                                    </p:set>
                                    <p:animEffect transition="in" filter="dissolve">
                                      <p:cBhvr>
                                        <p:cTn id="40" dur="500"/>
                                        <p:tgtEl>
                                          <p:spTgt spid="15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68"/>
                                        </p:tgtEl>
                                        <p:attrNameLst>
                                          <p:attrName>style.visibility</p:attrName>
                                        </p:attrNameLst>
                                      </p:cBhvr>
                                      <p:to>
                                        <p:strVal val="visible"/>
                                      </p:to>
                                    </p:set>
                                    <p:animEffect transition="in" filter="dissolve">
                                      <p:cBhvr>
                                        <p:cTn id="45" dur="500"/>
                                        <p:tgtEl>
                                          <p:spTgt spid="168"/>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dissolve">
                                      <p:cBhvr>
                                        <p:cTn id="50" dur="500"/>
                                        <p:tgtEl>
                                          <p:spTgt spid="7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dissolve">
                                      <p:cBhvr>
                                        <p:cTn id="55" dur="500"/>
                                        <p:tgtEl>
                                          <p:spTgt spid="66"/>
                                        </p:tgtEl>
                                      </p:cBhvr>
                                    </p:animEffect>
                                  </p:childTnLst>
                                </p:cTn>
                              </p:par>
                              <p:par>
                                <p:cTn id="56" presetID="9" presetClass="entr" presetSubtype="0"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dissolve">
                                      <p:cBhvr>
                                        <p:cTn id="58" dur="500"/>
                                        <p:tgtEl>
                                          <p:spTgt spid="6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dissolve">
                                      <p:cBhvr>
                                        <p:cTn id="6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13DC98-4F04-CD4E-4751-72EFBCCCB14B}"/>
            </a:ext>
          </a:extLst>
        </p:cNvPr>
        <p:cNvGrpSpPr/>
        <p:nvPr/>
      </p:nvGrpSpPr>
      <p:grpSpPr>
        <a:xfrm>
          <a:off x="0" y="0"/>
          <a:ext cx="0" cy="0"/>
          <a:chOff x="0" y="0"/>
          <a:chExt cx="0" cy="0"/>
        </a:xfrm>
      </p:grpSpPr>
      <p:sp>
        <p:nvSpPr>
          <p:cNvPr id="2" name="Content Placeholder 1">
            <a:extLst>
              <a:ext uri="{FF2B5EF4-FFF2-40B4-BE49-F238E27FC236}">
                <a16:creationId xmlns:a16="http://schemas.microsoft.com/office/drawing/2014/main" id="{B2D26342-74F5-B853-3A57-DCE01B9C2ED6}"/>
              </a:ext>
            </a:extLst>
          </p:cNvPr>
          <p:cNvSpPr>
            <a:spLocks noGrp="1"/>
          </p:cNvSpPr>
          <p:nvPr>
            <p:ph idx="1"/>
          </p:nvPr>
        </p:nvSpPr>
        <p:spPr>
          <a:xfrm>
            <a:off x="722889" y="1409075"/>
            <a:ext cx="5928735" cy="5201586"/>
          </a:xfrm>
        </p:spPr>
        <p:txBody>
          <a:bodyPr>
            <a:normAutofit fontScale="92500"/>
          </a:bodyPr>
          <a:lstStyle/>
          <a:p>
            <a:r>
              <a:rPr lang="en-US" altLang="en-US" dirty="0">
                <a:ea typeface="ＭＳ Ｐゴシック" panose="020B0600070205080204" pitchFamily="34" charset="-128"/>
                <a:cs typeface="ＭＳ Ｐゴシック" panose="020B0600070205080204" pitchFamily="34" charset="-128"/>
              </a:rPr>
              <a:t>network links have MTU (max. transfer size) - largest possible link-level frame</a:t>
            </a:r>
          </a:p>
          <a:p>
            <a:pPr lvl="1"/>
            <a:r>
              <a:rPr lang="en-US" altLang="en-US" dirty="0">
                <a:ea typeface="ＭＳ Ｐゴシック" panose="020B0600070205080204" pitchFamily="34" charset="-128"/>
              </a:rPr>
              <a:t>different link types, different MTUs </a:t>
            </a:r>
          </a:p>
          <a:p>
            <a:pPr lvl="1"/>
            <a:r>
              <a:rPr lang="en-US" altLang="en-US" dirty="0">
                <a:ea typeface="ＭＳ Ｐゴシック" panose="020B0600070205080204" pitchFamily="34" charset="-128"/>
              </a:rPr>
              <a:t>Ethernet (1500 bytes), FDDI (4500 bytes)</a:t>
            </a:r>
          </a:p>
          <a:p>
            <a:r>
              <a:rPr lang="en-US" altLang="en-US" dirty="0">
                <a:ea typeface="ＭＳ Ｐゴシック" panose="020B0600070205080204" pitchFamily="34" charset="-128"/>
                <a:cs typeface="ＭＳ Ｐゴシック" panose="020B0600070205080204" pitchFamily="34" charset="-128"/>
              </a:rPr>
              <a:t>large IP datagram divided (“</a:t>
            </a:r>
            <a:r>
              <a:rPr lang="en-US" altLang="ja-JP" dirty="0">
                <a:ea typeface="ＭＳ Ｐゴシック" panose="020B0600070205080204" pitchFamily="34" charset="-128"/>
                <a:cs typeface="ＭＳ Ｐゴシック" panose="020B0600070205080204" pitchFamily="34" charset="-128"/>
              </a:rPr>
              <a:t>fragmented”) within net</a:t>
            </a:r>
          </a:p>
          <a:p>
            <a:pPr lvl="1"/>
            <a:r>
              <a:rPr lang="en-US" altLang="en-US" dirty="0">
                <a:ea typeface="ＭＳ Ｐゴシック" panose="020B0600070205080204" pitchFamily="34" charset="-128"/>
              </a:rPr>
              <a:t>one datagram becomes several datagrams</a:t>
            </a:r>
          </a:p>
          <a:p>
            <a:pPr lvl="1"/>
            <a:r>
              <a:rPr lang="en-US" altLang="ja-JP" dirty="0">
                <a:ea typeface="ＭＳ Ｐゴシック" panose="020B0600070205080204" pitchFamily="34" charset="-128"/>
              </a:rPr>
              <a:t>“reassembled” only at </a:t>
            </a:r>
            <a:r>
              <a:rPr lang="en-US" altLang="ja-JP" i="1" dirty="0">
                <a:ea typeface="ＭＳ Ｐゴシック" panose="020B0600070205080204" pitchFamily="34" charset="-128"/>
              </a:rPr>
              <a:t>destination</a:t>
            </a:r>
            <a:endParaRPr lang="en-US" altLang="ja-JP" dirty="0">
              <a:ea typeface="ＭＳ Ｐゴシック" panose="020B0600070205080204" pitchFamily="34" charset="-128"/>
            </a:endParaRPr>
          </a:p>
          <a:p>
            <a:pPr lvl="1"/>
            <a:r>
              <a:rPr lang="en-US" altLang="en-US" dirty="0">
                <a:ea typeface="ＭＳ Ｐゴシック" panose="020B0600070205080204" pitchFamily="34" charset="-128"/>
              </a:rPr>
              <a:t>IP header bits used to identify, order related fragments</a:t>
            </a:r>
          </a:p>
          <a:p>
            <a:pPr lvl="1"/>
            <a:r>
              <a:rPr lang="en-US" altLang="en-US" dirty="0">
                <a:ea typeface="ＭＳ Ｐゴシック" panose="020B0600070205080204" pitchFamily="34" charset="-128"/>
              </a:rPr>
              <a:t>All the fragments carry the same identifier in the Ident field</a:t>
            </a:r>
          </a:p>
          <a:p>
            <a:pPr lvl="1"/>
            <a:r>
              <a:rPr lang="en-US" altLang="en-US" dirty="0">
                <a:ea typeface="ＭＳ Ｐゴシック" panose="020B0600070205080204" pitchFamily="34" charset="-128"/>
              </a:rPr>
              <a:t>IP does not recover from missing fragments</a:t>
            </a:r>
          </a:p>
          <a:p>
            <a:pPr lvl="1"/>
            <a:endParaRPr lang="en-US" altLang="en-US" dirty="0">
              <a:ea typeface="ＭＳ Ｐゴシック" panose="020B0600070205080204" pitchFamily="34" charset="-128"/>
            </a:endParaRPr>
          </a:p>
        </p:txBody>
      </p:sp>
      <p:sp>
        <p:nvSpPr>
          <p:cNvPr id="3" name="Title 2">
            <a:extLst>
              <a:ext uri="{FF2B5EF4-FFF2-40B4-BE49-F238E27FC236}">
                <a16:creationId xmlns:a16="http://schemas.microsoft.com/office/drawing/2014/main" id="{A7AA246A-45BA-9F03-8BF1-503B64641FD1}"/>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6A8BE7C8-C978-F00E-2E37-E6DFB4785938}"/>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39</a:t>
            </a:fld>
            <a:endParaRPr lang="en-US" dirty="0"/>
          </a:p>
        </p:txBody>
      </p:sp>
      <p:sp>
        <p:nvSpPr>
          <p:cNvPr id="135" name="Freeform 4">
            <a:extLst>
              <a:ext uri="{FF2B5EF4-FFF2-40B4-BE49-F238E27FC236}">
                <a16:creationId xmlns:a16="http://schemas.microsoft.com/office/drawing/2014/main" id="{DD59F394-5D4C-A97D-4E9A-76453FB2BAD3}"/>
              </a:ext>
            </a:extLst>
          </p:cNvPr>
          <p:cNvSpPr>
            <a:spLocks/>
          </p:cNvSpPr>
          <p:nvPr/>
        </p:nvSpPr>
        <p:spPr bwMode="auto">
          <a:xfrm>
            <a:off x="7707312" y="1493863"/>
            <a:ext cx="2436813" cy="2255838"/>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a:solidFill>
                <a:srgbClr val="000000"/>
              </a:solidFill>
              <a:latin typeface="Arial" panose="020B0604020202020204" pitchFamily="34" charset="0"/>
              <a:ea typeface="ＭＳ Ｐゴシック" panose="020B0600070205080204" pitchFamily="34" charset="-128"/>
            </a:endParaRPr>
          </a:p>
        </p:txBody>
      </p:sp>
      <p:sp>
        <p:nvSpPr>
          <p:cNvPr id="136" name="Freeform 5">
            <a:extLst>
              <a:ext uri="{FF2B5EF4-FFF2-40B4-BE49-F238E27FC236}">
                <a16:creationId xmlns:a16="http://schemas.microsoft.com/office/drawing/2014/main" id="{4581B182-9AAB-DD58-6529-06769226B988}"/>
              </a:ext>
            </a:extLst>
          </p:cNvPr>
          <p:cNvSpPr>
            <a:spLocks/>
          </p:cNvSpPr>
          <p:nvPr/>
        </p:nvSpPr>
        <p:spPr bwMode="auto">
          <a:xfrm>
            <a:off x="7707312" y="3895751"/>
            <a:ext cx="1976438" cy="1987550"/>
          </a:xfrm>
          <a:custGeom>
            <a:avLst/>
            <a:gdLst>
              <a:gd name="T0" fmla="*/ 2147483647 w 873"/>
              <a:gd name="T1" fmla="*/ 2147483647 h 940"/>
              <a:gd name="T2" fmla="*/ 2147483647 w 873"/>
              <a:gd name="T3" fmla="*/ 2147483647 h 940"/>
              <a:gd name="T4" fmla="*/ 2147483647 w 873"/>
              <a:gd name="T5" fmla="*/ 2147483647 h 940"/>
              <a:gd name="T6" fmla="*/ 2147483647 w 873"/>
              <a:gd name="T7" fmla="*/ 2147483647 h 940"/>
              <a:gd name="T8" fmla="*/ 2147483647 w 873"/>
              <a:gd name="T9" fmla="*/ 2147483647 h 940"/>
              <a:gd name="T10" fmla="*/ 2147483647 w 873"/>
              <a:gd name="T11" fmla="*/ 2147483647 h 940"/>
              <a:gd name="T12" fmla="*/ 2147483647 w 873"/>
              <a:gd name="T13" fmla="*/ 2147483647 h 940"/>
              <a:gd name="T14" fmla="*/ 2147483647 w 873"/>
              <a:gd name="T15" fmla="*/ 2147483647 h 940"/>
              <a:gd name="T16" fmla="*/ 2147483647 w 873"/>
              <a:gd name="T17" fmla="*/ 2147483647 h 940"/>
              <a:gd name="T18" fmla="*/ 2147483647 w 873"/>
              <a:gd name="T19" fmla="*/ 2147483647 h 940"/>
              <a:gd name="T20" fmla="*/ 2147483647 w 873"/>
              <a:gd name="T21" fmla="*/ 2147483647 h 9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3"/>
              <a:gd name="T34" fmla="*/ 0 h 940"/>
              <a:gd name="T35" fmla="*/ 873 w 873"/>
              <a:gd name="T36" fmla="*/ 940 h 9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3" h="940">
                <a:moveTo>
                  <a:pt x="2" y="405"/>
                </a:moveTo>
                <a:cubicBezTo>
                  <a:pt x="17" y="290"/>
                  <a:pt x="138" y="129"/>
                  <a:pt x="230" y="65"/>
                </a:cubicBezTo>
                <a:cubicBezTo>
                  <a:pt x="322" y="1"/>
                  <a:pt x="460" y="0"/>
                  <a:pt x="555" y="22"/>
                </a:cubicBezTo>
                <a:cubicBezTo>
                  <a:pt x="650" y="44"/>
                  <a:pt x="748" y="143"/>
                  <a:pt x="800" y="197"/>
                </a:cubicBezTo>
                <a:cubicBezTo>
                  <a:pt x="852" y="251"/>
                  <a:pt x="859" y="292"/>
                  <a:pt x="866" y="347"/>
                </a:cubicBezTo>
                <a:cubicBezTo>
                  <a:pt x="873" y="402"/>
                  <a:pt x="855" y="457"/>
                  <a:pt x="842" y="527"/>
                </a:cubicBezTo>
                <a:cubicBezTo>
                  <a:pt x="829" y="597"/>
                  <a:pt x="827" y="714"/>
                  <a:pt x="788" y="767"/>
                </a:cubicBezTo>
                <a:cubicBezTo>
                  <a:pt x="749" y="820"/>
                  <a:pt x="670" y="819"/>
                  <a:pt x="608" y="845"/>
                </a:cubicBezTo>
                <a:cubicBezTo>
                  <a:pt x="546" y="871"/>
                  <a:pt x="496" y="940"/>
                  <a:pt x="418" y="925"/>
                </a:cubicBezTo>
                <a:cubicBezTo>
                  <a:pt x="340" y="910"/>
                  <a:pt x="208" y="840"/>
                  <a:pt x="139" y="754"/>
                </a:cubicBezTo>
                <a:cubicBezTo>
                  <a:pt x="69" y="667"/>
                  <a:pt x="0" y="546"/>
                  <a:pt x="2" y="405"/>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a:solidFill>
                <a:srgbClr val="000000"/>
              </a:solidFill>
              <a:latin typeface="Arial" panose="020B0604020202020204" pitchFamily="34" charset="0"/>
              <a:ea typeface="ＭＳ Ｐゴシック" panose="020B0600070205080204" pitchFamily="34" charset="-128"/>
            </a:endParaRPr>
          </a:p>
        </p:txBody>
      </p:sp>
      <p:sp>
        <p:nvSpPr>
          <p:cNvPr id="137" name="Line 16">
            <a:extLst>
              <a:ext uri="{FF2B5EF4-FFF2-40B4-BE49-F238E27FC236}">
                <a16:creationId xmlns:a16="http://schemas.microsoft.com/office/drawing/2014/main" id="{B926C940-477E-FD1B-0DAC-A5427BD3B043}"/>
              </a:ext>
            </a:extLst>
          </p:cNvPr>
          <p:cNvSpPr>
            <a:spLocks noChangeShapeType="1"/>
          </p:cNvSpPr>
          <p:nvPr/>
        </p:nvSpPr>
        <p:spPr bwMode="auto">
          <a:xfrm flipV="1">
            <a:off x="7780337" y="2449538"/>
            <a:ext cx="12700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8" name="Line 17">
            <a:extLst>
              <a:ext uri="{FF2B5EF4-FFF2-40B4-BE49-F238E27FC236}">
                <a16:creationId xmlns:a16="http://schemas.microsoft.com/office/drawing/2014/main" id="{153135F4-179D-7C99-B8AC-227DF48D62CA}"/>
              </a:ext>
            </a:extLst>
          </p:cNvPr>
          <p:cNvSpPr>
            <a:spLocks noChangeShapeType="1"/>
          </p:cNvSpPr>
          <p:nvPr/>
        </p:nvSpPr>
        <p:spPr bwMode="auto">
          <a:xfrm>
            <a:off x="8356600" y="1774851"/>
            <a:ext cx="658812" cy="279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9" name="Line 18">
            <a:extLst>
              <a:ext uri="{FF2B5EF4-FFF2-40B4-BE49-F238E27FC236}">
                <a16:creationId xmlns:a16="http://schemas.microsoft.com/office/drawing/2014/main" id="{61371E5E-DD4A-F358-73DB-C6B8B7A5486C}"/>
              </a:ext>
            </a:extLst>
          </p:cNvPr>
          <p:cNvSpPr>
            <a:spLocks noChangeShapeType="1"/>
          </p:cNvSpPr>
          <p:nvPr/>
        </p:nvSpPr>
        <p:spPr bwMode="auto">
          <a:xfrm>
            <a:off x="9202737" y="2111401"/>
            <a:ext cx="196850" cy="669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0" name="Line 19">
            <a:extLst>
              <a:ext uri="{FF2B5EF4-FFF2-40B4-BE49-F238E27FC236}">
                <a16:creationId xmlns:a16="http://schemas.microsoft.com/office/drawing/2014/main" id="{FD32FA7A-145D-1B6F-CE67-B739D573F074}"/>
              </a:ext>
            </a:extLst>
          </p:cNvPr>
          <p:cNvSpPr>
            <a:spLocks noChangeShapeType="1"/>
          </p:cNvSpPr>
          <p:nvPr/>
        </p:nvSpPr>
        <p:spPr bwMode="auto">
          <a:xfrm>
            <a:off x="8105775" y="1887563"/>
            <a:ext cx="1587" cy="582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1" name="Line 20">
            <a:extLst>
              <a:ext uri="{FF2B5EF4-FFF2-40B4-BE49-F238E27FC236}">
                <a16:creationId xmlns:a16="http://schemas.microsoft.com/office/drawing/2014/main" id="{AFE0BD2E-9474-975D-2B60-BCE56A82E81C}"/>
              </a:ext>
            </a:extLst>
          </p:cNvPr>
          <p:cNvSpPr>
            <a:spLocks noChangeShapeType="1"/>
          </p:cNvSpPr>
          <p:nvPr/>
        </p:nvSpPr>
        <p:spPr bwMode="auto">
          <a:xfrm>
            <a:off x="8340725" y="2541613"/>
            <a:ext cx="971550" cy="4016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2" name="Line 21">
            <a:extLst>
              <a:ext uri="{FF2B5EF4-FFF2-40B4-BE49-F238E27FC236}">
                <a16:creationId xmlns:a16="http://schemas.microsoft.com/office/drawing/2014/main" id="{6888F140-0CE1-3EA6-F5EB-544F0C65B219}"/>
              </a:ext>
            </a:extLst>
          </p:cNvPr>
          <p:cNvSpPr>
            <a:spLocks noChangeShapeType="1"/>
          </p:cNvSpPr>
          <p:nvPr/>
        </p:nvSpPr>
        <p:spPr bwMode="auto">
          <a:xfrm flipH="1" flipV="1">
            <a:off x="9613900" y="3071838"/>
            <a:ext cx="476250" cy="6873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3" name="Line 22">
            <a:extLst>
              <a:ext uri="{FF2B5EF4-FFF2-40B4-BE49-F238E27FC236}">
                <a16:creationId xmlns:a16="http://schemas.microsoft.com/office/drawing/2014/main" id="{66A43847-62E6-8943-DC8A-5C0369DFC327}"/>
              </a:ext>
            </a:extLst>
          </p:cNvPr>
          <p:cNvSpPr>
            <a:spLocks noChangeShapeType="1"/>
          </p:cNvSpPr>
          <p:nvPr/>
        </p:nvSpPr>
        <p:spPr bwMode="auto">
          <a:xfrm flipH="1">
            <a:off x="8364537" y="2079651"/>
            <a:ext cx="758825" cy="517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4" name="Line 23">
            <a:extLst>
              <a:ext uri="{FF2B5EF4-FFF2-40B4-BE49-F238E27FC236}">
                <a16:creationId xmlns:a16="http://schemas.microsoft.com/office/drawing/2014/main" id="{03E63E2A-B49A-D003-A5FA-66FFA28189D6}"/>
              </a:ext>
            </a:extLst>
          </p:cNvPr>
          <p:cNvSpPr>
            <a:spLocks noChangeShapeType="1"/>
          </p:cNvSpPr>
          <p:nvPr/>
        </p:nvSpPr>
        <p:spPr bwMode="auto">
          <a:xfrm flipH="1">
            <a:off x="8374062" y="1519263"/>
            <a:ext cx="476250" cy="342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5" name="Line 24">
            <a:extLst>
              <a:ext uri="{FF2B5EF4-FFF2-40B4-BE49-F238E27FC236}">
                <a16:creationId xmlns:a16="http://schemas.microsoft.com/office/drawing/2014/main" id="{F1EB8A9E-55D4-80AB-E57A-585BB833F8A7}"/>
              </a:ext>
            </a:extLst>
          </p:cNvPr>
          <p:cNvSpPr>
            <a:spLocks noChangeShapeType="1"/>
          </p:cNvSpPr>
          <p:nvPr/>
        </p:nvSpPr>
        <p:spPr bwMode="auto">
          <a:xfrm flipH="1">
            <a:off x="9091612" y="1695476"/>
            <a:ext cx="273050" cy="2365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6" name="Line 119">
            <a:extLst>
              <a:ext uri="{FF2B5EF4-FFF2-40B4-BE49-F238E27FC236}">
                <a16:creationId xmlns:a16="http://schemas.microsoft.com/office/drawing/2014/main" id="{51C0865E-8DE9-71F3-4F60-0C93204A8935}"/>
              </a:ext>
            </a:extLst>
          </p:cNvPr>
          <p:cNvSpPr>
            <a:spLocks noChangeShapeType="1"/>
          </p:cNvSpPr>
          <p:nvPr/>
        </p:nvSpPr>
        <p:spPr bwMode="auto">
          <a:xfrm flipH="1">
            <a:off x="9508303" y="4069262"/>
            <a:ext cx="644816" cy="9763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47" name="Group 199">
            <a:extLst>
              <a:ext uri="{FF2B5EF4-FFF2-40B4-BE49-F238E27FC236}">
                <a16:creationId xmlns:a16="http://schemas.microsoft.com/office/drawing/2014/main" id="{C8071D91-00BF-02DF-78E2-BADD894E3AD2}"/>
              </a:ext>
            </a:extLst>
          </p:cNvPr>
          <p:cNvGrpSpPr>
            <a:grpSpLocks/>
          </p:cNvGrpSpPr>
          <p:nvPr/>
        </p:nvGrpSpPr>
        <p:grpSpPr bwMode="auto">
          <a:xfrm>
            <a:off x="8113712" y="2821013"/>
            <a:ext cx="1222375" cy="403225"/>
            <a:chOff x="3152" y="1862"/>
            <a:chExt cx="770" cy="254"/>
          </a:xfrm>
        </p:grpSpPr>
        <p:grpSp>
          <p:nvGrpSpPr>
            <p:cNvPr id="148" name="Group 120">
              <a:extLst>
                <a:ext uri="{FF2B5EF4-FFF2-40B4-BE49-F238E27FC236}">
                  <a16:creationId xmlns:a16="http://schemas.microsoft.com/office/drawing/2014/main" id="{89348409-FA1A-55A1-9DBC-B77A0C4761E3}"/>
                </a:ext>
              </a:extLst>
            </p:cNvPr>
            <p:cNvGrpSpPr>
              <a:grpSpLocks/>
            </p:cNvGrpSpPr>
            <p:nvPr/>
          </p:nvGrpSpPr>
          <p:grpSpPr bwMode="auto">
            <a:xfrm rot="1433392">
              <a:off x="3152" y="1862"/>
              <a:ext cx="648" cy="108"/>
              <a:chOff x="4712" y="1742"/>
              <a:chExt cx="648" cy="108"/>
            </a:xfrm>
          </p:grpSpPr>
          <p:sp>
            <p:nvSpPr>
              <p:cNvPr id="150" name="Rectangle 121">
                <a:extLst>
                  <a:ext uri="{FF2B5EF4-FFF2-40B4-BE49-F238E27FC236}">
                    <a16:creationId xmlns:a16="http://schemas.microsoft.com/office/drawing/2014/main" id="{059E39C1-5B61-C726-0BB3-84248FA8BD3E}"/>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1" name="Rectangle 122">
                <a:extLst>
                  <a:ext uri="{FF2B5EF4-FFF2-40B4-BE49-F238E27FC236}">
                    <a16:creationId xmlns:a16="http://schemas.microsoft.com/office/drawing/2014/main" id="{732E4C70-7D49-E11A-BE26-B2C60A30455E}"/>
                  </a:ext>
                </a:extLst>
              </p:cNvPr>
              <p:cNvSpPr>
                <a:spLocks noChangeArrowheads="1"/>
              </p:cNvSpPr>
              <p:nvPr/>
            </p:nvSpPr>
            <p:spPr bwMode="auto">
              <a:xfrm>
                <a:off x="4710" y="1742"/>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49" name="Line 132">
              <a:extLst>
                <a:ext uri="{FF2B5EF4-FFF2-40B4-BE49-F238E27FC236}">
                  <a16:creationId xmlns:a16="http://schemas.microsoft.com/office/drawing/2014/main" id="{7C3C5E1B-F593-6D48-1249-2B5D315AAD59}"/>
                </a:ext>
              </a:extLst>
            </p:cNvPr>
            <p:cNvSpPr>
              <a:spLocks noChangeShapeType="1"/>
            </p:cNvSpPr>
            <p:nvPr/>
          </p:nvSpPr>
          <p:spPr bwMode="auto">
            <a:xfrm>
              <a:off x="3784" y="2060"/>
              <a:ext cx="138" cy="56"/>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2" name="Text Box 136">
            <a:extLst>
              <a:ext uri="{FF2B5EF4-FFF2-40B4-BE49-F238E27FC236}">
                <a16:creationId xmlns:a16="http://schemas.microsoft.com/office/drawing/2014/main" id="{1BF243B4-F0D5-790E-0F55-E28FDC28D931}"/>
              </a:ext>
            </a:extLst>
          </p:cNvPr>
          <p:cNvSpPr txBox="1">
            <a:spLocks noChangeArrowheads="1"/>
          </p:cNvSpPr>
          <p:nvPr/>
        </p:nvSpPr>
        <p:spPr bwMode="auto">
          <a:xfrm>
            <a:off x="9725025" y="2106638"/>
            <a:ext cx="246697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fragmentation:</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rPr>
              <a:t>in:</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one large datagram</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rPr>
              <a:t>out:</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3 smaller datagrams</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3" name="Line 118">
            <a:extLst>
              <a:ext uri="{FF2B5EF4-FFF2-40B4-BE49-F238E27FC236}">
                <a16:creationId xmlns:a16="http://schemas.microsoft.com/office/drawing/2014/main" id="{12FF2AE7-31CC-0E95-D2F4-0BFA8820F375}"/>
              </a:ext>
            </a:extLst>
          </p:cNvPr>
          <p:cNvSpPr>
            <a:spLocks noChangeShapeType="1"/>
          </p:cNvSpPr>
          <p:nvPr/>
        </p:nvSpPr>
        <p:spPr bwMode="auto">
          <a:xfrm>
            <a:off x="8594725" y="5043513"/>
            <a:ext cx="2873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54" name="Group 220">
            <a:extLst>
              <a:ext uri="{FF2B5EF4-FFF2-40B4-BE49-F238E27FC236}">
                <a16:creationId xmlns:a16="http://schemas.microsoft.com/office/drawing/2014/main" id="{0B9A5B36-1BFD-4E80-2816-BA08BB608748}"/>
              </a:ext>
            </a:extLst>
          </p:cNvPr>
          <p:cNvGrpSpPr>
            <a:grpSpLocks/>
          </p:cNvGrpSpPr>
          <p:nvPr/>
        </p:nvGrpSpPr>
        <p:grpSpPr bwMode="auto">
          <a:xfrm>
            <a:off x="8516937" y="4218013"/>
            <a:ext cx="708025" cy="558800"/>
            <a:chOff x="3406" y="2742"/>
            <a:chExt cx="446" cy="352"/>
          </a:xfrm>
        </p:grpSpPr>
        <p:grpSp>
          <p:nvGrpSpPr>
            <p:cNvPr id="155" name="Group 137">
              <a:extLst>
                <a:ext uri="{FF2B5EF4-FFF2-40B4-BE49-F238E27FC236}">
                  <a16:creationId xmlns:a16="http://schemas.microsoft.com/office/drawing/2014/main" id="{91163736-780D-23C3-65C5-0CABA1377C71}"/>
                </a:ext>
              </a:extLst>
            </p:cNvPr>
            <p:cNvGrpSpPr>
              <a:grpSpLocks/>
            </p:cNvGrpSpPr>
            <p:nvPr/>
          </p:nvGrpSpPr>
          <p:grpSpPr bwMode="auto">
            <a:xfrm rot="-10773343">
              <a:off x="3566" y="2742"/>
              <a:ext cx="282" cy="108"/>
              <a:chOff x="5078" y="1860"/>
              <a:chExt cx="282" cy="108"/>
            </a:xfrm>
          </p:grpSpPr>
          <p:sp>
            <p:nvSpPr>
              <p:cNvPr id="165" name="Rectangle 138">
                <a:extLst>
                  <a:ext uri="{FF2B5EF4-FFF2-40B4-BE49-F238E27FC236}">
                    <a16:creationId xmlns:a16="http://schemas.microsoft.com/office/drawing/2014/main" id="{4BA420A0-0486-25D0-83F3-E64B3C445D2B}"/>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6" name="Rectangle 139">
                <a:extLst>
                  <a:ext uri="{FF2B5EF4-FFF2-40B4-BE49-F238E27FC236}">
                    <a16:creationId xmlns:a16="http://schemas.microsoft.com/office/drawing/2014/main" id="{F9881FFB-EC19-27CE-2494-5DF298867156}"/>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6" name="Group 140">
              <a:extLst>
                <a:ext uri="{FF2B5EF4-FFF2-40B4-BE49-F238E27FC236}">
                  <a16:creationId xmlns:a16="http://schemas.microsoft.com/office/drawing/2014/main" id="{DA15DD18-FA7B-798D-206E-D038133920F2}"/>
                </a:ext>
              </a:extLst>
            </p:cNvPr>
            <p:cNvGrpSpPr>
              <a:grpSpLocks/>
            </p:cNvGrpSpPr>
            <p:nvPr/>
          </p:nvGrpSpPr>
          <p:grpSpPr bwMode="auto">
            <a:xfrm rot="-10773343">
              <a:off x="3568" y="2864"/>
              <a:ext cx="282" cy="108"/>
              <a:chOff x="5078" y="1860"/>
              <a:chExt cx="282" cy="108"/>
            </a:xfrm>
          </p:grpSpPr>
          <p:sp>
            <p:nvSpPr>
              <p:cNvPr id="163" name="Rectangle 141">
                <a:extLst>
                  <a:ext uri="{FF2B5EF4-FFF2-40B4-BE49-F238E27FC236}">
                    <a16:creationId xmlns:a16="http://schemas.microsoft.com/office/drawing/2014/main" id="{A804AF1B-F9D2-2495-4557-B76E95E4E2BD}"/>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4" name="Rectangle 142">
                <a:extLst>
                  <a:ext uri="{FF2B5EF4-FFF2-40B4-BE49-F238E27FC236}">
                    <a16:creationId xmlns:a16="http://schemas.microsoft.com/office/drawing/2014/main" id="{45D41181-841C-3FC9-2C9B-5F8E85B53E26}"/>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7" name="Group 143">
              <a:extLst>
                <a:ext uri="{FF2B5EF4-FFF2-40B4-BE49-F238E27FC236}">
                  <a16:creationId xmlns:a16="http://schemas.microsoft.com/office/drawing/2014/main" id="{AEC3B963-168A-4F27-4955-DCAD24A19D72}"/>
                </a:ext>
              </a:extLst>
            </p:cNvPr>
            <p:cNvGrpSpPr>
              <a:grpSpLocks/>
            </p:cNvGrpSpPr>
            <p:nvPr/>
          </p:nvGrpSpPr>
          <p:grpSpPr bwMode="auto">
            <a:xfrm rot="-10773343">
              <a:off x="3570" y="2986"/>
              <a:ext cx="282" cy="108"/>
              <a:chOff x="5078" y="1860"/>
              <a:chExt cx="282" cy="108"/>
            </a:xfrm>
          </p:grpSpPr>
          <p:sp>
            <p:nvSpPr>
              <p:cNvPr id="161" name="Rectangle 144">
                <a:extLst>
                  <a:ext uri="{FF2B5EF4-FFF2-40B4-BE49-F238E27FC236}">
                    <a16:creationId xmlns:a16="http://schemas.microsoft.com/office/drawing/2014/main" id="{468477A0-39D5-BEBE-2089-4678001C2DAF}"/>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2" name="Rectangle 145">
                <a:extLst>
                  <a:ext uri="{FF2B5EF4-FFF2-40B4-BE49-F238E27FC236}">
                    <a16:creationId xmlns:a16="http://schemas.microsoft.com/office/drawing/2014/main" id="{EE5BF38B-F4D4-052A-2392-6A23DFC2F309}"/>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8" name="Line 146">
              <a:extLst>
                <a:ext uri="{FF2B5EF4-FFF2-40B4-BE49-F238E27FC236}">
                  <a16:creationId xmlns:a16="http://schemas.microsoft.com/office/drawing/2014/main" id="{26229C09-9E6A-A57C-45D6-E1E03D3FC4CB}"/>
                </a:ext>
              </a:extLst>
            </p:cNvPr>
            <p:cNvSpPr>
              <a:spLocks noChangeShapeType="1"/>
            </p:cNvSpPr>
            <p:nvPr/>
          </p:nvSpPr>
          <p:spPr bwMode="auto">
            <a:xfrm rot="9691848">
              <a:off x="3412" y="277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9" name="Line 147">
              <a:extLst>
                <a:ext uri="{FF2B5EF4-FFF2-40B4-BE49-F238E27FC236}">
                  <a16:creationId xmlns:a16="http://schemas.microsoft.com/office/drawing/2014/main" id="{9A4F0EA9-EEDA-87EE-C784-32D76DB19EEB}"/>
                </a:ext>
              </a:extLst>
            </p:cNvPr>
            <p:cNvSpPr>
              <a:spLocks noChangeShapeType="1"/>
            </p:cNvSpPr>
            <p:nvPr/>
          </p:nvSpPr>
          <p:spPr bwMode="auto">
            <a:xfrm rot="9691848">
              <a:off x="3406" y="288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0" name="Line 148">
              <a:extLst>
                <a:ext uri="{FF2B5EF4-FFF2-40B4-BE49-F238E27FC236}">
                  <a16:creationId xmlns:a16="http://schemas.microsoft.com/office/drawing/2014/main" id="{44E1447D-FE8A-5E0A-B17E-CF94C12EBC36}"/>
                </a:ext>
              </a:extLst>
            </p:cNvPr>
            <p:cNvSpPr>
              <a:spLocks noChangeShapeType="1"/>
            </p:cNvSpPr>
            <p:nvPr/>
          </p:nvSpPr>
          <p:spPr bwMode="auto">
            <a:xfrm rot="9691848">
              <a:off x="3408" y="301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67" name="Group 233">
            <a:extLst>
              <a:ext uri="{FF2B5EF4-FFF2-40B4-BE49-F238E27FC236}">
                <a16:creationId xmlns:a16="http://schemas.microsoft.com/office/drawing/2014/main" id="{65A1021A-3044-0D42-E2E5-486DCAE374D0}"/>
              </a:ext>
            </a:extLst>
          </p:cNvPr>
          <p:cNvGrpSpPr>
            <a:grpSpLocks/>
          </p:cNvGrpSpPr>
          <p:nvPr/>
        </p:nvGrpSpPr>
        <p:grpSpPr bwMode="auto">
          <a:xfrm>
            <a:off x="7397750" y="3737001"/>
            <a:ext cx="1395412" cy="490537"/>
            <a:chOff x="2701" y="2439"/>
            <a:chExt cx="879" cy="309"/>
          </a:xfrm>
        </p:grpSpPr>
        <p:grpSp>
          <p:nvGrpSpPr>
            <p:cNvPr id="168" name="Group 232">
              <a:extLst>
                <a:ext uri="{FF2B5EF4-FFF2-40B4-BE49-F238E27FC236}">
                  <a16:creationId xmlns:a16="http://schemas.microsoft.com/office/drawing/2014/main" id="{76088D19-E432-59A4-6E01-DF15F1DEB5F5}"/>
                </a:ext>
              </a:extLst>
            </p:cNvPr>
            <p:cNvGrpSpPr>
              <a:grpSpLocks/>
            </p:cNvGrpSpPr>
            <p:nvPr/>
          </p:nvGrpSpPr>
          <p:grpSpPr bwMode="auto">
            <a:xfrm>
              <a:off x="2701" y="2639"/>
              <a:ext cx="806" cy="109"/>
              <a:chOff x="2540" y="2639"/>
              <a:chExt cx="806" cy="109"/>
            </a:xfrm>
          </p:grpSpPr>
          <p:grpSp>
            <p:nvGrpSpPr>
              <p:cNvPr id="170" name="Group 149">
                <a:extLst>
                  <a:ext uri="{FF2B5EF4-FFF2-40B4-BE49-F238E27FC236}">
                    <a16:creationId xmlns:a16="http://schemas.microsoft.com/office/drawing/2014/main" id="{D4ECF566-041C-F743-5A12-7CC7ED8679FC}"/>
                  </a:ext>
                </a:extLst>
              </p:cNvPr>
              <p:cNvGrpSpPr>
                <a:grpSpLocks/>
              </p:cNvGrpSpPr>
              <p:nvPr/>
            </p:nvGrpSpPr>
            <p:grpSpPr bwMode="auto">
              <a:xfrm rot="10793026">
                <a:off x="2697" y="2639"/>
                <a:ext cx="649" cy="109"/>
                <a:chOff x="4712" y="1742"/>
                <a:chExt cx="648" cy="108"/>
              </a:xfrm>
            </p:grpSpPr>
            <p:sp>
              <p:nvSpPr>
                <p:cNvPr id="172" name="Rectangle 150">
                  <a:extLst>
                    <a:ext uri="{FF2B5EF4-FFF2-40B4-BE49-F238E27FC236}">
                      <a16:creationId xmlns:a16="http://schemas.microsoft.com/office/drawing/2014/main" id="{206037D5-B886-7394-66F4-2A7C91FD1EF7}"/>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Rectangle 151">
                  <a:extLst>
                    <a:ext uri="{FF2B5EF4-FFF2-40B4-BE49-F238E27FC236}">
                      <a16:creationId xmlns:a16="http://schemas.microsoft.com/office/drawing/2014/main" id="{537A00CD-C24E-CA32-7870-6F8C604674CC}"/>
                    </a:ext>
                  </a:extLst>
                </p:cNvPr>
                <p:cNvSpPr>
                  <a:spLocks noChangeArrowheads="1"/>
                </p:cNvSpPr>
                <p:nvPr/>
              </p:nvSpPr>
              <p:spPr bwMode="auto">
                <a:xfrm>
                  <a:off x="4714" y="1744"/>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1" name="Line 152">
                <a:extLst>
                  <a:ext uri="{FF2B5EF4-FFF2-40B4-BE49-F238E27FC236}">
                    <a16:creationId xmlns:a16="http://schemas.microsoft.com/office/drawing/2014/main" id="{84D06A7A-81AA-EA46-4C63-27E1BA253D12}"/>
                  </a:ext>
                </a:extLst>
              </p:cNvPr>
              <p:cNvSpPr>
                <a:spLocks noChangeShapeType="1"/>
              </p:cNvSpPr>
              <p:nvPr/>
            </p:nvSpPr>
            <p:spPr bwMode="auto">
              <a:xfrm rot="9691848">
                <a:off x="2540" y="2666"/>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69" name="Text Box 153">
              <a:extLst>
                <a:ext uri="{FF2B5EF4-FFF2-40B4-BE49-F238E27FC236}">
                  <a16:creationId xmlns:a16="http://schemas.microsoft.com/office/drawing/2014/main" id="{6599BC71-D40F-1B66-7379-9771A5EE189D}"/>
                </a:ext>
              </a:extLst>
            </p:cNvPr>
            <p:cNvSpPr txBox="1">
              <a:spLocks noChangeArrowheads="1"/>
            </p:cNvSpPr>
            <p:nvPr/>
          </p:nvSpPr>
          <p:spPr bwMode="auto">
            <a:xfrm>
              <a:off x="2810" y="2439"/>
              <a:ext cx="77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reassembly</a:t>
              </a:r>
              <a:endPar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endParaRPr>
            </a:p>
          </p:txBody>
        </p:sp>
      </p:grpSp>
      <p:grpSp>
        <p:nvGrpSpPr>
          <p:cNvPr id="174" name="Group 162">
            <a:extLst>
              <a:ext uri="{FF2B5EF4-FFF2-40B4-BE49-F238E27FC236}">
                <a16:creationId xmlns:a16="http://schemas.microsoft.com/office/drawing/2014/main" id="{4ED1E31E-9543-CCB5-C826-76FD5B9AC292}"/>
              </a:ext>
            </a:extLst>
          </p:cNvPr>
          <p:cNvGrpSpPr>
            <a:grpSpLocks/>
          </p:cNvGrpSpPr>
          <p:nvPr/>
        </p:nvGrpSpPr>
        <p:grpSpPr bwMode="auto">
          <a:xfrm>
            <a:off x="6959600" y="1573238"/>
            <a:ext cx="838200" cy="1720850"/>
            <a:chOff x="2345" y="1140"/>
            <a:chExt cx="528" cy="1084"/>
          </a:xfrm>
        </p:grpSpPr>
        <p:sp>
          <p:nvSpPr>
            <p:cNvPr id="175" name="Line 8">
              <a:extLst>
                <a:ext uri="{FF2B5EF4-FFF2-40B4-BE49-F238E27FC236}">
                  <a16:creationId xmlns:a16="http://schemas.microsoft.com/office/drawing/2014/main" id="{E45F7C65-17FE-0A1D-F4C5-4A199568C618}"/>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10">
              <a:extLst>
                <a:ext uri="{FF2B5EF4-FFF2-40B4-BE49-F238E27FC236}">
                  <a16:creationId xmlns:a16="http://schemas.microsoft.com/office/drawing/2014/main" id="{728AE9DC-4965-180D-3B77-D9E971FA63F7}"/>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15">
              <a:extLst>
                <a:ext uri="{FF2B5EF4-FFF2-40B4-BE49-F238E27FC236}">
                  <a16:creationId xmlns:a16="http://schemas.microsoft.com/office/drawing/2014/main" id="{A46DC949-3BFC-D337-3945-A9741E60F945}"/>
                </a:ext>
              </a:extLst>
            </p:cNvPr>
            <p:cNvSpPr>
              <a:spLocks noChangeShapeType="1"/>
            </p:cNvSpPr>
            <p:nvPr/>
          </p:nvSpPr>
          <p:spPr bwMode="auto">
            <a:xfrm>
              <a:off x="2868" y="1456"/>
              <a:ext cx="0" cy="51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78" name="Group 155">
              <a:extLst>
                <a:ext uri="{FF2B5EF4-FFF2-40B4-BE49-F238E27FC236}">
                  <a16:creationId xmlns:a16="http://schemas.microsoft.com/office/drawing/2014/main" id="{6CDC193E-BDAD-F69C-1040-8E0029D518A8}"/>
                </a:ext>
              </a:extLst>
            </p:cNvPr>
            <p:cNvGrpSpPr>
              <a:grpSpLocks/>
            </p:cNvGrpSpPr>
            <p:nvPr/>
          </p:nvGrpSpPr>
          <p:grpSpPr bwMode="auto">
            <a:xfrm>
              <a:off x="2345" y="1140"/>
              <a:ext cx="503" cy="444"/>
              <a:chOff x="-44" y="1473"/>
              <a:chExt cx="981" cy="1105"/>
            </a:xfrm>
          </p:grpSpPr>
          <p:pic>
            <p:nvPicPr>
              <p:cNvPr id="183" name="Picture 156" descr="desktop_computer_stylized_medium">
                <a:extLst>
                  <a:ext uri="{FF2B5EF4-FFF2-40B4-BE49-F238E27FC236}">
                    <a16:creationId xmlns:a16="http://schemas.microsoft.com/office/drawing/2014/main" id="{0A532838-642F-CFDB-48AA-FBD54B0828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Freeform 157">
                <a:extLst>
                  <a:ext uri="{FF2B5EF4-FFF2-40B4-BE49-F238E27FC236}">
                    <a16:creationId xmlns:a16="http://schemas.microsoft.com/office/drawing/2014/main" id="{39A0EEDD-7397-6CCA-7FCE-1E59E1319DC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9" name="Text Box 158">
              <a:extLst>
                <a:ext uri="{FF2B5EF4-FFF2-40B4-BE49-F238E27FC236}">
                  <a16:creationId xmlns:a16="http://schemas.microsoft.com/office/drawing/2014/main" id="{2F5061EA-83C8-F5DB-8382-0D0441473871}"/>
                </a:ext>
              </a:extLst>
            </p:cNvPr>
            <p:cNvSpPr txBox="1">
              <a:spLocks noChangeArrowheads="1"/>
            </p:cNvSpPr>
            <p:nvPr/>
          </p:nvSpPr>
          <p:spPr bwMode="auto">
            <a:xfrm rot="5400000">
              <a:off x="2526" y="1509"/>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180" name="Group 159">
              <a:extLst>
                <a:ext uri="{FF2B5EF4-FFF2-40B4-BE49-F238E27FC236}">
                  <a16:creationId xmlns:a16="http://schemas.microsoft.com/office/drawing/2014/main" id="{0FF97A7F-AD42-4F6A-C451-A463FD2EB80F}"/>
                </a:ext>
              </a:extLst>
            </p:cNvPr>
            <p:cNvGrpSpPr>
              <a:grpSpLocks/>
            </p:cNvGrpSpPr>
            <p:nvPr/>
          </p:nvGrpSpPr>
          <p:grpSpPr bwMode="auto">
            <a:xfrm>
              <a:off x="2357" y="1780"/>
              <a:ext cx="503" cy="444"/>
              <a:chOff x="-44" y="1473"/>
              <a:chExt cx="981" cy="1105"/>
            </a:xfrm>
          </p:grpSpPr>
          <p:pic>
            <p:nvPicPr>
              <p:cNvPr id="181" name="Picture 160" descr="desktop_computer_stylized_medium">
                <a:extLst>
                  <a:ext uri="{FF2B5EF4-FFF2-40B4-BE49-F238E27FC236}">
                    <a16:creationId xmlns:a16="http://schemas.microsoft.com/office/drawing/2014/main" id="{1A1321BB-77D4-B1C4-D8EB-2733D13E86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61">
                <a:extLst>
                  <a:ext uri="{FF2B5EF4-FFF2-40B4-BE49-F238E27FC236}">
                    <a16:creationId xmlns:a16="http://schemas.microsoft.com/office/drawing/2014/main" id="{C00A07B2-F40A-A858-5BA2-600E4B44C42A}"/>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52" name="Group 221">
            <a:extLst>
              <a:ext uri="{FF2B5EF4-FFF2-40B4-BE49-F238E27FC236}">
                <a16:creationId xmlns:a16="http://schemas.microsoft.com/office/drawing/2014/main" id="{5BA3E070-DAD2-2EBE-35D5-D21CEC36613A}"/>
              </a:ext>
            </a:extLst>
          </p:cNvPr>
          <p:cNvGrpSpPr>
            <a:grpSpLocks/>
          </p:cNvGrpSpPr>
          <p:nvPr/>
        </p:nvGrpSpPr>
        <p:grpSpPr bwMode="auto">
          <a:xfrm>
            <a:off x="7862887" y="4265638"/>
            <a:ext cx="738188" cy="1385888"/>
            <a:chOff x="2345" y="1140"/>
            <a:chExt cx="528" cy="1084"/>
          </a:xfrm>
        </p:grpSpPr>
        <p:sp>
          <p:nvSpPr>
            <p:cNvPr id="253" name="Line 222">
              <a:extLst>
                <a:ext uri="{FF2B5EF4-FFF2-40B4-BE49-F238E27FC236}">
                  <a16:creationId xmlns:a16="http://schemas.microsoft.com/office/drawing/2014/main" id="{206E0D68-7E86-9339-688F-B9B3891B6481}"/>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4" name="Line 223">
              <a:extLst>
                <a:ext uri="{FF2B5EF4-FFF2-40B4-BE49-F238E27FC236}">
                  <a16:creationId xmlns:a16="http://schemas.microsoft.com/office/drawing/2014/main" id="{42BAD5C5-1115-80EA-BAEB-73E4A141B25D}"/>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5" name="Line 224">
              <a:extLst>
                <a:ext uri="{FF2B5EF4-FFF2-40B4-BE49-F238E27FC236}">
                  <a16:creationId xmlns:a16="http://schemas.microsoft.com/office/drawing/2014/main" id="{3AC9A2FF-CF75-AA38-040F-5F97D710AD49}"/>
                </a:ext>
              </a:extLst>
            </p:cNvPr>
            <p:cNvSpPr>
              <a:spLocks noChangeShapeType="1"/>
            </p:cNvSpPr>
            <p:nvPr/>
          </p:nvSpPr>
          <p:spPr bwMode="auto">
            <a:xfrm>
              <a:off x="2868" y="1455"/>
              <a:ext cx="0" cy="50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56" name="Group 225">
              <a:extLst>
                <a:ext uri="{FF2B5EF4-FFF2-40B4-BE49-F238E27FC236}">
                  <a16:creationId xmlns:a16="http://schemas.microsoft.com/office/drawing/2014/main" id="{339084A0-EC88-2AB2-D840-FF6B41206469}"/>
                </a:ext>
              </a:extLst>
            </p:cNvPr>
            <p:cNvGrpSpPr>
              <a:grpSpLocks/>
            </p:cNvGrpSpPr>
            <p:nvPr/>
          </p:nvGrpSpPr>
          <p:grpSpPr bwMode="auto">
            <a:xfrm>
              <a:off x="2345" y="1140"/>
              <a:ext cx="503" cy="444"/>
              <a:chOff x="-44" y="1473"/>
              <a:chExt cx="981" cy="1105"/>
            </a:xfrm>
          </p:grpSpPr>
          <p:pic>
            <p:nvPicPr>
              <p:cNvPr id="261" name="Picture 226" descr="desktop_computer_stylized_medium">
                <a:extLst>
                  <a:ext uri="{FF2B5EF4-FFF2-40B4-BE49-F238E27FC236}">
                    <a16:creationId xmlns:a16="http://schemas.microsoft.com/office/drawing/2014/main" id="{6594F65F-7558-86E9-8C3F-141EEE5CEE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Freeform 227">
                <a:extLst>
                  <a:ext uri="{FF2B5EF4-FFF2-40B4-BE49-F238E27FC236}">
                    <a16:creationId xmlns:a16="http://schemas.microsoft.com/office/drawing/2014/main" id="{54697266-174B-BE79-5CFB-0D1E9993D1E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57" name="Text Box 228">
              <a:extLst>
                <a:ext uri="{FF2B5EF4-FFF2-40B4-BE49-F238E27FC236}">
                  <a16:creationId xmlns:a16="http://schemas.microsoft.com/office/drawing/2014/main" id="{7537D0F1-A088-FF8D-05F5-69F3EDFBA2EE}"/>
                </a:ext>
              </a:extLst>
            </p:cNvPr>
            <p:cNvSpPr txBox="1">
              <a:spLocks noChangeArrowheads="1"/>
            </p:cNvSpPr>
            <p:nvPr/>
          </p:nvSpPr>
          <p:spPr bwMode="auto">
            <a:xfrm rot="5400000">
              <a:off x="2463" y="1529"/>
              <a:ext cx="422"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258" name="Group 229">
              <a:extLst>
                <a:ext uri="{FF2B5EF4-FFF2-40B4-BE49-F238E27FC236}">
                  <a16:creationId xmlns:a16="http://schemas.microsoft.com/office/drawing/2014/main" id="{9EE44CC0-107C-F733-EC8F-15AC55FFE472}"/>
                </a:ext>
              </a:extLst>
            </p:cNvPr>
            <p:cNvGrpSpPr>
              <a:grpSpLocks/>
            </p:cNvGrpSpPr>
            <p:nvPr/>
          </p:nvGrpSpPr>
          <p:grpSpPr bwMode="auto">
            <a:xfrm>
              <a:off x="2357" y="1780"/>
              <a:ext cx="503" cy="444"/>
              <a:chOff x="-44" y="1473"/>
              <a:chExt cx="981" cy="1105"/>
            </a:xfrm>
          </p:grpSpPr>
          <p:pic>
            <p:nvPicPr>
              <p:cNvPr id="259" name="Picture 230" descr="desktop_computer_stylized_medium">
                <a:extLst>
                  <a:ext uri="{FF2B5EF4-FFF2-40B4-BE49-F238E27FC236}">
                    <a16:creationId xmlns:a16="http://schemas.microsoft.com/office/drawing/2014/main" id="{E2B08ED5-62EA-A8E4-BAA7-1EFF1EA04E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231">
                <a:extLst>
                  <a:ext uri="{FF2B5EF4-FFF2-40B4-BE49-F238E27FC236}">
                    <a16:creationId xmlns:a16="http://schemas.microsoft.com/office/drawing/2014/main" id="{45A2ABF0-3A98-DABD-2005-CD977ECB4F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63" name="Group 262">
            <a:extLst>
              <a:ext uri="{FF2B5EF4-FFF2-40B4-BE49-F238E27FC236}">
                <a16:creationId xmlns:a16="http://schemas.microsoft.com/office/drawing/2014/main" id="{C0A4D795-9139-856C-72CF-306B52334F87}"/>
              </a:ext>
            </a:extLst>
          </p:cNvPr>
          <p:cNvGrpSpPr/>
          <p:nvPr/>
        </p:nvGrpSpPr>
        <p:grpSpPr>
          <a:xfrm>
            <a:off x="7884408" y="1659012"/>
            <a:ext cx="632991" cy="300938"/>
            <a:chOff x="7493876" y="2774731"/>
            <a:chExt cx="1481958" cy="894622"/>
          </a:xfrm>
        </p:grpSpPr>
        <p:sp>
          <p:nvSpPr>
            <p:cNvPr id="264" name="Freeform 263">
              <a:extLst>
                <a:ext uri="{FF2B5EF4-FFF2-40B4-BE49-F238E27FC236}">
                  <a16:creationId xmlns:a16="http://schemas.microsoft.com/office/drawing/2014/main" id="{F49AFA5B-A20B-00B9-AFED-996C47C19C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CE7EBB43-0878-CB89-D6A8-36EC556115B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C6160CB9-9F7F-DFFC-B850-FC47F1516CEA}"/>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92B9F0EA-9D18-7278-4D00-24E3DA9CD0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4BDC9A71-37BF-170F-C864-96CDBC198C8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F2311344-4EF4-F97E-2D5D-6A8C35FED8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43501E10-8654-8033-8EE9-64F67375B5C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87" name="Group 286">
            <a:extLst>
              <a:ext uri="{FF2B5EF4-FFF2-40B4-BE49-F238E27FC236}">
                <a16:creationId xmlns:a16="http://schemas.microsoft.com/office/drawing/2014/main" id="{EAF348F6-6AD4-CC2D-B8D4-F942F300E532}"/>
              </a:ext>
            </a:extLst>
          </p:cNvPr>
          <p:cNvGrpSpPr/>
          <p:nvPr/>
        </p:nvGrpSpPr>
        <p:grpSpPr>
          <a:xfrm>
            <a:off x="7880158" y="2314150"/>
            <a:ext cx="632991" cy="300938"/>
            <a:chOff x="7493876" y="2774731"/>
            <a:chExt cx="1481958" cy="894622"/>
          </a:xfrm>
        </p:grpSpPr>
        <p:sp>
          <p:nvSpPr>
            <p:cNvPr id="288" name="Freeform 287">
              <a:extLst>
                <a:ext uri="{FF2B5EF4-FFF2-40B4-BE49-F238E27FC236}">
                  <a16:creationId xmlns:a16="http://schemas.microsoft.com/office/drawing/2014/main" id="{8B01FE6E-5724-3B90-82D0-9159F74FDD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9" name="Oval 288">
              <a:extLst>
                <a:ext uri="{FF2B5EF4-FFF2-40B4-BE49-F238E27FC236}">
                  <a16:creationId xmlns:a16="http://schemas.microsoft.com/office/drawing/2014/main" id="{EB23AA8B-96E0-54D6-5989-EDACCBAC70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0" name="Group 289">
              <a:extLst>
                <a:ext uri="{FF2B5EF4-FFF2-40B4-BE49-F238E27FC236}">
                  <a16:creationId xmlns:a16="http://schemas.microsoft.com/office/drawing/2014/main" id="{1603E742-A3C2-78FF-E3B0-64492F7E648F}"/>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9FDCD568-E795-6ED0-1863-8819DC30A1D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AB10F210-9FB0-D2E2-25CC-C564AAA897C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BCEBC676-7922-2A08-ABD2-B84C3441DD9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4" name="Freeform 293">
                <a:extLst>
                  <a:ext uri="{FF2B5EF4-FFF2-40B4-BE49-F238E27FC236}">
                    <a16:creationId xmlns:a16="http://schemas.microsoft.com/office/drawing/2014/main" id="{3DD46C65-B638-AFDD-B9D7-E52E861B981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5FB3A590-2493-7C6D-64A0-70A658BE7A74}"/>
              </a:ext>
            </a:extLst>
          </p:cNvPr>
          <p:cNvGrpSpPr/>
          <p:nvPr/>
        </p:nvGrpSpPr>
        <p:grpSpPr>
          <a:xfrm>
            <a:off x="8793951" y="1869094"/>
            <a:ext cx="632991" cy="300938"/>
            <a:chOff x="7493876" y="2774731"/>
            <a:chExt cx="1481958" cy="894622"/>
          </a:xfrm>
        </p:grpSpPr>
        <p:sp>
          <p:nvSpPr>
            <p:cNvPr id="296" name="Freeform 295">
              <a:extLst>
                <a:ext uri="{FF2B5EF4-FFF2-40B4-BE49-F238E27FC236}">
                  <a16:creationId xmlns:a16="http://schemas.microsoft.com/office/drawing/2014/main" id="{91334FEC-C8CD-F831-DEDC-B1E888927A9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7" name="Oval 296">
              <a:extLst>
                <a:ext uri="{FF2B5EF4-FFF2-40B4-BE49-F238E27FC236}">
                  <a16:creationId xmlns:a16="http://schemas.microsoft.com/office/drawing/2014/main" id="{C4D441FE-DDAD-A81E-477B-E13B5E07BD9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8" name="Group 297">
              <a:extLst>
                <a:ext uri="{FF2B5EF4-FFF2-40B4-BE49-F238E27FC236}">
                  <a16:creationId xmlns:a16="http://schemas.microsoft.com/office/drawing/2014/main" id="{61137442-5AFA-8BA8-F5B6-C27647DB115E}"/>
                </a:ext>
              </a:extLst>
            </p:cNvPr>
            <p:cNvGrpSpPr/>
            <p:nvPr/>
          </p:nvGrpSpPr>
          <p:grpSpPr>
            <a:xfrm>
              <a:off x="7713663" y="2848339"/>
              <a:ext cx="1042107" cy="425543"/>
              <a:chOff x="7786941" y="2884917"/>
              <a:chExt cx="897649" cy="353919"/>
            </a:xfrm>
          </p:grpSpPr>
          <p:sp>
            <p:nvSpPr>
              <p:cNvPr id="299" name="Freeform 298">
                <a:extLst>
                  <a:ext uri="{FF2B5EF4-FFF2-40B4-BE49-F238E27FC236}">
                    <a16:creationId xmlns:a16="http://schemas.microsoft.com/office/drawing/2014/main" id="{61D42292-7854-BDF2-E027-0A96319FA05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901CA278-DFA2-667E-F121-071DBAD7BFF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AFBA8704-8C5E-B34D-6AD6-A90039CF49A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152A1729-9A88-195F-3BE0-A9BB7196639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3" name="Group 302">
            <a:extLst>
              <a:ext uri="{FF2B5EF4-FFF2-40B4-BE49-F238E27FC236}">
                <a16:creationId xmlns:a16="http://schemas.microsoft.com/office/drawing/2014/main" id="{183F81A5-70F3-1140-812F-8B53FEA1249C}"/>
              </a:ext>
            </a:extLst>
          </p:cNvPr>
          <p:cNvGrpSpPr/>
          <p:nvPr/>
        </p:nvGrpSpPr>
        <p:grpSpPr>
          <a:xfrm>
            <a:off x="9121216" y="2764672"/>
            <a:ext cx="632991" cy="300938"/>
            <a:chOff x="7493876" y="2774731"/>
            <a:chExt cx="1481958" cy="894622"/>
          </a:xfrm>
        </p:grpSpPr>
        <p:sp>
          <p:nvSpPr>
            <p:cNvPr id="304" name="Freeform 303">
              <a:extLst>
                <a:ext uri="{FF2B5EF4-FFF2-40B4-BE49-F238E27FC236}">
                  <a16:creationId xmlns:a16="http://schemas.microsoft.com/office/drawing/2014/main" id="{0F4C4312-B173-CFE5-6334-CF90FF99D75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5" name="Oval 304">
              <a:extLst>
                <a:ext uri="{FF2B5EF4-FFF2-40B4-BE49-F238E27FC236}">
                  <a16:creationId xmlns:a16="http://schemas.microsoft.com/office/drawing/2014/main" id="{D7CD9540-F059-BED4-38FE-CAFEB5D69FA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6" name="Group 305">
              <a:extLst>
                <a:ext uri="{FF2B5EF4-FFF2-40B4-BE49-F238E27FC236}">
                  <a16:creationId xmlns:a16="http://schemas.microsoft.com/office/drawing/2014/main" id="{403A6117-2184-99A1-BDEA-B53E4E8ED05F}"/>
                </a:ext>
              </a:extLst>
            </p:cNvPr>
            <p:cNvGrpSpPr/>
            <p:nvPr/>
          </p:nvGrpSpPr>
          <p:grpSpPr>
            <a:xfrm>
              <a:off x="7713663" y="2848339"/>
              <a:ext cx="1042107" cy="425543"/>
              <a:chOff x="7786941" y="2884917"/>
              <a:chExt cx="897649" cy="353919"/>
            </a:xfrm>
          </p:grpSpPr>
          <p:sp>
            <p:nvSpPr>
              <p:cNvPr id="307" name="Freeform 306">
                <a:extLst>
                  <a:ext uri="{FF2B5EF4-FFF2-40B4-BE49-F238E27FC236}">
                    <a16:creationId xmlns:a16="http://schemas.microsoft.com/office/drawing/2014/main" id="{D0429E50-693E-F54D-5685-3EA2361688A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8" name="Freeform 307">
                <a:extLst>
                  <a:ext uri="{FF2B5EF4-FFF2-40B4-BE49-F238E27FC236}">
                    <a16:creationId xmlns:a16="http://schemas.microsoft.com/office/drawing/2014/main" id="{E3657597-1C87-0F5A-04C2-46D46388CCE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9" name="Freeform 308">
                <a:extLst>
                  <a:ext uri="{FF2B5EF4-FFF2-40B4-BE49-F238E27FC236}">
                    <a16:creationId xmlns:a16="http://schemas.microsoft.com/office/drawing/2014/main" id="{5D2D41D8-EAB4-566D-9A60-C9EC6278033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A6411614-1804-058C-8B05-35054E3E7E5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1" name="Group 200">
            <a:extLst>
              <a:ext uri="{FF2B5EF4-FFF2-40B4-BE49-F238E27FC236}">
                <a16:creationId xmlns:a16="http://schemas.microsoft.com/office/drawing/2014/main" id="{CD95B358-5FEC-C007-97C0-CAFA2AF9A271}"/>
              </a:ext>
            </a:extLst>
          </p:cNvPr>
          <p:cNvGrpSpPr>
            <a:grpSpLocks/>
          </p:cNvGrpSpPr>
          <p:nvPr/>
        </p:nvGrpSpPr>
        <p:grpSpPr bwMode="auto">
          <a:xfrm>
            <a:off x="9531350" y="2968651"/>
            <a:ext cx="1033462" cy="801687"/>
            <a:chOff x="4045" y="1955"/>
            <a:chExt cx="651" cy="505"/>
          </a:xfrm>
        </p:grpSpPr>
        <p:grpSp>
          <p:nvGrpSpPr>
            <p:cNvPr id="222" name="Group 123">
              <a:extLst>
                <a:ext uri="{FF2B5EF4-FFF2-40B4-BE49-F238E27FC236}">
                  <a16:creationId xmlns:a16="http://schemas.microsoft.com/office/drawing/2014/main" id="{5BAEDF6F-4FB6-12E0-5814-0F9D0A7FE03F}"/>
                </a:ext>
              </a:extLst>
            </p:cNvPr>
            <p:cNvGrpSpPr>
              <a:grpSpLocks/>
            </p:cNvGrpSpPr>
            <p:nvPr/>
          </p:nvGrpSpPr>
          <p:grpSpPr bwMode="auto">
            <a:xfrm rot="3346875">
              <a:off x="3958" y="2042"/>
              <a:ext cx="282" cy="108"/>
              <a:chOff x="5078" y="1860"/>
              <a:chExt cx="282" cy="108"/>
            </a:xfrm>
          </p:grpSpPr>
          <p:sp>
            <p:nvSpPr>
              <p:cNvPr id="232" name="Rectangle 124">
                <a:extLst>
                  <a:ext uri="{FF2B5EF4-FFF2-40B4-BE49-F238E27FC236}">
                    <a16:creationId xmlns:a16="http://schemas.microsoft.com/office/drawing/2014/main" id="{51F25338-F708-4F7F-B99D-BF71A5B2320A}"/>
                  </a:ext>
                </a:extLst>
              </p:cNvPr>
              <p:cNvSpPr>
                <a:spLocks noChangeArrowheads="1"/>
              </p:cNvSpPr>
              <p:nvPr/>
            </p:nvSpPr>
            <p:spPr bwMode="auto">
              <a:xfrm>
                <a:off x="5215" y="1861"/>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3" name="Rectangle 125">
                <a:extLst>
                  <a:ext uri="{FF2B5EF4-FFF2-40B4-BE49-F238E27FC236}">
                    <a16:creationId xmlns:a16="http://schemas.microsoft.com/office/drawing/2014/main" id="{79C8ABD0-657D-028D-81CF-90CED31A78F2}"/>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3" name="Group 126">
              <a:extLst>
                <a:ext uri="{FF2B5EF4-FFF2-40B4-BE49-F238E27FC236}">
                  <a16:creationId xmlns:a16="http://schemas.microsoft.com/office/drawing/2014/main" id="{4498238F-30C8-5ECC-13F6-134EF6CD7D33}"/>
                </a:ext>
              </a:extLst>
            </p:cNvPr>
            <p:cNvGrpSpPr>
              <a:grpSpLocks/>
            </p:cNvGrpSpPr>
            <p:nvPr/>
          </p:nvGrpSpPr>
          <p:grpSpPr bwMode="auto">
            <a:xfrm rot="3215306">
              <a:off x="4158" y="2108"/>
              <a:ext cx="282" cy="108"/>
              <a:chOff x="5078" y="1860"/>
              <a:chExt cx="282" cy="108"/>
            </a:xfrm>
          </p:grpSpPr>
          <p:sp>
            <p:nvSpPr>
              <p:cNvPr id="230" name="Rectangle 127">
                <a:extLst>
                  <a:ext uri="{FF2B5EF4-FFF2-40B4-BE49-F238E27FC236}">
                    <a16:creationId xmlns:a16="http://schemas.microsoft.com/office/drawing/2014/main" id="{2D19877C-88A9-ADFA-5B58-0D512990678D}"/>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1" name="Rectangle 128">
                <a:extLst>
                  <a:ext uri="{FF2B5EF4-FFF2-40B4-BE49-F238E27FC236}">
                    <a16:creationId xmlns:a16="http://schemas.microsoft.com/office/drawing/2014/main" id="{8E5A2F82-4D5A-2A46-A6FA-03916BFBC743}"/>
                  </a:ext>
                </a:extLst>
              </p:cNvPr>
              <p:cNvSpPr>
                <a:spLocks noChangeArrowheads="1"/>
              </p:cNvSpPr>
              <p:nvPr/>
            </p:nvSpPr>
            <p:spPr bwMode="auto">
              <a:xfrm>
                <a:off x="5076"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29">
              <a:extLst>
                <a:ext uri="{FF2B5EF4-FFF2-40B4-BE49-F238E27FC236}">
                  <a16:creationId xmlns:a16="http://schemas.microsoft.com/office/drawing/2014/main" id="{31274666-1450-FFB1-D5E1-D44FF0ED4283}"/>
                </a:ext>
              </a:extLst>
            </p:cNvPr>
            <p:cNvGrpSpPr>
              <a:grpSpLocks/>
            </p:cNvGrpSpPr>
            <p:nvPr/>
          </p:nvGrpSpPr>
          <p:grpSpPr bwMode="auto">
            <a:xfrm rot="3051000">
              <a:off x="4380" y="2184"/>
              <a:ext cx="282" cy="108"/>
              <a:chOff x="5078" y="1860"/>
              <a:chExt cx="282" cy="108"/>
            </a:xfrm>
          </p:grpSpPr>
          <p:sp>
            <p:nvSpPr>
              <p:cNvPr id="228" name="Rectangle 130">
                <a:extLst>
                  <a:ext uri="{FF2B5EF4-FFF2-40B4-BE49-F238E27FC236}">
                    <a16:creationId xmlns:a16="http://schemas.microsoft.com/office/drawing/2014/main" id="{3337794A-B9CF-4985-9EF9-E9E4B2FF4D67}"/>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9" name="Rectangle 131">
                <a:extLst>
                  <a:ext uri="{FF2B5EF4-FFF2-40B4-BE49-F238E27FC236}">
                    <a16:creationId xmlns:a16="http://schemas.microsoft.com/office/drawing/2014/main" id="{E3E0DF07-D769-C56C-F13A-CBED4EEA8472}"/>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25" name="Line 133">
              <a:extLst>
                <a:ext uri="{FF2B5EF4-FFF2-40B4-BE49-F238E27FC236}">
                  <a16:creationId xmlns:a16="http://schemas.microsoft.com/office/drawing/2014/main" id="{7A15475C-45BB-662F-F572-03F53C0A985A}"/>
                </a:ext>
              </a:extLst>
            </p:cNvPr>
            <p:cNvSpPr>
              <a:spLocks noChangeShapeType="1"/>
            </p:cNvSpPr>
            <p:nvPr/>
          </p:nvSpPr>
          <p:spPr bwMode="auto">
            <a:xfrm>
              <a:off x="4184" y="2216"/>
              <a:ext cx="84"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6" name="Line 134">
              <a:extLst>
                <a:ext uri="{FF2B5EF4-FFF2-40B4-BE49-F238E27FC236}">
                  <a16:creationId xmlns:a16="http://schemas.microsoft.com/office/drawing/2014/main" id="{A0E51371-DE80-3205-B263-E9844429B9AE}"/>
                </a:ext>
              </a:extLst>
            </p:cNvPr>
            <p:cNvSpPr>
              <a:spLocks noChangeShapeType="1"/>
            </p:cNvSpPr>
            <p:nvPr/>
          </p:nvSpPr>
          <p:spPr bwMode="auto">
            <a:xfrm>
              <a:off x="4388" y="2278"/>
              <a:ext cx="82"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7" name="Line 135">
              <a:extLst>
                <a:ext uri="{FF2B5EF4-FFF2-40B4-BE49-F238E27FC236}">
                  <a16:creationId xmlns:a16="http://schemas.microsoft.com/office/drawing/2014/main" id="{3FEE1240-7F7B-2E39-9231-800AFEF78843}"/>
                </a:ext>
              </a:extLst>
            </p:cNvPr>
            <p:cNvSpPr>
              <a:spLocks noChangeShapeType="1"/>
            </p:cNvSpPr>
            <p:nvPr/>
          </p:nvSpPr>
          <p:spPr bwMode="auto">
            <a:xfrm>
              <a:off x="4620" y="2350"/>
              <a:ext cx="76" cy="11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11" name="Group 310">
            <a:extLst>
              <a:ext uri="{FF2B5EF4-FFF2-40B4-BE49-F238E27FC236}">
                <a16:creationId xmlns:a16="http://schemas.microsoft.com/office/drawing/2014/main" id="{EA2D077D-A56C-3310-910D-A11B4AA98076}"/>
              </a:ext>
            </a:extLst>
          </p:cNvPr>
          <p:cNvGrpSpPr/>
          <p:nvPr/>
        </p:nvGrpSpPr>
        <p:grpSpPr>
          <a:xfrm>
            <a:off x="9820071" y="3769540"/>
            <a:ext cx="632991" cy="300938"/>
            <a:chOff x="7493876" y="2774731"/>
            <a:chExt cx="1481958" cy="894622"/>
          </a:xfrm>
        </p:grpSpPr>
        <p:sp>
          <p:nvSpPr>
            <p:cNvPr id="312" name="Freeform 311">
              <a:extLst>
                <a:ext uri="{FF2B5EF4-FFF2-40B4-BE49-F238E27FC236}">
                  <a16:creationId xmlns:a16="http://schemas.microsoft.com/office/drawing/2014/main" id="{C0520922-D747-F738-1B12-7B312D430A1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3" name="Oval 312">
              <a:extLst>
                <a:ext uri="{FF2B5EF4-FFF2-40B4-BE49-F238E27FC236}">
                  <a16:creationId xmlns:a16="http://schemas.microsoft.com/office/drawing/2014/main" id="{9CF17DA5-496E-93E0-60E7-978AF9A4F34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4" name="Group 313">
              <a:extLst>
                <a:ext uri="{FF2B5EF4-FFF2-40B4-BE49-F238E27FC236}">
                  <a16:creationId xmlns:a16="http://schemas.microsoft.com/office/drawing/2014/main" id="{0C97B2CC-1F7A-66B1-3714-08DC4E649422}"/>
                </a:ext>
              </a:extLst>
            </p:cNvPr>
            <p:cNvGrpSpPr/>
            <p:nvPr/>
          </p:nvGrpSpPr>
          <p:grpSpPr>
            <a:xfrm>
              <a:off x="7713663" y="2848339"/>
              <a:ext cx="1042107" cy="425543"/>
              <a:chOff x="7786941" y="2884917"/>
              <a:chExt cx="897649" cy="353919"/>
            </a:xfrm>
          </p:grpSpPr>
          <p:sp>
            <p:nvSpPr>
              <p:cNvPr id="315" name="Freeform 314">
                <a:extLst>
                  <a:ext uri="{FF2B5EF4-FFF2-40B4-BE49-F238E27FC236}">
                    <a16:creationId xmlns:a16="http://schemas.microsoft.com/office/drawing/2014/main" id="{055A70FD-61A7-6583-664E-57F5AC6A242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6" name="Freeform 315">
                <a:extLst>
                  <a:ext uri="{FF2B5EF4-FFF2-40B4-BE49-F238E27FC236}">
                    <a16:creationId xmlns:a16="http://schemas.microsoft.com/office/drawing/2014/main" id="{91EDC83D-5758-A279-8EBB-15B15AFBD28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033E4A86-D1C4-BC64-9C99-547075C34D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17487EAF-24EA-0B17-CE5C-0EABE6C9523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9" name="Group 318">
            <a:extLst>
              <a:ext uri="{FF2B5EF4-FFF2-40B4-BE49-F238E27FC236}">
                <a16:creationId xmlns:a16="http://schemas.microsoft.com/office/drawing/2014/main" id="{D0C09542-D006-7FE1-1882-E1E6ED13B334}"/>
              </a:ext>
            </a:extLst>
          </p:cNvPr>
          <p:cNvGrpSpPr/>
          <p:nvPr/>
        </p:nvGrpSpPr>
        <p:grpSpPr>
          <a:xfrm>
            <a:off x="8883206" y="4890985"/>
            <a:ext cx="632991" cy="300938"/>
            <a:chOff x="7493876" y="2774731"/>
            <a:chExt cx="1481958" cy="894622"/>
          </a:xfrm>
        </p:grpSpPr>
        <p:sp>
          <p:nvSpPr>
            <p:cNvPr id="320" name="Freeform 319">
              <a:extLst>
                <a:ext uri="{FF2B5EF4-FFF2-40B4-BE49-F238E27FC236}">
                  <a16:creationId xmlns:a16="http://schemas.microsoft.com/office/drawing/2014/main" id="{E6D486E0-8B65-C600-F56B-2F863029886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1" name="Oval 320">
              <a:extLst>
                <a:ext uri="{FF2B5EF4-FFF2-40B4-BE49-F238E27FC236}">
                  <a16:creationId xmlns:a16="http://schemas.microsoft.com/office/drawing/2014/main" id="{EA4F3830-F8CB-6875-8212-C4B095BD812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2" name="Group 321">
              <a:extLst>
                <a:ext uri="{FF2B5EF4-FFF2-40B4-BE49-F238E27FC236}">
                  <a16:creationId xmlns:a16="http://schemas.microsoft.com/office/drawing/2014/main" id="{BA8DFCF4-D1DF-347D-E2F1-695B4D9D200F}"/>
                </a:ext>
              </a:extLst>
            </p:cNvPr>
            <p:cNvGrpSpPr/>
            <p:nvPr/>
          </p:nvGrpSpPr>
          <p:grpSpPr>
            <a:xfrm>
              <a:off x="7713663" y="2848339"/>
              <a:ext cx="1042107" cy="425543"/>
              <a:chOff x="7786941" y="2884917"/>
              <a:chExt cx="897649" cy="353919"/>
            </a:xfrm>
          </p:grpSpPr>
          <p:sp>
            <p:nvSpPr>
              <p:cNvPr id="323" name="Freeform 322">
                <a:extLst>
                  <a:ext uri="{FF2B5EF4-FFF2-40B4-BE49-F238E27FC236}">
                    <a16:creationId xmlns:a16="http://schemas.microsoft.com/office/drawing/2014/main" id="{6E86218E-4706-3FED-E06E-A7134290E6F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19A479E5-7525-A539-307B-DD3E22B018E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284441D7-A227-42A2-F6AC-F84FB2AA82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88995B3E-27D6-3A5E-15D4-0092EAC4BE5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3139189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wipe(left)">
                                      <p:cBhvr>
                                        <p:cTn id="7" dur="1000"/>
                                        <p:tgtEl>
                                          <p:spTgt spid="14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21"/>
                                        </p:tgtEl>
                                        <p:attrNameLst>
                                          <p:attrName>style.visibility</p:attrName>
                                        </p:attrNameLst>
                                      </p:cBhvr>
                                      <p:to>
                                        <p:strVal val="visible"/>
                                      </p:to>
                                    </p:set>
                                    <p:animEffect transition="in" filter="wipe(up)">
                                      <p:cBhvr>
                                        <p:cTn id="12" dur="1000"/>
                                        <p:tgtEl>
                                          <p:spTgt spid="221"/>
                                        </p:tgtEl>
                                      </p:cBhvr>
                                    </p:animEffect>
                                  </p:childTnLst>
                                </p:cTn>
                              </p:par>
                              <p:par>
                                <p:cTn id="13" presetID="9" presetClass="entr" presetSubtype="0" fill="hold" nodeType="withEffect">
                                  <p:stCondLst>
                                    <p:cond delay="0"/>
                                  </p:stCondLst>
                                  <p:childTnLst>
                                    <p:set>
                                      <p:cBhvr>
                                        <p:cTn id="14" dur="1" fill="hold">
                                          <p:stCondLst>
                                            <p:cond delay="0"/>
                                          </p:stCondLst>
                                        </p:cTn>
                                        <p:tgtEl>
                                          <p:spTgt spid="152">
                                            <p:txEl>
                                              <p:pRg st="0" end="0"/>
                                            </p:txEl>
                                          </p:spTgt>
                                        </p:tgtEl>
                                        <p:attrNameLst>
                                          <p:attrName>style.visibility</p:attrName>
                                        </p:attrNameLst>
                                      </p:cBhvr>
                                      <p:to>
                                        <p:strVal val="visible"/>
                                      </p:to>
                                    </p:set>
                                    <p:animEffect transition="in" filter="dissolve">
                                      <p:cBhvr>
                                        <p:cTn id="15" dur="500"/>
                                        <p:tgtEl>
                                          <p:spTgt spid="152">
                                            <p:txEl>
                                              <p:pRg st="0" end="0"/>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52">
                                            <p:txEl>
                                              <p:pRg st="1" end="1"/>
                                            </p:txEl>
                                          </p:spTgt>
                                        </p:tgtEl>
                                        <p:attrNameLst>
                                          <p:attrName>style.visibility</p:attrName>
                                        </p:attrNameLst>
                                      </p:cBhvr>
                                      <p:to>
                                        <p:strVal val="visible"/>
                                      </p:to>
                                    </p:set>
                                    <p:animEffect transition="in" filter="dissolve">
                                      <p:cBhvr>
                                        <p:cTn id="18" dur="500"/>
                                        <p:tgtEl>
                                          <p:spTgt spid="152">
                                            <p:txEl>
                                              <p:pRg st="1" end="1"/>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2">
                                            <p:txEl>
                                              <p:pRg st="2" end="2"/>
                                            </p:txEl>
                                          </p:spTgt>
                                        </p:tgtEl>
                                        <p:attrNameLst>
                                          <p:attrName>style.visibility</p:attrName>
                                        </p:attrNameLst>
                                      </p:cBhvr>
                                      <p:to>
                                        <p:strVal val="visible"/>
                                      </p:to>
                                    </p:set>
                                    <p:animEffect transition="in" filter="dissolve">
                                      <p:cBhvr>
                                        <p:cTn id="21" dur="500"/>
                                        <p:tgtEl>
                                          <p:spTgt spid="152">
                                            <p:txEl>
                                              <p:pRg st="2" end="2"/>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54"/>
                                        </p:tgtEl>
                                        <p:attrNameLst>
                                          <p:attrName>style.visibility</p:attrName>
                                        </p:attrNameLst>
                                      </p:cBhvr>
                                      <p:to>
                                        <p:strVal val="visible"/>
                                      </p:to>
                                    </p:set>
                                    <p:animEffect transition="in" filter="wipe(right)">
                                      <p:cBhvr>
                                        <p:cTn id="26" dur="1000"/>
                                        <p:tgtEl>
                                          <p:spTgt spid="15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167"/>
                                        </p:tgtEl>
                                        <p:attrNameLst>
                                          <p:attrName>style.visibility</p:attrName>
                                        </p:attrNameLst>
                                      </p:cBhvr>
                                      <p:to>
                                        <p:strVal val="visible"/>
                                      </p:to>
                                    </p:set>
                                    <p:animEffect transition="in" filter="wipe(right)">
                                      <p:cBhvr>
                                        <p:cTn id="31" dur="500"/>
                                        <p:tgtEl>
                                          <p:spTgt spid="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8393B0-C36D-92FF-E060-FAC3E7AD9610}"/>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152A4E73-3FBB-796D-02C4-DBF8554A17A0}"/>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A4C47CF2-5D92-048E-4F3C-616E8D121CC8}"/>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40</a:t>
            </a:fld>
            <a:endParaRPr lang="en-US" dirty="0"/>
          </a:p>
        </p:txBody>
      </p:sp>
      <p:grpSp>
        <p:nvGrpSpPr>
          <p:cNvPr id="273" name="Group 4">
            <a:extLst>
              <a:ext uri="{FF2B5EF4-FFF2-40B4-BE49-F238E27FC236}">
                <a16:creationId xmlns:a16="http://schemas.microsoft.com/office/drawing/2014/main" id="{6DFBDD73-8A89-FB4D-7B01-8384E7B0B5A3}"/>
              </a:ext>
            </a:extLst>
          </p:cNvPr>
          <p:cNvGrpSpPr>
            <a:grpSpLocks/>
          </p:cNvGrpSpPr>
          <p:nvPr/>
        </p:nvGrpSpPr>
        <p:grpSpPr bwMode="auto">
          <a:xfrm>
            <a:off x="4989773" y="1527175"/>
            <a:ext cx="4181475" cy="660400"/>
            <a:chOff x="3006" y="1205"/>
            <a:chExt cx="2634" cy="416"/>
          </a:xfrm>
        </p:grpSpPr>
        <p:sp>
          <p:nvSpPr>
            <p:cNvPr id="275" name="Rectangle 6">
              <a:extLst>
                <a:ext uri="{FF2B5EF4-FFF2-40B4-BE49-F238E27FC236}">
                  <a16:creationId xmlns:a16="http://schemas.microsoft.com/office/drawing/2014/main" id="{0ED891EA-136A-5667-8427-EF8F27451F4C}"/>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76" name="Text Box 7">
              <a:extLst>
                <a:ext uri="{FF2B5EF4-FFF2-40B4-BE49-F238E27FC236}">
                  <a16:creationId xmlns:a16="http://schemas.microsoft.com/office/drawing/2014/main" id="{72D2292B-341E-1D30-FA50-16022B966F75}"/>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277" name="Text Box 8">
              <a:extLst>
                <a:ext uri="{FF2B5EF4-FFF2-40B4-BE49-F238E27FC236}">
                  <a16:creationId xmlns:a16="http://schemas.microsoft.com/office/drawing/2014/main" id="{35BFF750-F5EF-13FE-9E73-14F875E77925}"/>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8" name="Text Box 9">
              <a:extLst>
                <a:ext uri="{FF2B5EF4-FFF2-40B4-BE49-F238E27FC236}">
                  <a16:creationId xmlns:a16="http://schemas.microsoft.com/office/drawing/2014/main" id="{CFDE941C-24A3-557A-D7C2-08A305CB3DB6}"/>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9" name="Text Box 10">
              <a:extLst>
                <a:ext uri="{FF2B5EF4-FFF2-40B4-BE49-F238E27FC236}">
                  <a16:creationId xmlns:a16="http://schemas.microsoft.com/office/drawing/2014/main" id="{0B655C31-D4B0-88F0-6D37-B8D2D0A8685E}"/>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=4000</a:t>
              </a:r>
            </a:p>
          </p:txBody>
        </p:sp>
        <p:sp>
          <p:nvSpPr>
            <p:cNvPr id="280" name="Line 11">
              <a:extLst>
                <a:ext uri="{FF2B5EF4-FFF2-40B4-BE49-F238E27FC236}">
                  <a16:creationId xmlns:a16="http://schemas.microsoft.com/office/drawing/2014/main" id="{431BCE75-98D9-5767-4D1E-D72950B2D54C}"/>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1" name="Line 12">
              <a:extLst>
                <a:ext uri="{FF2B5EF4-FFF2-40B4-BE49-F238E27FC236}">
                  <a16:creationId xmlns:a16="http://schemas.microsoft.com/office/drawing/2014/main" id="{5C3E83A5-1A6A-BF2B-2E8F-DF1AF361D373}"/>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2" name="Line 13">
              <a:extLst>
                <a:ext uri="{FF2B5EF4-FFF2-40B4-BE49-F238E27FC236}">
                  <a16:creationId xmlns:a16="http://schemas.microsoft.com/office/drawing/2014/main" id="{03A7ECF4-35C3-D289-04D7-027CB56C42EE}"/>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3" name="Line 14">
              <a:extLst>
                <a:ext uri="{FF2B5EF4-FFF2-40B4-BE49-F238E27FC236}">
                  <a16:creationId xmlns:a16="http://schemas.microsoft.com/office/drawing/2014/main" id="{9FE0ED3E-AE92-204E-508F-7D14510C3854}"/>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4" name="Line 15">
              <a:extLst>
                <a:ext uri="{FF2B5EF4-FFF2-40B4-BE49-F238E27FC236}">
                  <a16:creationId xmlns:a16="http://schemas.microsoft.com/office/drawing/2014/main" id="{F42900AF-F281-5B3D-39AD-AE81EAEA394E}"/>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5" name="Rectangle 16">
              <a:extLst>
                <a:ext uri="{FF2B5EF4-FFF2-40B4-BE49-F238E27FC236}">
                  <a16:creationId xmlns:a16="http://schemas.microsoft.com/office/drawing/2014/main" id="{3B4197F9-9D6C-DF70-72CD-A6E21E7383E6}"/>
                </a:ext>
              </a:extLst>
            </p:cNvPr>
            <p:cNvSpPr>
              <a:spLocks noChangeArrowheads="1"/>
            </p:cNvSpPr>
            <p:nvPr/>
          </p:nvSpPr>
          <p:spPr bwMode="auto">
            <a:xfrm>
              <a:off x="5232" y="1237"/>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86" name="Group 70">
            <a:extLst>
              <a:ext uri="{FF2B5EF4-FFF2-40B4-BE49-F238E27FC236}">
                <a16:creationId xmlns:a16="http://schemas.microsoft.com/office/drawing/2014/main" id="{E13ECC6D-EB32-2622-FFE7-606E3515938D}"/>
              </a:ext>
            </a:extLst>
          </p:cNvPr>
          <p:cNvGrpSpPr>
            <a:grpSpLocks/>
          </p:cNvGrpSpPr>
          <p:nvPr/>
        </p:nvGrpSpPr>
        <p:grpSpPr bwMode="auto">
          <a:xfrm>
            <a:off x="5078673" y="2290763"/>
            <a:ext cx="4645025" cy="3330574"/>
            <a:chOff x="2321" y="1443"/>
            <a:chExt cx="2926" cy="2098"/>
          </a:xfrm>
        </p:grpSpPr>
        <p:grpSp>
          <p:nvGrpSpPr>
            <p:cNvPr id="327" name="Group 17">
              <a:extLst>
                <a:ext uri="{FF2B5EF4-FFF2-40B4-BE49-F238E27FC236}">
                  <a16:creationId xmlns:a16="http://schemas.microsoft.com/office/drawing/2014/main" id="{A3716FAA-09D7-8B15-D5DF-7E6A99BCEEDB}"/>
                </a:ext>
              </a:extLst>
            </p:cNvPr>
            <p:cNvGrpSpPr>
              <a:grpSpLocks/>
            </p:cNvGrpSpPr>
            <p:nvPr/>
          </p:nvGrpSpPr>
          <p:grpSpPr bwMode="auto">
            <a:xfrm>
              <a:off x="2613" y="2066"/>
              <a:ext cx="2634" cy="416"/>
              <a:chOff x="3006" y="1205"/>
              <a:chExt cx="2634" cy="416"/>
            </a:xfrm>
          </p:grpSpPr>
          <p:sp>
            <p:nvSpPr>
              <p:cNvPr id="359" name="Rectangle 19">
                <a:extLst>
                  <a:ext uri="{FF2B5EF4-FFF2-40B4-BE49-F238E27FC236}">
                    <a16:creationId xmlns:a16="http://schemas.microsoft.com/office/drawing/2014/main" id="{410B0B79-7A76-7F79-E108-F5F7F090A4ED}"/>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0" name="Text Box 20">
                <a:extLst>
                  <a:ext uri="{FF2B5EF4-FFF2-40B4-BE49-F238E27FC236}">
                    <a16:creationId xmlns:a16="http://schemas.microsoft.com/office/drawing/2014/main" id="{51042132-50BA-836E-AF0E-8DD8AA21C877}"/>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61" name="Text Box 21">
                <a:extLst>
                  <a:ext uri="{FF2B5EF4-FFF2-40B4-BE49-F238E27FC236}">
                    <a16:creationId xmlns:a16="http://schemas.microsoft.com/office/drawing/2014/main" id="{3C4907A7-F899-EAB6-4F2D-BF1634A34C4A}"/>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62" name="Text Box 22">
                <a:extLst>
                  <a:ext uri="{FF2B5EF4-FFF2-40B4-BE49-F238E27FC236}">
                    <a16:creationId xmlns:a16="http://schemas.microsoft.com/office/drawing/2014/main" id="{2AE45898-F7E7-1EEB-A54A-F370C67D16D5}"/>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63" name="Text Box 23">
                <a:extLst>
                  <a:ext uri="{FF2B5EF4-FFF2-40B4-BE49-F238E27FC236}">
                    <a16:creationId xmlns:a16="http://schemas.microsoft.com/office/drawing/2014/main" id="{FC7055E4-CB49-17FD-A6DD-67DA4E58C68C}"/>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64" name="Line 24">
                <a:extLst>
                  <a:ext uri="{FF2B5EF4-FFF2-40B4-BE49-F238E27FC236}">
                    <a16:creationId xmlns:a16="http://schemas.microsoft.com/office/drawing/2014/main" id="{50B08823-11E1-50BB-D5FB-1900CAB7C4CB}"/>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5" name="Line 25">
                <a:extLst>
                  <a:ext uri="{FF2B5EF4-FFF2-40B4-BE49-F238E27FC236}">
                    <a16:creationId xmlns:a16="http://schemas.microsoft.com/office/drawing/2014/main" id="{D93D5748-C9B3-26E6-133C-5321372E5BDC}"/>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6" name="Line 26">
                <a:extLst>
                  <a:ext uri="{FF2B5EF4-FFF2-40B4-BE49-F238E27FC236}">
                    <a16:creationId xmlns:a16="http://schemas.microsoft.com/office/drawing/2014/main" id="{2C6972B9-40D4-B7D4-E116-C6E0E1CB86BE}"/>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7" name="Line 27">
                <a:extLst>
                  <a:ext uri="{FF2B5EF4-FFF2-40B4-BE49-F238E27FC236}">
                    <a16:creationId xmlns:a16="http://schemas.microsoft.com/office/drawing/2014/main" id="{9006C843-1063-4004-0CC1-03A418DC3158}"/>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8" name="Line 28">
                <a:extLst>
                  <a:ext uri="{FF2B5EF4-FFF2-40B4-BE49-F238E27FC236}">
                    <a16:creationId xmlns:a16="http://schemas.microsoft.com/office/drawing/2014/main" id="{CF0CBFF0-BF98-A8F3-51F8-B1D96885CCB9}"/>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9" name="Rectangle 29">
                <a:extLst>
                  <a:ext uri="{FF2B5EF4-FFF2-40B4-BE49-F238E27FC236}">
                    <a16:creationId xmlns:a16="http://schemas.microsoft.com/office/drawing/2014/main" id="{6DBCC671-1246-010F-6BA6-BB197C0AF9D2}"/>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8" name="Group 30">
              <a:extLst>
                <a:ext uri="{FF2B5EF4-FFF2-40B4-BE49-F238E27FC236}">
                  <a16:creationId xmlns:a16="http://schemas.microsoft.com/office/drawing/2014/main" id="{374413C1-688C-C10D-B0E6-FEEE146E12A9}"/>
                </a:ext>
              </a:extLst>
            </p:cNvPr>
            <p:cNvGrpSpPr>
              <a:grpSpLocks/>
            </p:cNvGrpSpPr>
            <p:nvPr/>
          </p:nvGrpSpPr>
          <p:grpSpPr bwMode="auto">
            <a:xfrm>
              <a:off x="2613" y="2570"/>
              <a:ext cx="2634" cy="416"/>
              <a:chOff x="3006" y="1205"/>
              <a:chExt cx="2634" cy="416"/>
            </a:xfrm>
          </p:grpSpPr>
          <p:sp>
            <p:nvSpPr>
              <p:cNvPr id="347" name="Rectangle 32">
                <a:extLst>
                  <a:ext uri="{FF2B5EF4-FFF2-40B4-BE49-F238E27FC236}">
                    <a16:creationId xmlns:a16="http://schemas.microsoft.com/office/drawing/2014/main" id="{B77D1F27-5986-05F7-0CAA-5F8059C36D00}"/>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8" name="Text Box 33">
                <a:extLst>
                  <a:ext uri="{FF2B5EF4-FFF2-40B4-BE49-F238E27FC236}">
                    <a16:creationId xmlns:a16="http://schemas.microsoft.com/office/drawing/2014/main" id="{94CB11C0-5DFB-1AD6-CEBC-CD457E596D5F}"/>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49" name="Text Box 34">
                <a:extLst>
                  <a:ext uri="{FF2B5EF4-FFF2-40B4-BE49-F238E27FC236}">
                    <a16:creationId xmlns:a16="http://schemas.microsoft.com/office/drawing/2014/main" id="{267E3215-7C45-422A-01A0-FF8D7B5FC99E}"/>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=185</a:t>
                </a:r>
              </a:p>
            </p:txBody>
          </p:sp>
          <p:sp>
            <p:nvSpPr>
              <p:cNvPr id="350" name="Text Box 35">
                <a:extLst>
                  <a:ext uri="{FF2B5EF4-FFF2-40B4-BE49-F238E27FC236}">
                    <a16:creationId xmlns:a16="http://schemas.microsoft.com/office/drawing/2014/main" id="{05E3FA81-4109-117D-DB62-A9AC5E61ABD3}"/>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51" name="Text Box 36">
                <a:extLst>
                  <a:ext uri="{FF2B5EF4-FFF2-40B4-BE49-F238E27FC236}">
                    <a16:creationId xmlns:a16="http://schemas.microsoft.com/office/drawing/2014/main" id="{B20FD611-18B9-5C9B-7445-7638E45671BC}"/>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52" name="Line 37">
                <a:extLst>
                  <a:ext uri="{FF2B5EF4-FFF2-40B4-BE49-F238E27FC236}">
                    <a16:creationId xmlns:a16="http://schemas.microsoft.com/office/drawing/2014/main" id="{01DFD1F1-25A5-61F7-BDE9-D9F3788C7A23}"/>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3" name="Line 38">
                <a:extLst>
                  <a:ext uri="{FF2B5EF4-FFF2-40B4-BE49-F238E27FC236}">
                    <a16:creationId xmlns:a16="http://schemas.microsoft.com/office/drawing/2014/main" id="{EE1252E3-75CD-DAD6-E4F9-38EB7F551472}"/>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4" name="Line 39">
                <a:extLst>
                  <a:ext uri="{FF2B5EF4-FFF2-40B4-BE49-F238E27FC236}">
                    <a16:creationId xmlns:a16="http://schemas.microsoft.com/office/drawing/2014/main" id="{61788030-622D-6E7F-B622-46EE35B33F88}"/>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5" name="Line 40">
                <a:extLst>
                  <a:ext uri="{FF2B5EF4-FFF2-40B4-BE49-F238E27FC236}">
                    <a16:creationId xmlns:a16="http://schemas.microsoft.com/office/drawing/2014/main" id="{E56C58CE-D2CC-B2D6-2E3B-874393CFDB11}"/>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6" name="Line 41">
                <a:extLst>
                  <a:ext uri="{FF2B5EF4-FFF2-40B4-BE49-F238E27FC236}">
                    <a16:creationId xmlns:a16="http://schemas.microsoft.com/office/drawing/2014/main" id="{1A7BFFF7-13B4-3091-240F-EF79F84D4868}"/>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7" name="Rectangle 42">
                <a:extLst>
                  <a:ext uri="{FF2B5EF4-FFF2-40B4-BE49-F238E27FC236}">
                    <a16:creationId xmlns:a16="http://schemas.microsoft.com/office/drawing/2014/main" id="{FFAD5712-C154-D58A-18F9-FE915BBABCC0}"/>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9" name="Group 43">
              <a:extLst>
                <a:ext uri="{FF2B5EF4-FFF2-40B4-BE49-F238E27FC236}">
                  <a16:creationId xmlns:a16="http://schemas.microsoft.com/office/drawing/2014/main" id="{7E1D7F43-FA6C-09B8-1C39-4B59E3C871E2}"/>
                </a:ext>
              </a:extLst>
            </p:cNvPr>
            <p:cNvGrpSpPr>
              <a:grpSpLocks/>
            </p:cNvGrpSpPr>
            <p:nvPr/>
          </p:nvGrpSpPr>
          <p:grpSpPr bwMode="auto">
            <a:xfrm>
              <a:off x="2607" y="3092"/>
              <a:ext cx="2634" cy="449"/>
              <a:chOff x="3006" y="1205"/>
              <a:chExt cx="2634" cy="449"/>
            </a:xfrm>
          </p:grpSpPr>
          <p:sp>
            <p:nvSpPr>
              <p:cNvPr id="335" name="Rectangle 45">
                <a:extLst>
                  <a:ext uri="{FF2B5EF4-FFF2-40B4-BE49-F238E27FC236}">
                    <a16:creationId xmlns:a16="http://schemas.microsoft.com/office/drawing/2014/main" id="{21311734-0500-1814-B157-8E1475849E37}"/>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6" name="Text Box 46">
                <a:extLst>
                  <a:ext uri="{FF2B5EF4-FFF2-40B4-BE49-F238E27FC236}">
                    <a16:creationId xmlns:a16="http://schemas.microsoft.com/office/drawing/2014/main" id="{1E9762F9-2925-E565-A284-D5CB6FD35ECB}"/>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37" name="Text Box 47">
                <a:extLst>
                  <a:ext uri="{FF2B5EF4-FFF2-40B4-BE49-F238E27FC236}">
                    <a16:creationId xmlns:a16="http://schemas.microsoft.com/office/drawing/2014/main" id="{1441B3C3-7415-7153-C547-94009BD5BD46}"/>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=370</a:t>
                </a:r>
              </a:p>
            </p:txBody>
          </p:sp>
          <p:sp>
            <p:nvSpPr>
              <p:cNvPr id="338" name="Text Box 48">
                <a:extLst>
                  <a:ext uri="{FF2B5EF4-FFF2-40B4-BE49-F238E27FC236}">
                    <a16:creationId xmlns:a16="http://schemas.microsoft.com/office/drawing/2014/main" id="{E7F7D2EC-3EAB-5C8B-3778-0EB4ADCA2919}"/>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39" name="Text Box 49">
                <a:extLst>
                  <a:ext uri="{FF2B5EF4-FFF2-40B4-BE49-F238E27FC236}">
                    <a16:creationId xmlns:a16="http://schemas.microsoft.com/office/drawing/2014/main" id="{A23E9F15-E508-9C12-3E5C-DA5BD5A1A27D}"/>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=1040</a:t>
                </a:r>
              </a:p>
            </p:txBody>
          </p:sp>
          <p:sp>
            <p:nvSpPr>
              <p:cNvPr id="340" name="Line 50">
                <a:extLst>
                  <a:ext uri="{FF2B5EF4-FFF2-40B4-BE49-F238E27FC236}">
                    <a16:creationId xmlns:a16="http://schemas.microsoft.com/office/drawing/2014/main" id="{CBE6659F-0EF2-018D-B91C-37CD00C50334}"/>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1" name="Line 51">
                <a:extLst>
                  <a:ext uri="{FF2B5EF4-FFF2-40B4-BE49-F238E27FC236}">
                    <a16:creationId xmlns:a16="http://schemas.microsoft.com/office/drawing/2014/main" id="{62BFE667-666D-C35F-3FB3-A57CE18FAD88}"/>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2" name="Line 52">
                <a:extLst>
                  <a:ext uri="{FF2B5EF4-FFF2-40B4-BE49-F238E27FC236}">
                    <a16:creationId xmlns:a16="http://schemas.microsoft.com/office/drawing/2014/main" id="{328D61B5-821C-2FF6-0756-68CFE7A620AA}"/>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3" name="Line 53">
                <a:extLst>
                  <a:ext uri="{FF2B5EF4-FFF2-40B4-BE49-F238E27FC236}">
                    <a16:creationId xmlns:a16="http://schemas.microsoft.com/office/drawing/2014/main" id="{30F0647F-BC26-A767-1132-61290BFD050F}"/>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4" name="Line 54">
                <a:extLst>
                  <a:ext uri="{FF2B5EF4-FFF2-40B4-BE49-F238E27FC236}">
                    <a16:creationId xmlns:a16="http://schemas.microsoft.com/office/drawing/2014/main" id="{343C0D87-35BB-417E-5454-9D49F1349989}"/>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5" name="Rectangle 55">
                <a:extLst>
                  <a:ext uri="{FF2B5EF4-FFF2-40B4-BE49-F238E27FC236}">
                    <a16:creationId xmlns:a16="http://schemas.microsoft.com/office/drawing/2014/main" id="{D5225A1D-8B4C-0DD8-6DD0-D85AA7C3CF17}"/>
                  </a:ext>
                </a:extLst>
              </p:cNvPr>
              <p:cNvSpPr>
                <a:spLocks noChangeArrowheads="1"/>
              </p:cNvSpPr>
              <p:nvPr/>
            </p:nvSpPr>
            <p:spPr bwMode="auto">
              <a:xfrm>
                <a:off x="5224" y="1235"/>
                <a:ext cx="146" cy="4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330" name="Freeform 56">
              <a:extLst>
                <a:ext uri="{FF2B5EF4-FFF2-40B4-BE49-F238E27FC236}">
                  <a16:creationId xmlns:a16="http://schemas.microsoft.com/office/drawing/2014/main" id="{B6D58200-C482-1F76-8722-49CA7D020834}"/>
                </a:ext>
              </a:extLst>
            </p:cNvPr>
            <p:cNvSpPr>
              <a:spLocks/>
            </p:cNvSpPr>
            <p:nvPr/>
          </p:nvSpPr>
          <p:spPr bwMode="auto">
            <a:xfrm>
              <a:off x="2337" y="1443"/>
              <a:ext cx="210" cy="1362"/>
            </a:xfrm>
            <a:custGeom>
              <a:avLst/>
              <a:gdLst>
                <a:gd name="T0" fmla="*/ 0 w 210"/>
                <a:gd name="T1" fmla="*/ 0 h 1362"/>
                <a:gd name="T2" fmla="*/ 0 w 210"/>
                <a:gd name="T3" fmla="*/ 1362 h 1362"/>
                <a:gd name="T4" fmla="*/ 210 w 210"/>
                <a:gd name="T5" fmla="*/ 858 h 1362"/>
                <a:gd name="T6" fmla="*/ 0 60000 65536"/>
                <a:gd name="T7" fmla="*/ 0 60000 65536"/>
                <a:gd name="T8" fmla="*/ 0 60000 65536"/>
                <a:gd name="T9" fmla="*/ 0 w 210"/>
                <a:gd name="T10" fmla="*/ 0 h 1362"/>
                <a:gd name="T11" fmla="*/ 210 w 210"/>
                <a:gd name="T12" fmla="*/ 1362 h 1362"/>
              </a:gdLst>
              <a:ahLst/>
              <a:cxnLst>
                <a:cxn ang="T6">
                  <a:pos x="T0" y="T1"/>
                </a:cxn>
                <a:cxn ang="T7">
                  <a:pos x="T2" y="T3"/>
                </a:cxn>
                <a:cxn ang="T8">
                  <a:pos x="T4" y="T5"/>
                </a:cxn>
              </a:cxnLst>
              <a:rect l="T9" t="T10" r="T11" b="T12"/>
              <a:pathLst>
                <a:path w="210" h="1362">
                  <a:moveTo>
                    <a:pt x="0" y="0"/>
                  </a:moveTo>
                  <a:lnTo>
                    <a:pt x="0" y="1362"/>
                  </a:lnTo>
                  <a:lnTo>
                    <a:pt x="210" y="858"/>
                  </a:lnTo>
                </a:path>
              </a:pathLst>
            </a:custGeom>
            <a:noFill/>
            <a:ln w="19050" cap="flat" cmpd="sng">
              <a:solidFill>
                <a:srgbClr val="CC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1" name="Line 57">
              <a:extLst>
                <a:ext uri="{FF2B5EF4-FFF2-40B4-BE49-F238E27FC236}">
                  <a16:creationId xmlns:a16="http://schemas.microsoft.com/office/drawing/2014/main" id="{7BDD20C3-507E-38D6-7F23-F1D42485CEB2}"/>
                </a:ext>
              </a:extLst>
            </p:cNvPr>
            <p:cNvSpPr>
              <a:spLocks noChangeShapeType="1"/>
            </p:cNvSpPr>
            <p:nvPr/>
          </p:nvSpPr>
          <p:spPr bwMode="auto">
            <a:xfrm>
              <a:off x="2337" y="2787"/>
              <a:ext cx="228" cy="0"/>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2" name="Line 58">
              <a:extLst>
                <a:ext uri="{FF2B5EF4-FFF2-40B4-BE49-F238E27FC236}">
                  <a16:creationId xmlns:a16="http://schemas.microsoft.com/office/drawing/2014/main" id="{3E4962D6-2D3C-6066-5B9F-B64D55A95441}"/>
                </a:ext>
              </a:extLst>
            </p:cNvPr>
            <p:cNvSpPr>
              <a:spLocks noChangeShapeType="1"/>
            </p:cNvSpPr>
            <p:nvPr/>
          </p:nvSpPr>
          <p:spPr bwMode="auto">
            <a:xfrm>
              <a:off x="2343" y="2793"/>
              <a:ext cx="210" cy="498"/>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3" name="Text Box 59">
              <a:extLst>
                <a:ext uri="{FF2B5EF4-FFF2-40B4-BE49-F238E27FC236}">
                  <a16:creationId xmlns:a16="http://schemas.microsoft.com/office/drawing/2014/main" id="{A8C8B529-EACB-99FD-E8E4-1F201228263D}"/>
                </a:ext>
              </a:extLst>
            </p:cNvPr>
            <p:cNvSpPr txBox="1">
              <a:spLocks noChangeArrowheads="1"/>
            </p:cNvSpPr>
            <p:nvPr/>
          </p:nvSpPr>
          <p:spPr bwMode="auto">
            <a:xfrm>
              <a:off x="2321" y="1490"/>
              <a:ext cx="198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one large datagram becomes</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several smaller datagrams</a:t>
              </a:r>
            </a:p>
          </p:txBody>
        </p:sp>
      </p:grpSp>
      <p:sp>
        <p:nvSpPr>
          <p:cNvPr id="370" name="Rectangle 60">
            <a:extLst>
              <a:ext uri="{FF2B5EF4-FFF2-40B4-BE49-F238E27FC236}">
                <a16:creationId xmlns:a16="http://schemas.microsoft.com/office/drawing/2014/main" id="{D3A256D2-65BE-D46D-AA94-5A30BF6E3A72}"/>
              </a:ext>
            </a:extLst>
          </p:cNvPr>
          <p:cNvSpPr>
            <a:spLocks noChangeArrowheads="1"/>
          </p:cNvSpPr>
          <p:nvPr/>
        </p:nvSpPr>
        <p:spPr bwMode="auto">
          <a:xfrm>
            <a:off x="734518" y="1472029"/>
            <a:ext cx="3806877" cy="167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65000"/>
              <a:buFont typeface="Wingdings" pitchFamily="2" charset="2"/>
              <a:buNone/>
            </a:pPr>
            <a:r>
              <a:rPr lang="en-US" altLang="en-US" sz="3200" dirty="0">
                <a:solidFill>
                  <a:srgbClr val="0000A3"/>
                </a:solidFill>
                <a:latin typeface="+mn-lt"/>
              </a:rPr>
              <a:t>example:</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4000 byte datagram</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MTU = 1500 bytes</a:t>
            </a:r>
          </a:p>
          <a:p>
            <a:pPr eaLnBrk="0" fontAlgn="base" hangingPunct="0">
              <a:lnSpc>
                <a:spcPct val="85000"/>
              </a:lnSpc>
              <a:spcBef>
                <a:spcPct val="20000"/>
              </a:spcBef>
              <a:spcAft>
                <a:spcPct val="0"/>
              </a:spcAft>
              <a:buClr>
                <a:srgbClr val="000099"/>
              </a:buClr>
              <a:buSzPct val="65000"/>
              <a:buFont typeface="Wingdings" pitchFamily="2" charset="2"/>
              <a:buChar char="v"/>
            </a:pPr>
            <a:endParaRPr lang="en-US" altLang="en-US" sz="2000" dirty="0">
              <a:solidFill>
                <a:srgbClr val="000000"/>
              </a:solidFill>
              <a:latin typeface="Gill Sans MT" panose="020B0502020104020203" pitchFamily="34" charset="77"/>
            </a:endParaRPr>
          </a:p>
        </p:txBody>
      </p:sp>
      <p:sp>
        <p:nvSpPr>
          <p:cNvPr id="371" name="Text Box 61">
            <a:extLst>
              <a:ext uri="{FF2B5EF4-FFF2-40B4-BE49-F238E27FC236}">
                <a16:creationId xmlns:a16="http://schemas.microsoft.com/office/drawing/2014/main" id="{EE70A3E0-A828-432F-CE50-499DB8A890B7}"/>
              </a:ext>
            </a:extLst>
          </p:cNvPr>
          <p:cNvSpPr txBox="1">
            <a:spLocks noChangeArrowheads="1"/>
          </p:cNvSpPr>
          <p:nvPr/>
        </p:nvSpPr>
        <p:spPr bwMode="auto">
          <a:xfrm>
            <a:off x="2437073" y="3238500"/>
            <a:ext cx="16065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1480 bytes in </a:t>
            </a:r>
            <a:b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b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data field</a:t>
            </a:r>
          </a:p>
        </p:txBody>
      </p:sp>
      <p:sp>
        <p:nvSpPr>
          <p:cNvPr id="372" name="Text Box 63">
            <a:extLst>
              <a:ext uri="{FF2B5EF4-FFF2-40B4-BE49-F238E27FC236}">
                <a16:creationId xmlns:a16="http://schemas.microsoft.com/office/drawing/2014/main" id="{6CDA5671-B29D-D51D-B5A0-8F2BD47E828E}"/>
              </a:ext>
            </a:extLst>
          </p:cNvPr>
          <p:cNvSpPr txBox="1">
            <a:spLocks noChangeArrowheads="1"/>
          </p:cNvSpPr>
          <p:nvPr/>
        </p:nvSpPr>
        <p:spPr bwMode="auto">
          <a:xfrm>
            <a:off x="2899035" y="4071938"/>
            <a:ext cx="9461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1480/8 </a:t>
            </a:r>
          </a:p>
        </p:txBody>
      </p:sp>
      <p:sp>
        <p:nvSpPr>
          <p:cNvPr id="373" name="Line 68">
            <a:extLst>
              <a:ext uri="{FF2B5EF4-FFF2-40B4-BE49-F238E27FC236}">
                <a16:creationId xmlns:a16="http://schemas.microsoft.com/office/drawing/2014/main" id="{164FEC2E-E032-47D9-D6B1-2ABBAFEB3122}"/>
              </a:ext>
            </a:extLst>
          </p:cNvPr>
          <p:cNvSpPr>
            <a:spLocks noChangeShapeType="1"/>
          </p:cNvSpPr>
          <p:nvPr/>
        </p:nvSpPr>
        <p:spPr bwMode="auto">
          <a:xfrm>
            <a:off x="3380048" y="3590925"/>
            <a:ext cx="26193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74" name="Line 69">
            <a:extLst>
              <a:ext uri="{FF2B5EF4-FFF2-40B4-BE49-F238E27FC236}">
                <a16:creationId xmlns:a16="http://schemas.microsoft.com/office/drawing/2014/main" id="{56D998BA-1CD8-8C1B-234B-E7CCDB4AA839}"/>
              </a:ext>
            </a:extLst>
          </p:cNvPr>
          <p:cNvSpPr>
            <a:spLocks noChangeShapeType="1"/>
          </p:cNvSpPr>
          <p:nvPr/>
        </p:nvSpPr>
        <p:spPr bwMode="auto">
          <a:xfrm flipH="1">
            <a:off x="3713423" y="4394200"/>
            <a:ext cx="46720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732855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86"/>
                                        </p:tgtEl>
                                        <p:attrNameLst>
                                          <p:attrName>style.visibility</p:attrName>
                                        </p:attrNameLst>
                                      </p:cBhvr>
                                      <p:to>
                                        <p:strVal val="visible"/>
                                      </p:to>
                                    </p:set>
                                    <p:animEffect transition="in" filter="wipe(up)">
                                      <p:cBhvr>
                                        <p:cTn id="7" dur="1000"/>
                                        <p:tgtEl>
                                          <p:spTgt spid="28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par>
                                <p:cTn id="13" presetID="9" presetClass="entr" presetSubtype="0" fill="hold" nodeType="withEffect">
                                  <p:stCondLst>
                                    <p:cond delay="0"/>
                                  </p:stCondLst>
                                  <p:childTnLst>
                                    <p:set>
                                      <p:cBhvr>
                                        <p:cTn id="14" dur="1" fill="hold">
                                          <p:stCondLst>
                                            <p:cond delay="0"/>
                                          </p:stCondLst>
                                        </p:cTn>
                                        <p:tgtEl>
                                          <p:spTgt spid="373"/>
                                        </p:tgtEl>
                                        <p:attrNameLst>
                                          <p:attrName>style.visibility</p:attrName>
                                        </p:attrNameLst>
                                      </p:cBhvr>
                                      <p:to>
                                        <p:strVal val="visible"/>
                                      </p:to>
                                    </p:set>
                                    <p:animEffect transition="in" filter="dissolve">
                                      <p:cBhvr>
                                        <p:cTn id="15" dur="500"/>
                                        <p:tgtEl>
                                          <p:spTgt spid="37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72"/>
                                        </p:tgtEl>
                                        <p:attrNameLst>
                                          <p:attrName>style.visibility</p:attrName>
                                        </p:attrNameLst>
                                      </p:cBhvr>
                                      <p:to>
                                        <p:strVal val="visible"/>
                                      </p:to>
                                    </p:set>
                                    <p:animEffect transition="in" filter="dissolve">
                                      <p:cBhvr>
                                        <p:cTn id="20" dur="500"/>
                                        <p:tgtEl>
                                          <p:spTgt spid="372"/>
                                        </p:tgtEl>
                                      </p:cBhvr>
                                    </p:animEffect>
                                  </p:childTnLst>
                                </p:cTn>
                              </p:par>
                              <p:par>
                                <p:cTn id="21" presetID="9" presetClass="entr" presetSubtype="0" fill="hold" nodeType="withEffect">
                                  <p:stCondLst>
                                    <p:cond delay="0"/>
                                  </p:stCondLst>
                                  <p:childTnLst>
                                    <p:set>
                                      <p:cBhvr>
                                        <p:cTn id="22" dur="1" fill="hold">
                                          <p:stCondLst>
                                            <p:cond delay="0"/>
                                          </p:stCondLst>
                                        </p:cTn>
                                        <p:tgtEl>
                                          <p:spTgt spid="374"/>
                                        </p:tgtEl>
                                        <p:attrNameLst>
                                          <p:attrName>style.visibility</p:attrName>
                                        </p:attrNameLst>
                                      </p:cBhvr>
                                      <p:to>
                                        <p:strVal val="visible"/>
                                      </p:to>
                                    </p:set>
                                    <p:animEffect transition="in" filter="dissolve">
                                      <p:cBhvr>
                                        <p:cTn id="23" dur="500"/>
                                        <p:tgtEl>
                                          <p:spTgt spid="3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 grpId="0"/>
      <p:bldP spid="372"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71" name="Slide Number Placeholder 3">
            <a:extLst>
              <a:ext uri="{FF2B5EF4-FFF2-40B4-BE49-F238E27FC236}">
                <a16:creationId xmlns:a16="http://schemas.microsoft.com/office/drawing/2014/main" id="{94F87F8F-A53C-824C-9A6F-AF7997886B6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41</a:t>
            </a:fld>
            <a:endParaRPr lang="en-US" dirty="0"/>
          </a:p>
        </p:txBody>
      </p:sp>
    </p:spTree>
    <p:extLst>
      <p:ext uri="{BB962C8B-B14F-4D97-AF65-F5344CB8AC3E}">
        <p14:creationId xmlns:p14="http://schemas.microsoft.com/office/powerpoint/2010/main" val="3910256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dissolve">
                                      <p:cBhvr>
                                        <p:cTn id="12" dur="500"/>
                                        <p:tgtEl>
                                          <p:spTgt spid="2">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dissolve">
                                      <p:cBhvr>
                                        <p:cTn id="15" dur="500"/>
                                        <p:tgtEl>
                                          <p:spTgt spid="2">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dissolve">
                                      <p:cBhvr>
                                        <p:cTn id="18" dur="500"/>
                                        <p:tgtEl>
                                          <p:spTgt spid="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dissolve">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dissolve">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8" name="Rectangle 7">
            <a:extLst>
              <a:ext uri="{FF2B5EF4-FFF2-40B4-BE49-F238E27FC236}">
                <a16:creationId xmlns:a16="http://schemas.microsoft.com/office/drawing/2014/main" id="{BA0D91C5-7E6B-064E-B644-B3D97F483120}"/>
              </a:ext>
            </a:extLst>
          </p:cNvPr>
          <p:cNvSpPr/>
          <p:nvPr/>
        </p:nvSpPr>
        <p:spPr>
          <a:xfrm>
            <a:off x="587829" y="1257300"/>
            <a:ext cx="5878285" cy="519248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49D0024F-77D0-A74A-A5B5-FFFF50D1DDEC}"/>
              </a:ext>
            </a:extLst>
          </p:cNvPr>
          <p:cNvSpPr/>
          <p:nvPr/>
        </p:nvSpPr>
        <p:spPr>
          <a:xfrm>
            <a:off x="6014358" y="5165271"/>
            <a:ext cx="5878285" cy="169272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3" name="Slide Number Placeholder 3">
            <a:extLst>
              <a:ext uri="{FF2B5EF4-FFF2-40B4-BE49-F238E27FC236}">
                <a16:creationId xmlns:a16="http://schemas.microsoft.com/office/drawing/2014/main" id="{CA2E5CF7-ABDF-1E4F-BC06-A54C4E2C8F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42</a:t>
            </a:fld>
            <a:endParaRPr lang="en-US" dirty="0"/>
          </a:p>
        </p:txBody>
      </p:sp>
    </p:spTree>
    <p:extLst>
      <p:ext uri="{BB962C8B-B14F-4D97-AF65-F5344CB8AC3E}">
        <p14:creationId xmlns:p14="http://schemas.microsoft.com/office/powerpoint/2010/main" val="98873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10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dissolve">
                                      <p:cBhvr>
                                        <p:cTn id="10"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1"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79206" y="1475622"/>
            <a:ext cx="3496144" cy="16811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4032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are interfaces actually connected?</a:t>
            </a:r>
          </a:p>
        </p:txBody>
      </p:sp>
      <p:grpSp>
        <p:nvGrpSpPr>
          <p:cNvPr id="83" name="Group 14">
            <a:extLst>
              <a:ext uri="{FF2B5EF4-FFF2-40B4-BE49-F238E27FC236}">
                <a16:creationId xmlns:a16="http://schemas.microsoft.com/office/drawing/2014/main" id="{181797ED-C1D3-9C46-AF50-05AA834190C9}"/>
              </a:ext>
            </a:extLst>
          </p:cNvPr>
          <p:cNvGrpSpPr>
            <a:grpSpLocks/>
          </p:cNvGrpSpPr>
          <p:nvPr/>
        </p:nvGrpSpPr>
        <p:grpSpPr bwMode="auto">
          <a:xfrm>
            <a:off x="4691921" y="2355418"/>
            <a:ext cx="3185855" cy="1323439"/>
            <a:chOff x="4692210" y="2354697"/>
            <a:chExt cx="3185636" cy="1323881"/>
          </a:xfrm>
        </p:grpSpPr>
        <p:sp>
          <p:nvSpPr>
            <p:cNvPr id="84" name="TextBox 10">
              <a:extLst>
                <a:ext uri="{FF2B5EF4-FFF2-40B4-BE49-F238E27FC236}">
                  <a16:creationId xmlns:a16="http://schemas.microsoft.com/office/drawing/2014/main" id="{C857A02E-9CF0-0148-BC47-41B31887BC0C}"/>
                </a:ext>
              </a:extLst>
            </p:cNvPr>
            <p:cNvSpPr txBox="1">
              <a:spLocks noChangeArrowheads="1"/>
            </p:cNvSpPr>
            <p:nvPr/>
          </p:nvSpPr>
          <p:spPr bwMode="auto">
            <a:xfrm>
              <a:off x="4692210" y="2354697"/>
              <a:ext cx="2548153" cy="1323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Ethernet interfaces connected by Ethernet switches</a:t>
              </a:r>
            </a:p>
          </p:txBody>
        </p:sp>
        <p:cxnSp>
          <p:nvCxnSpPr>
            <p:cNvPr id="85" name="Straight Connector 12">
              <a:extLst>
                <a:ext uri="{FF2B5EF4-FFF2-40B4-BE49-F238E27FC236}">
                  <a16:creationId xmlns:a16="http://schemas.microsoft.com/office/drawing/2014/main" id="{51DB36B2-E6A1-484F-B772-F98C78EA95D3}"/>
                </a:ext>
              </a:extLst>
            </p:cNvPr>
            <p:cNvCxnSpPr>
              <a:cxnSpLocks noChangeShapeType="1"/>
            </p:cNvCxnSpPr>
            <p:nvPr/>
          </p:nvCxnSpPr>
          <p:spPr bwMode="auto">
            <a:xfrm flipH="1">
              <a:off x="5801407" y="2510599"/>
              <a:ext cx="2076439" cy="0"/>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cxnSp>
      </p:grpSp>
      <p:grpSp>
        <p:nvGrpSpPr>
          <p:cNvPr id="89" name="Group 15">
            <a:extLst>
              <a:ext uri="{FF2B5EF4-FFF2-40B4-BE49-F238E27FC236}">
                <a16:creationId xmlns:a16="http://schemas.microsoft.com/office/drawing/2014/main" id="{4247575D-10FD-6943-A644-EC2D2B6B26A5}"/>
              </a:ext>
            </a:extLst>
          </p:cNvPr>
          <p:cNvGrpSpPr>
            <a:grpSpLocks/>
          </p:cNvGrpSpPr>
          <p:nvPr/>
        </p:nvGrpSpPr>
        <p:grpSpPr bwMode="auto">
          <a:xfrm>
            <a:off x="7689955" y="3656040"/>
            <a:ext cx="4167265" cy="2436076"/>
            <a:chOff x="5036498" y="3790332"/>
            <a:chExt cx="4168379" cy="2435958"/>
          </a:xfrm>
        </p:grpSpPr>
        <p:pic>
          <p:nvPicPr>
            <p:cNvPr id="90" name="Picture 777" descr="access_point_stylized_small">
              <a:extLst>
                <a:ext uri="{FF2B5EF4-FFF2-40B4-BE49-F238E27FC236}">
                  <a16:creationId xmlns:a16="http://schemas.microsoft.com/office/drawing/2014/main" id="{7FB858BD-D76C-3C42-9F58-7CAE9F9A28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2411" y="3790332"/>
              <a:ext cx="587569" cy="486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89">
              <a:extLst>
                <a:ext uri="{FF2B5EF4-FFF2-40B4-BE49-F238E27FC236}">
                  <a16:creationId xmlns:a16="http://schemas.microsoft.com/office/drawing/2014/main" id="{CBC18245-6191-C44B-A2ED-478F0C6B5BA5}"/>
                </a:ext>
              </a:extLst>
            </p:cNvPr>
            <p:cNvSpPr txBox="1">
              <a:spLocks noChangeArrowheads="1"/>
            </p:cNvSpPr>
            <p:nvPr/>
          </p:nvSpPr>
          <p:spPr bwMode="auto">
            <a:xfrm>
              <a:off x="5036498" y="5518438"/>
              <a:ext cx="4168379" cy="707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wireless WiFi interfaces connected by WiFi base station</a:t>
              </a:r>
            </a:p>
          </p:txBody>
        </p:sp>
        <p:cxnSp>
          <p:nvCxnSpPr>
            <p:cNvPr id="127" name="Straight Connector 90">
              <a:extLst>
                <a:ext uri="{FF2B5EF4-FFF2-40B4-BE49-F238E27FC236}">
                  <a16:creationId xmlns:a16="http://schemas.microsoft.com/office/drawing/2014/main" id="{56427654-2312-7947-B2CE-AE26D8B03643}"/>
                </a:ext>
              </a:extLst>
            </p:cNvPr>
            <p:cNvCxnSpPr>
              <a:cxnSpLocks noChangeShapeType="1"/>
            </p:cNvCxnSpPr>
            <p:nvPr/>
          </p:nvCxnSpPr>
          <p:spPr bwMode="auto">
            <a:xfrm flipV="1">
              <a:off x="6850795" y="4241577"/>
              <a:ext cx="0" cy="1289090"/>
            </a:xfrm>
            <a:prstGeom prst="line">
              <a:avLst/>
            </a:prstGeom>
            <a:noFill/>
            <a:ln w="12700">
              <a:solidFill>
                <a:srgbClr val="C00000"/>
              </a:solidFill>
              <a:round/>
              <a:headEnd/>
              <a:tailEnd/>
            </a:ln>
            <a:extLst>
              <a:ext uri="{909E8E84-426E-40DD-AFC4-6F175D3DCCD1}">
                <a14:hiddenFill xmlns:a14="http://schemas.microsoft.com/office/drawing/2010/main">
                  <a:noFill/>
                </a14:hiddenFill>
              </a:ext>
            </a:extLst>
          </p:spPr>
        </p:cxnSp>
      </p:grpSp>
      <p:sp>
        <p:nvSpPr>
          <p:cNvPr id="128" name="TextBox 127">
            <a:extLst>
              <a:ext uri="{FF2B5EF4-FFF2-40B4-BE49-F238E27FC236}">
                <a16:creationId xmlns:a16="http://schemas.microsoft.com/office/drawing/2014/main" id="{09A41BCF-31EA-6747-9E6D-B126CC7538E3}"/>
              </a:ext>
            </a:extLst>
          </p:cNvPr>
          <p:cNvSpPr txBox="1">
            <a:spLocks noChangeArrowheads="1"/>
          </p:cNvSpPr>
          <p:nvPr/>
        </p:nvSpPr>
        <p:spPr bwMode="auto">
          <a:xfrm>
            <a:off x="1329751" y="4355476"/>
            <a:ext cx="432153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 now: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don</a:t>
            </a:r>
            <a:r>
              <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need to worry about how one interface is connected to another (with no intervening router)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8D9B5261-3EAB-2D49-8E78-BC9943D92A14}"/>
              </a:ext>
            </a:extLst>
          </p:cNvPr>
          <p:cNvGrpSpPr/>
          <p:nvPr/>
        </p:nvGrpSpPr>
        <p:grpSpPr>
          <a:xfrm>
            <a:off x="7865822" y="1784294"/>
            <a:ext cx="3069150" cy="1444428"/>
            <a:chOff x="7865822" y="1784294"/>
            <a:chExt cx="3069150" cy="1444428"/>
          </a:xfrm>
        </p:grpSpPr>
        <p:cxnSp>
          <p:nvCxnSpPr>
            <p:cNvPr id="10" name="Straight Connector 9">
              <a:extLst>
                <a:ext uri="{FF2B5EF4-FFF2-40B4-BE49-F238E27FC236}">
                  <a16:creationId xmlns:a16="http://schemas.microsoft.com/office/drawing/2014/main" id="{A0DFEFA8-1282-FF40-BD4C-03D667AB1031}"/>
                </a:ext>
              </a:extLst>
            </p:cNvPr>
            <p:cNvCxnSpPr/>
            <p:nvPr/>
          </p:nvCxnSpPr>
          <p:spPr>
            <a:xfrm>
              <a:off x="8043483" y="1784294"/>
              <a:ext cx="0" cy="12178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200917B6-4D2A-1447-AC8E-DD9FD8DF7959}"/>
                </a:ext>
              </a:extLst>
            </p:cNvPr>
            <p:cNvGrpSpPr/>
            <p:nvPr/>
          </p:nvGrpSpPr>
          <p:grpSpPr>
            <a:xfrm>
              <a:off x="7865822" y="2488367"/>
              <a:ext cx="618612" cy="329734"/>
              <a:chOff x="3668110" y="2448910"/>
              <a:chExt cx="3794234" cy="2165130"/>
            </a:xfrm>
          </p:grpSpPr>
          <p:sp>
            <p:nvSpPr>
              <p:cNvPr id="134" name="Rectangle 133">
                <a:extLst>
                  <a:ext uri="{FF2B5EF4-FFF2-40B4-BE49-F238E27FC236}">
                    <a16:creationId xmlns:a16="http://schemas.microsoft.com/office/drawing/2014/main" id="{B462ED61-9088-7C48-A139-A37BDD62352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B4C0890-1563-5B4E-ACB5-504ACEF8EE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7163142D-79D9-CA47-86D6-423C0461A95C}"/>
                  </a:ext>
                </a:extLst>
              </p:cNvPr>
              <p:cNvGrpSpPr/>
              <p:nvPr/>
            </p:nvGrpSpPr>
            <p:grpSpPr>
              <a:xfrm>
                <a:off x="3941378" y="2603243"/>
                <a:ext cx="3202061" cy="1066110"/>
                <a:chOff x="7939341" y="3037317"/>
                <a:chExt cx="897649" cy="353919"/>
              </a:xfrm>
            </p:grpSpPr>
            <p:sp>
              <p:nvSpPr>
                <p:cNvPr id="137" name="Freeform 136">
                  <a:extLst>
                    <a:ext uri="{FF2B5EF4-FFF2-40B4-BE49-F238E27FC236}">
                      <a16:creationId xmlns:a16="http://schemas.microsoft.com/office/drawing/2014/main" id="{60D38385-0131-EF44-8639-0E7A18B271C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62C5F6DA-5794-D249-83AE-49E4169347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B2A3A623-A889-E445-8784-88B3A17C956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BABC54DF-BC7A-F74E-A41E-161A8BDBB3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75" name="Straight Connector 174">
              <a:extLst>
                <a:ext uri="{FF2B5EF4-FFF2-40B4-BE49-F238E27FC236}">
                  <a16:creationId xmlns:a16="http://schemas.microsoft.com/office/drawing/2014/main" id="{C856FEB0-8BD1-0347-822A-8A65DF932CFB}"/>
                </a:ext>
              </a:extLst>
            </p:cNvPr>
            <p:cNvCxnSpPr>
              <a:cxnSpLocks/>
            </p:cNvCxnSpPr>
            <p:nvPr/>
          </p:nvCxnSpPr>
          <p:spPr>
            <a:xfrm>
              <a:off x="10631585" y="1932648"/>
              <a:ext cx="0" cy="129607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70EBB62F-C388-9D4B-879D-64A6164175C6}"/>
                </a:ext>
              </a:extLst>
            </p:cNvPr>
            <p:cNvGrpSpPr/>
            <p:nvPr/>
          </p:nvGrpSpPr>
          <p:grpSpPr>
            <a:xfrm>
              <a:off x="10316360" y="2442512"/>
              <a:ext cx="618612" cy="329734"/>
              <a:chOff x="3668110" y="2448910"/>
              <a:chExt cx="3794234" cy="2165130"/>
            </a:xfrm>
          </p:grpSpPr>
          <p:sp>
            <p:nvSpPr>
              <p:cNvPr id="168" name="Rectangle 167">
                <a:extLst>
                  <a:ext uri="{FF2B5EF4-FFF2-40B4-BE49-F238E27FC236}">
                    <a16:creationId xmlns:a16="http://schemas.microsoft.com/office/drawing/2014/main" id="{63DB56F9-0FDE-6541-B8CC-3E2797805A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7BB629E8-44BE-7747-A8F6-8CD73A9AB7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29181AAA-C35B-0544-9F11-9BBCE39A6033}"/>
                  </a:ext>
                </a:extLst>
              </p:cNvPr>
              <p:cNvGrpSpPr/>
              <p:nvPr/>
            </p:nvGrpSpPr>
            <p:grpSpPr>
              <a:xfrm>
                <a:off x="3941378" y="2603243"/>
                <a:ext cx="3202061" cy="1066110"/>
                <a:chOff x="7939341" y="3037317"/>
                <a:chExt cx="897649" cy="353919"/>
              </a:xfrm>
            </p:grpSpPr>
            <p:sp>
              <p:nvSpPr>
                <p:cNvPr id="171" name="Freeform 170">
                  <a:extLst>
                    <a:ext uri="{FF2B5EF4-FFF2-40B4-BE49-F238E27FC236}">
                      <a16:creationId xmlns:a16="http://schemas.microsoft.com/office/drawing/2014/main" id="{44355D4E-8E7E-194A-9B67-E192E2C8EFC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Freeform 171">
                  <a:extLst>
                    <a:ext uri="{FF2B5EF4-FFF2-40B4-BE49-F238E27FC236}">
                      <a16:creationId xmlns:a16="http://schemas.microsoft.com/office/drawing/2014/main" id="{9D3A264F-5E88-2248-B832-3FE41DE461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Freeform 172">
                  <a:extLst>
                    <a:ext uri="{FF2B5EF4-FFF2-40B4-BE49-F238E27FC236}">
                      <a16:creationId xmlns:a16="http://schemas.microsoft.com/office/drawing/2014/main" id="{21A4184B-F6E1-574A-AAE3-3B57512BD8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46A6325B-D7F7-6E4C-8D67-739D7B46C64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96" name="Rectangle 3">
            <a:extLst>
              <a:ext uri="{FF2B5EF4-FFF2-40B4-BE49-F238E27FC236}">
                <a16:creationId xmlns:a16="http://schemas.microsoft.com/office/drawing/2014/main" id="{A87F322D-3466-204B-B679-F084906FBD9F}"/>
              </a:ext>
            </a:extLst>
          </p:cNvPr>
          <p:cNvSpPr txBox="1">
            <a:spLocks noChangeArrowheads="1"/>
          </p:cNvSpPr>
          <p:nvPr/>
        </p:nvSpPr>
        <p:spPr>
          <a:xfrm>
            <a:off x="884650" y="2297495"/>
            <a:ext cx="3496144" cy="10661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we’ll learn about that in chapters 6, 7</a:t>
            </a:r>
          </a:p>
        </p:txBody>
      </p:sp>
      <p:sp>
        <p:nvSpPr>
          <p:cNvPr id="97" name="Slide Number Placeholder 3">
            <a:extLst>
              <a:ext uri="{FF2B5EF4-FFF2-40B4-BE49-F238E27FC236}">
                <a16:creationId xmlns:a16="http://schemas.microsoft.com/office/drawing/2014/main" id="{10F2AE14-AC2A-7F49-A403-9BBB21AFAC7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43</a:t>
            </a:fld>
            <a:endParaRPr lang="en-US" dirty="0"/>
          </a:p>
        </p:txBody>
      </p:sp>
    </p:spTree>
    <p:extLst>
      <p:ext uri="{BB962C8B-B14F-4D97-AF65-F5344CB8AC3E}">
        <p14:creationId xmlns:p14="http://schemas.microsoft.com/office/powerpoint/2010/main" val="3649376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dissolve">
                                      <p:cBhvr>
                                        <p:cTn id="7" dur="500"/>
                                        <p:tgtEl>
                                          <p:spTgt spid="9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3"/>
                                        </p:tgtEl>
                                        <p:attrNameLst>
                                          <p:attrName>style.visibility</p:attrName>
                                        </p:attrNameLst>
                                      </p:cBhvr>
                                      <p:to>
                                        <p:strVal val="visible"/>
                                      </p:to>
                                    </p:set>
                                    <p:animEffect transition="in" filter="dissolve">
                                      <p:cBhvr>
                                        <p:cTn id="12" dur="500"/>
                                        <p:tgtEl>
                                          <p:spTgt spid="83"/>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9"/>
                                        </p:tgtEl>
                                        <p:attrNameLst>
                                          <p:attrName>style.visibility</p:attrName>
                                        </p:attrNameLst>
                                      </p:cBhvr>
                                      <p:to>
                                        <p:strVal val="visible"/>
                                      </p:to>
                                    </p:set>
                                    <p:animEffect transition="in" filter="dissolve">
                                      <p:cBhvr>
                                        <p:cTn id="20" dur="500"/>
                                        <p:tgtEl>
                                          <p:spTgt spid="8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28"/>
                                        </p:tgtEl>
                                        <p:attrNameLst>
                                          <p:attrName>style.visibility</p:attrName>
                                        </p:attrNameLst>
                                      </p:cBhvr>
                                      <p:to>
                                        <p:strVal val="visible"/>
                                      </p:to>
                                    </p:set>
                                    <p:animEffect transition="in" filter="dissolve">
                                      <p:cBhvr>
                                        <p:cTn id="25" dur="500"/>
                                        <p:tgtEl>
                                          <p:spTgt spid="128"/>
                                        </p:tgtEl>
                                      </p:cBhvr>
                                    </p:animEffect>
                                  </p:childTnLst>
                                </p:cTn>
                              </p:par>
                              <p:par>
                                <p:cTn id="26" presetID="9" presetClass="exit" presetSubtype="0" fill="hold" nodeType="withEffect">
                                  <p:stCondLst>
                                    <p:cond delay="0"/>
                                  </p:stCondLst>
                                  <p:childTnLst>
                                    <p:animEffect transition="out" filter="dissolve">
                                      <p:cBhvr>
                                        <p:cTn id="27" dur="500"/>
                                        <p:tgtEl>
                                          <p:spTgt spid="83"/>
                                        </p:tgtEl>
                                      </p:cBhvr>
                                    </p:animEffect>
                                    <p:set>
                                      <p:cBhvr>
                                        <p:cTn id="28" dur="1" fill="hold">
                                          <p:stCondLst>
                                            <p:cond delay="499"/>
                                          </p:stCondLst>
                                        </p:cTn>
                                        <p:tgtEl>
                                          <p:spTgt spid="8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89"/>
                                        </p:tgtEl>
                                      </p:cBhvr>
                                    </p:animEffect>
                                    <p:set>
                                      <p:cBhvr>
                                        <p:cTn id="31" dur="1" fill="hold">
                                          <p:stCondLst>
                                            <p:cond delay="499"/>
                                          </p:stCondLst>
                                        </p:cTn>
                                        <p:tgtEl>
                                          <p:spTgt spid="89"/>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12"/>
                                        </p:tgtEl>
                                      </p:cBhvr>
                                    </p:animEffect>
                                    <p:set>
                                      <p:cBhvr>
                                        <p:cTn id="34"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96"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5504825" cy="22150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What’</a:t>
            </a:r>
            <a:r>
              <a:rPr kumimoji="0" lang="en-US" altLang="ja-JP"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s a subnet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 interfaces that can physically reach each other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without passing through an intervening router</a:t>
            </a: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Text Box 56">
            <a:extLst>
              <a:ext uri="{FF2B5EF4-FFF2-40B4-BE49-F238E27FC236}">
                <a16:creationId xmlns:a16="http://schemas.microsoft.com/office/drawing/2014/main" id="{B04BC199-4923-444E-942F-BE2C9E1E7311}"/>
              </a:ext>
            </a:extLst>
          </p:cNvPr>
          <p:cNvSpPr txBox="1">
            <a:spLocks noChangeArrowheads="1"/>
          </p:cNvSpPr>
          <p:nvPr/>
        </p:nvSpPr>
        <p:spPr bwMode="auto">
          <a:xfrm>
            <a:off x="7810084" y="5139102"/>
            <a:ext cx="3724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 consisting of 3 subnets</a:t>
            </a:r>
          </a:p>
        </p:txBody>
      </p:sp>
      <p:sp>
        <p:nvSpPr>
          <p:cNvPr id="62" name="Rectangle 3">
            <a:extLst>
              <a:ext uri="{FF2B5EF4-FFF2-40B4-BE49-F238E27FC236}">
                <a16:creationId xmlns:a16="http://schemas.microsoft.com/office/drawing/2014/main" id="{822ACC87-727D-F940-A3A4-2EF4866EA13E}"/>
              </a:ext>
            </a:extLst>
          </p:cNvPr>
          <p:cNvSpPr txBox="1">
            <a:spLocks noChangeArrowheads="1"/>
          </p:cNvSpPr>
          <p:nvPr/>
        </p:nvSpPr>
        <p:spPr>
          <a:xfrm>
            <a:off x="923879" y="3718261"/>
            <a:ext cx="6050358" cy="266704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IP addresses have structure: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subnet part: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devices in same subnet have common high order bits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host part: remaining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low order bits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3" name="Slide Number Placeholder 3">
            <a:extLst>
              <a:ext uri="{FF2B5EF4-FFF2-40B4-BE49-F238E27FC236}">
                <a16:creationId xmlns:a16="http://schemas.microsoft.com/office/drawing/2014/main" id="{EA981E4D-2FB9-F04E-A3CD-C63BFC66AF9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44</a:t>
            </a:fld>
            <a:endParaRPr lang="en-US" dirty="0"/>
          </a:p>
        </p:txBody>
      </p:sp>
    </p:spTree>
    <p:extLst>
      <p:ext uri="{BB962C8B-B14F-4D97-AF65-F5344CB8AC3E}">
        <p14:creationId xmlns:p14="http://schemas.microsoft.com/office/powerpoint/2010/main" val="719988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62"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17BEA0-538F-F4E6-E13C-440F33D0E121}"/>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2DCA4A93-69A6-D3E3-B4CE-728C88BF33AE}"/>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D7C3F249-E2A1-830D-7E0C-0FF359EAF43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A974FA8F-74A4-23D0-41B4-015099A2CDB7}"/>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569D2EA8-00E0-B99C-BF5E-F40D0D478E70}"/>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C560F427-611E-8910-748F-4AC9B4507D8A}"/>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0A7D3C82-10DC-6D66-9B72-58E9683F2F54}"/>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43F7D51C-9FE9-C42D-09CB-0CA5D36C6552}"/>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81A1178D-C773-B925-117E-C2AA23377F5E}"/>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BB1B353D-5244-0865-9038-D95032B8E8E7}"/>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1DCC35A3-2AE6-262D-E616-804614291C63}"/>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5614868-9ED5-5C98-6EA4-4E771A345976}"/>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E0047205-8090-01AB-94E7-FF36EFA8F490}"/>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43B933A9-0922-9543-4F13-48C7BCAF66D5}"/>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23F8C328-A840-5262-18E4-A1948AFAFE63}"/>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5AA510F8-122D-843A-8D66-D1C823756DA0}"/>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9AB605F3-1027-0AEB-4DD4-1D715B414DD1}"/>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897D8EF8-2029-F3B9-9E75-8FED13E274A6}"/>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C2827C32-C322-3A28-2D4D-5F22EB6211B1}"/>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EED4DA89-A8E8-84EE-C280-0C05A1C91D15}"/>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7D367D07-D6C3-68A5-70DD-F64C5CBA8611}"/>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47BCD67-FD38-D5D8-A925-90C631EB8F46}"/>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29EA579B-1541-3A53-E3C0-99F2FDE086C4}"/>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15B962AC-23C2-DF65-2A23-D9B121161FE8}"/>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F3B2824-58FE-46C0-8DF5-04FD6C6827CF}"/>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50AA1706-E393-B36E-391D-CD6D00667E61}"/>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F91E13D7-9839-2E34-0418-BB3DC37EB8DB}"/>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3E6074D3-86FA-4657-39DD-0FA3DE35DBDE}"/>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isolated network is called a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subnet</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5FFD9CB2-9E7E-D87E-CDCB-DF0D1FD42CDC}"/>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1F0B35A0-3FA7-5880-4B69-EBD1744950B0}"/>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83023AFF-6D3A-5F82-83E8-0C00BCB33D74}"/>
              </a:ext>
            </a:extLst>
          </p:cNvPr>
          <p:cNvGrpSpPr/>
          <p:nvPr/>
        </p:nvGrpSpPr>
        <p:grpSpPr>
          <a:xfrm>
            <a:off x="7112000" y="1378861"/>
            <a:ext cx="4343400" cy="3560762"/>
            <a:chOff x="7112000" y="1378861"/>
            <a:chExt cx="4343400" cy="3560762"/>
          </a:xfrm>
        </p:grpSpPr>
        <p:grpSp>
          <p:nvGrpSpPr>
            <p:cNvPr id="105" name="Group 73">
              <a:extLst>
                <a:ext uri="{FF2B5EF4-FFF2-40B4-BE49-F238E27FC236}">
                  <a16:creationId xmlns:a16="http://schemas.microsoft.com/office/drawing/2014/main" id="{5E7E4204-A505-382B-F838-C6CEE845D6BC}"/>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DAFB4126-E4E2-23E4-263D-F6504469D9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0791BC1B-E720-5E85-18F6-9EBDCFE21F4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FEA70CAE-9881-7B63-E36D-81EC20B93A65}"/>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EDAE4558-8292-4F44-C8ED-99C1769099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0B7600D8-1831-7243-A53D-67E9E22F357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9EB34A4D-4E63-DFA1-E041-470A771AAD14}"/>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24DC9D28-AFA9-008B-0EFF-046DFE0A031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F5B216EE-EADF-9356-72BB-F8DB5152BBB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E043C287-D942-1A52-A628-27F096240747}"/>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86B5B56D-0A44-263F-7FD3-61471E25A4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5AFACCE2-BFC0-5758-4903-0996F1E99F8B}"/>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218D5CF0-2B75-3FDA-C8F4-2BCE05788F10}"/>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9C915636-B13D-CD2C-263B-D79FB968775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B68741FF-29E2-37EE-B1E9-BF3005814F60}"/>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5ECD0317-0858-BB18-5FB0-EA2C06F8DD95}"/>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73AD7A1A-F1D7-2123-80D1-603B016B791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71BC790E-B476-62AC-3195-7A09FD6D6C4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465CB0FE-BAB6-B7BD-35A5-3F263FA4BF1A}"/>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A5BBF64-16FE-0B17-60E0-7D840A161F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FA598D15-0B71-8530-5057-52EE9AEB8C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 name="Group 144">
              <a:extLst>
                <a:ext uri="{FF2B5EF4-FFF2-40B4-BE49-F238E27FC236}">
                  <a16:creationId xmlns:a16="http://schemas.microsoft.com/office/drawing/2014/main" id="{D82538CE-C1C1-23D2-7862-34DC126FBB7C}"/>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F211C6F6-7991-CB43-8500-56C5C01E5D2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A16ABF51-F157-0A0E-2BFB-7E6F023096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12A64AE8-0E1B-8FA0-1D34-49E0DC785390}"/>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BFB2455C-554B-5CEB-03AF-7FC7F58CD8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5EE1E567-6285-CDF0-0262-2EC79ABD3D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51C2F641-7272-1D19-2856-62857D6526F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5CDDB1BD-5F50-42C2-00A6-9CE2E9F4C3D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62" name="Text Box 61">
            <a:extLst>
              <a:ext uri="{FF2B5EF4-FFF2-40B4-BE49-F238E27FC236}">
                <a16:creationId xmlns:a16="http://schemas.microsoft.com/office/drawing/2014/main" id="{1BB20C28-E912-1C58-F548-A6E3243475F7}"/>
              </a:ext>
            </a:extLst>
          </p:cNvPr>
          <p:cNvSpPr txBox="1">
            <a:spLocks noChangeArrowheads="1"/>
          </p:cNvSpPr>
          <p:nvPr/>
        </p:nvSpPr>
        <p:spPr bwMode="auto">
          <a:xfrm>
            <a:off x="6282921" y="5092127"/>
            <a:ext cx="586378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subnet mask: /24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(high-order 24 bits: subnet part of IP address)</a:t>
            </a:r>
          </a:p>
        </p:txBody>
      </p:sp>
      <p:grpSp>
        <p:nvGrpSpPr>
          <p:cNvPr id="6" name="Group 5">
            <a:extLst>
              <a:ext uri="{FF2B5EF4-FFF2-40B4-BE49-F238E27FC236}">
                <a16:creationId xmlns:a16="http://schemas.microsoft.com/office/drawing/2014/main" id="{DE93C75B-6876-2321-21DC-ED4B5ED8F46E}"/>
              </a:ext>
            </a:extLst>
          </p:cNvPr>
          <p:cNvGrpSpPr/>
          <p:nvPr/>
        </p:nvGrpSpPr>
        <p:grpSpPr>
          <a:xfrm>
            <a:off x="6239437" y="3859589"/>
            <a:ext cx="2574780" cy="707886"/>
            <a:chOff x="6239437" y="3859589"/>
            <a:chExt cx="2574780" cy="707886"/>
          </a:xfrm>
        </p:grpSpPr>
        <p:sp>
          <p:nvSpPr>
            <p:cNvPr id="64" name="Text Box 193">
              <a:extLst>
                <a:ext uri="{FF2B5EF4-FFF2-40B4-BE49-F238E27FC236}">
                  <a16:creationId xmlns:a16="http://schemas.microsoft.com/office/drawing/2014/main" id="{DB15E62B-B8A9-B892-E7B5-CD35D0C42DA8}"/>
                </a:ext>
              </a:extLst>
            </p:cNvPr>
            <p:cNvSpPr txBox="1">
              <a:spLocks noChangeArrowheads="1"/>
            </p:cNvSpPr>
            <p:nvPr/>
          </p:nvSpPr>
          <p:spPr bwMode="auto">
            <a:xfrm>
              <a:off x="6239437" y="3859589"/>
              <a:ext cx="16081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223.1.3.0/24</a:t>
              </a:r>
            </a:p>
          </p:txBody>
        </p:sp>
        <p:cxnSp>
          <p:nvCxnSpPr>
            <p:cNvPr id="5" name="Straight Connector 4">
              <a:extLst>
                <a:ext uri="{FF2B5EF4-FFF2-40B4-BE49-F238E27FC236}">
                  <a16:creationId xmlns:a16="http://schemas.microsoft.com/office/drawing/2014/main" id="{D37F958A-339F-3197-93EB-8B97A54B20BE}"/>
                </a:ext>
              </a:extLst>
            </p:cNvPr>
            <p:cNvCxnSpPr/>
            <p:nvPr/>
          </p:nvCxnSpPr>
          <p:spPr>
            <a:xfrm>
              <a:off x="7794885" y="4062334"/>
              <a:ext cx="1019332" cy="0"/>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B381D98C-B233-65B5-9BCC-27A3842C95C8}"/>
              </a:ext>
            </a:extLst>
          </p:cNvPr>
          <p:cNvGrpSpPr/>
          <p:nvPr/>
        </p:nvGrpSpPr>
        <p:grpSpPr>
          <a:xfrm>
            <a:off x="7255489" y="607842"/>
            <a:ext cx="2491388" cy="1475790"/>
            <a:chOff x="7255489" y="607842"/>
            <a:chExt cx="2491388" cy="1475790"/>
          </a:xfrm>
        </p:grpSpPr>
        <p:sp>
          <p:nvSpPr>
            <p:cNvPr id="68" name="Text Box 191">
              <a:extLst>
                <a:ext uri="{FF2B5EF4-FFF2-40B4-BE49-F238E27FC236}">
                  <a16:creationId xmlns:a16="http://schemas.microsoft.com/office/drawing/2014/main" id="{420BBE0F-7B5F-F10B-59F3-8D2F6D949871}"/>
                </a:ext>
              </a:extLst>
            </p:cNvPr>
            <p:cNvSpPr txBox="1">
              <a:spLocks noChangeArrowheads="1"/>
            </p:cNvSpPr>
            <p:nvPr/>
          </p:nvSpPr>
          <p:spPr bwMode="auto">
            <a:xfrm>
              <a:off x="7255489" y="607842"/>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223.1.1.0/24</a:t>
              </a:r>
            </a:p>
          </p:txBody>
        </p:sp>
        <p:cxnSp>
          <p:nvCxnSpPr>
            <p:cNvPr id="8" name="Straight Connector 7">
              <a:extLst>
                <a:ext uri="{FF2B5EF4-FFF2-40B4-BE49-F238E27FC236}">
                  <a16:creationId xmlns:a16="http://schemas.microsoft.com/office/drawing/2014/main" id="{701B1E78-F83A-1EF0-EA4E-6783CFB24697}"/>
                </a:ext>
              </a:extLst>
            </p:cNvPr>
            <p:cNvCxnSpPr/>
            <p:nvPr/>
          </p:nvCxnSpPr>
          <p:spPr>
            <a:xfrm>
              <a:off x="8289561" y="944379"/>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CAED61EC-AEBD-4DAB-2142-79D5302D0972}"/>
              </a:ext>
            </a:extLst>
          </p:cNvPr>
          <p:cNvGrpSpPr/>
          <p:nvPr/>
        </p:nvGrpSpPr>
        <p:grpSpPr>
          <a:xfrm>
            <a:off x="9531133" y="1000631"/>
            <a:ext cx="2491388" cy="1475243"/>
            <a:chOff x="9531133" y="1000631"/>
            <a:chExt cx="2491388" cy="1475243"/>
          </a:xfrm>
        </p:grpSpPr>
        <p:sp>
          <p:nvSpPr>
            <p:cNvPr id="63" name="Text Box 192">
              <a:extLst>
                <a:ext uri="{FF2B5EF4-FFF2-40B4-BE49-F238E27FC236}">
                  <a16:creationId xmlns:a16="http://schemas.microsoft.com/office/drawing/2014/main" id="{C5FA2547-F90F-C825-15ED-04A9B838B7FE}"/>
                </a:ext>
              </a:extLst>
            </p:cNvPr>
            <p:cNvSpPr txBox="1">
              <a:spLocks noChangeArrowheads="1"/>
            </p:cNvSpPr>
            <p:nvPr/>
          </p:nvSpPr>
          <p:spPr bwMode="auto">
            <a:xfrm>
              <a:off x="9531133" y="1000631"/>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223.1.2.0/24</a:t>
              </a:r>
            </a:p>
          </p:txBody>
        </p:sp>
        <p:cxnSp>
          <p:nvCxnSpPr>
            <p:cNvPr id="83" name="Straight Connector 82">
              <a:extLst>
                <a:ext uri="{FF2B5EF4-FFF2-40B4-BE49-F238E27FC236}">
                  <a16:creationId xmlns:a16="http://schemas.microsoft.com/office/drawing/2014/main" id="{170AAAA6-D7AD-AC35-D32B-711AAE9600F7}"/>
                </a:ext>
              </a:extLst>
            </p:cNvPr>
            <p:cNvCxnSpPr/>
            <p:nvPr/>
          </p:nvCxnSpPr>
          <p:spPr>
            <a:xfrm>
              <a:off x="10630525" y="1336621"/>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1" name="Slide Number Placeholder 3">
            <a:extLst>
              <a:ext uri="{FF2B5EF4-FFF2-40B4-BE49-F238E27FC236}">
                <a16:creationId xmlns:a16="http://schemas.microsoft.com/office/drawing/2014/main" id="{64132BCA-7C67-D6E2-BFDD-1A24A3A87155}"/>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45</a:t>
            </a:fld>
            <a:endParaRPr lang="en-US" dirty="0"/>
          </a:p>
        </p:txBody>
      </p:sp>
    </p:spTree>
    <p:extLst>
      <p:ext uri="{BB962C8B-B14F-4D97-AF65-F5344CB8AC3E}">
        <p14:creationId xmlns:p14="http://schemas.microsoft.com/office/powerpoint/2010/main" val="36676273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
                                        </p:tgtEl>
                                      </p:cBhvr>
                                    </p:animEffect>
                                    <p:set>
                                      <p:cBhvr>
                                        <p:cTn id="12" dur="1" fill="hold">
                                          <p:stCondLst>
                                            <p:cond delay="499"/>
                                          </p:stCondLst>
                                        </p:cTn>
                                        <p:tgtEl>
                                          <p:spTgt spid="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1">
                                            <p:txEl>
                                              <p:pRg st="2" end="2"/>
                                            </p:txEl>
                                          </p:spTgt>
                                        </p:tgtEl>
                                        <p:attrNameLst>
                                          <p:attrName>style.visibility</p:attrName>
                                        </p:attrNameLst>
                                      </p:cBhvr>
                                      <p:to>
                                        <p:strVal val="visible"/>
                                      </p:to>
                                    </p:set>
                                    <p:animEffect transition="in" filter="dissolve">
                                      <p:cBhvr>
                                        <p:cTn id="17" dur="500"/>
                                        <p:tgtEl>
                                          <p:spTgt spid="81">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dissolve">
                                      <p:cBhvr>
                                        <p:cTn id="25" dur="500"/>
                                        <p:tgtEl>
                                          <p:spTgt spid="6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dissolv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dissolve">
                                      <p:cBhvr>
                                        <p:cTn id="3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0C7B00-00CF-638D-2BC1-64A4B1321301}"/>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DA58B44D-E1EF-A007-D320-2F1DBF894C8F}"/>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Subnets</a:t>
            </a:r>
            <a:endParaRPr lang="en-US" dirty="0"/>
          </a:p>
        </p:txBody>
      </p:sp>
      <p:sp>
        <p:nvSpPr>
          <p:cNvPr id="81" name="Rectangle 3">
            <a:extLst>
              <a:ext uri="{FF2B5EF4-FFF2-40B4-BE49-F238E27FC236}">
                <a16:creationId xmlns:a16="http://schemas.microsoft.com/office/drawing/2014/main" id="{E3855FB0-56CC-E1DB-A39D-86F281E97B5A}"/>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where are the subnets?</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what are the /24 subnet addresses?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1" name="Freeform 2">
            <a:extLst>
              <a:ext uri="{FF2B5EF4-FFF2-40B4-BE49-F238E27FC236}">
                <a16:creationId xmlns:a16="http://schemas.microsoft.com/office/drawing/2014/main" id="{D2D009BB-68B8-29F2-E6CD-70243E7697D3}"/>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756EA192-DFD1-0915-610E-FEC65FB7CB12}"/>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EA9A5879-89AC-7670-A79B-BE0C763EA0F7}"/>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D0CD4C07-A13C-5A3F-5BCC-A9140F660F23}"/>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65E57D83-ADCD-4875-F48B-BEF267208CDC}"/>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FC8163A8-816E-73E4-7808-C8D0A0BD5E32}"/>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BC4CA7F2-E229-493E-97C6-09271FC52B01}"/>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9EBF9909-CB98-9420-FCD7-BD1989774524}"/>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0F701CF8-8AC8-CE50-6530-91E181C31A40}"/>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5CA9A112-1C30-2A74-28BA-13E87DC09CD0}"/>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A05AD9CA-1F9D-DED1-B692-8C9863BBA1C2}"/>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636E05BD-F074-B64C-155C-042EF23EDBC2}"/>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BC8CB91B-03B5-8E3D-C00A-9C033789682C}"/>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5A7CF3CB-1FBD-9ACF-C479-ED3E618320CC}"/>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9DFB85EE-8C03-F787-96B5-358A36E01C03}"/>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1790EC5F-1D11-622F-2D85-8869ABFF6798}"/>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9DCEC2CD-11D6-45C5-03D0-AFB995E5F667}"/>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F7685121-8A31-FC72-FA7B-74BAD73D9F83}"/>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DE368E4D-CDA9-77B1-7C6E-230DF84F030C}"/>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E4B888A9-9F6E-3789-1798-FF61DC34C27E}"/>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FF09BC37-F97B-BA3F-C5FD-A53FDC362AF8}"/>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EA96EC06-1599-E665-4D2E-585CAC66A0BF}"/>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A9D7C150-C28D-BEB5-6740-A6E7A981B23D}"/>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9486D3BF-4E87-5014-8D9D-A767F4B4275A}"/>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C5DFE4D0-9929-8CFF-594B-6FA4E31DE459}"/>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FA07BB77-1AAA-9373-104E-1EF0C24BFA1F}"/>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F00D530A-D59F-138E-E6F8-292EC0BDC718}"/>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171BC263-B627-4854-5C50-0AEF0960B234}"/>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725A2893-B638-FD41-FC13-F5DAFC42670C}"/>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ECF65101-30E9-329E-D3D8-2D762214E9C3}"/>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F377739A-FAC4-0848-2786-012CD0D273FB}"/>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DDF2A747-BF60-A596-44C8-361D3AD633AA}"/>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FB424026-F4A1-D495-AC8E-01B6C67936D9}"/>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27551C15-FDD1-A979-902F-2B66FF562E74}"/>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93A3DA56-CE63-53D9-0ED4-2898B6FD6781}"/>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5CDA4E83-6AB3-2348-145F-1F7E14D7F559}"/>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78120DA4-E813-65A3-8BA4-5506B465B147}"/>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F1B2E637-9E8B-1921-52DA-5C0098539336}"/>
              </a:ext>
            </a:extLst>
          </p:cNvPr>
          <p:cNvGrpSpPr/>
          <p:nvPr/>
        </p:nvGrpSpPr>
        <p:grpSpPr>
          <a:xfrm>
            <a:off x="5269942" y="831439"/>
            <a:ext cx="4571749" cy="5747039"/>
            <a:chOff x="3921589" y="800442"/>
            <a:chExt cx="4571749" cy="5747039"/>
          </a:xfrm>
        </p:grpSpPr>
        <p:grpSp>
          <p:nvGrpSpPr>
            <p:cNvPr id="193" name="Group 127">
              <a:extLst>
                <a:ext uri="{FF2B5EF4-FFF2-40B4-BE49-F238E27FC236}">
                  <a16:creationId xmlns:a16="http://schemas.microsoft.com/office/drawing/2014/main" id="{C49B8704-BE0C-540B-AE83-2EB63DF129FF}"/>
                </a:ext>
              </a:extLst>
            </p:cNvPr>
            <p:cNvGrpSpPr>
              <a:grpSpLocks/>
            </p:cNvGrpSpPr>
            <p:nvPr/>
          </p:nvGrpSpPr>
          <p:grpSpPr bwMode="auto">
            <a:xfrm>
              <a:off x="6912267" y="813299"/>
              <a:ext cx="641350" cy="558800"/>
              <a:chOff x="-44" y="1473"/>
              <a:chExt cx="981" cy="1105"/>
            </a:xfrm>
          </p:grpSpPr>
          <p:pic>
            <p:nvPicPr>
              <p:cNvPr id="194" name="Picture 128" descr="desktop_computer_stylized_medium">
                <a:extLst>
                  <a:ext uri="{FF2B5EF4-FFF2-40B4-BE49-F238E27FC236}">
                    <a16:creationId xmlns:a16="http://schemas.microsoft.com/office/drawing/2014/main" id="{EB97BBDA-DE31-6B6D-8965-B1D860CDAD2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29">
                <a:extLst>
                  <a:ext uri="{FF2B5EF4-FFF2-40B4-BE49-F238E27FC236}">
                    <a16:creationId xmlns:a16="http://schemas.microsoft.com/office/drawing/2014/main" id="{9AADF986-0474-5798-298E-1DBA8AEC95D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Group 130">
              <a:extLst>
                <a:ext uri="{FF2B5EF4-FFF2-40B4-BE49-F238E27FC236}">
                  <a16:creationId xmlns:a16="http://schemas.microsoft.com/office/drawing/2014/main" id="{2E02C7CC-4F3D-E22B-E89F-E91E31D99819}"/>
                </a:ext>
              </a:extLst>
            </p:cNvPr>
            <p:cNvGrpSpPr>
              <a:grpSpLocks/>
            </p:cNvGrpSpPr>
            <p:nvPr/>
          </p:nvGrpSpPr>
          <p:grpSpPr bwMode="auto">
            <a:xfrm>
              <a:off x="5243214" y="845876"/>
              <a:ext cx="641350" cy="558800"/>
              <a:chOff x="-44" y="1473"/>
              <a:chExt cx="981" cy="1105"/>
            </a:xfrm>
          </p:grpSpPr>
          <p:pic>
            <p:nvPicPr>
              <p:cNvPr id="197" name="Picture 131" descr="desktop_computer_stylized_medium">
                <a:extLst>
                  <a:ext uri="{FF2B5EF4-FFF2-40B4-BE49-F238E27FC236}">
                    <a16:creationId xmlns:a16="http://schemas.microsoft.com/office/drawing/2014/main" id="{B4641507-DDBA-7FA1-442E-1875A30A57C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Freeform 132">
                <a:extLst>
                  <a:ext uri="{FF2B5EF4-FFF2-40B4-BE49-F238E27FC236}">
                    <a16:creationId xmlns:a16="http://schemas.microsoft.com/office/drawing/2014/main" id="{F0A8F919-E25F-02D4-36EC-7BC4DBEF738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9" name="Group 133">
              <a:extLst>
                <a:ext uri="{FF2B5EF4-FFF2-40B4-BE49-F238E27FC236}">
                  <a16:creationId xmlns:a16="http://schemas.microsoft.com/office/drawing/2014/main" id="{06286E26-8BCD-E98C-B7EC-FF4007DABB9E}"/>
                </a:ext>
              </a:extLst>
            </p:cNvPr>
            <p:cNvGrpSpPr>
              <a:grpSpLocks/>
            </p:cNvGrpSpPr>
            <p:nvPr/>
          </p:nvGrpSpPr>
          <p:grpSpPr bwMode="auto">
            <a:xfrm>
              <a:off x="6075064" y="800442"/>
              <a:ext cx="641350" cy="558800"/>
              <a:chOff x="-44" y="1473"/>
              <a:chExt cx="981" cy="1105"/>
            </a:xfrm>
          </p:grpSpPr>
          <p:pic>
            <p:nvPicPr>
              <p:cNvPr id="200" name="Picture 134" descr="desktop_computer_stylized_medium">
                <a:extLst>
                  <a:ext uri="{FF2B5EF4-FFF2-40B4-BE49-F238E27FC236}">
                    <a16:creationId xmlns:a16="http://schemas.microsoft.com/office/drawing/2014/main" id="{D9A4929B-0BC0-87EE-B1A2-714A4795466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35">
                <a:extLst>
                  <a:ext uri="{FF2B5EF4-FFF2-40B4-BE49-F238E27FC236}">
                    <a16:creationId xmlns:a16="http://schemas.microsoft.com/office/drawing/2014/main" id="{1A0EE1DA-6E3D-C41A-2939-DE18C9E6AAC0}"/>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 name="Group 213">
              <a:extLst>
                <a:ext uri="{FF2B5EF4-FFF2-40B4-BE49-F238E27FC236}">
                  <a16:creationId xmlns:a16="http://schemas.microsoft.com/office/drawing/2014/main" id="{87753937-8E9F-A5B6-6F65-E89A8D037FF3}"/>
                </a:ext>
              </a:extLst>
            </p:cNvPr>
            <p:cNvGrpSpPr/>
            <p:nvPr/>
          </p:nvGrpSpPr>
          <p:grpSpPr>
            <a:xfrm>
              <a:off x="5951096" y="2488367"/>
              <a:ext cx="764498" cy="449705"/>
              <a:chOff x="7493876" y="2774731"/>
              <a:chExt cx="1481958" cy="894622"/>
            </a:xfrm>
          </p:grpSpPr>
          <p:sp>
            <p:nvSpPr>
              <p:cNvPr id="215" name="Freeform 214">
                <a:extLst>
                  <a:ext uri="{FF2B5EF4-FFF2-40B4-BE49-F238E27FC236}">
                    <a16:creationId xmlns:a16="http://schemas.microsoft.com/office/drawing/2014/main" id="{4E0110F3-3599-1E6F-E496-12A7D0BE667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6" name="Oval 215">
                <a:extLst>
                  <a:ext uri="{FF2B5EF4-FFF2-40B4-BE49-F238E27FC236}">
                    <a16:creationId xmlns:a16="http://schemas.microsoft.com/office/drawing/2014/main" id="{7C97FA40-AAB4-0105-FCB2-B9E25E71FA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7" name="Group 216">
                <a:extLst>
                  <a:ext uri="{FF2B5EF4-FFF2-40B4-BE49-F238E27FC236}">
                    <a16:creationId xmlns:a16="http://schemas.microsoft.com/office/drawing/2014/main" id="{EDB9A40F-3F8F-E263-8A3B-0AD47A5C7B8C}"/>
                  </a:ext>
                </a:extLst>
              </p:cNvPr>
              <p:cNvGrpSpPr/>
              <p:nvPr/>
            </p:nvGrpSpPr>
            <p:grpSpPr>
              <a:xfrm>
                <a:off x="7713663" y="2848339"/>
                <a:ext cx="1042107" cy="425543"/>
                <a:chOff x="7786941" y="2884917"/>
                <a:chExt cx="897649" cy="353919"/>
              </a:xfrm>
            </p:grpSpPr>
            <p:sp>
              <p:nvSpPr>
                <p:cNvPr id="218" name="Freeform 217">
                  <a:extLst>
                    <a:ext uri="{FF2B5EF4-FFF2-40B4-BE49-F238E27FC236}">
                      <a16:creationId xmlns:a16="http://schemas.microsoft.com/office/drawing/2014/main" id="{D366CDC1-47A3-13AE-1B79-BFFBFF75195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Freeform 218">
                  <a:extLst>
                    <a:ext uri="{FF2B5EF4-FFF2-40B4-BE49-F238E27FC236}">
                      <a16:creationId xmlns:a16="http://schemas.microsoft.com/office/drawing/2014/main" id="{EDF78243-0E36-CDB4-D351-D955F169920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0D0A9B8C-B48F-7911-0B7A-38413E7190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144665AD-72DE-BFB6-A9A5-AEFB96E7A24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2" name="Group 221">
              <a:extLst>
                <a:ext uri="{FF2B5EF4-FFF2-40B4-BE49-F238E27FC236}">
                  <a16:creationId xmlns:a16="http://schemas.microsoft.com/office/drawing/2014/main" id="{90CC948E-4334-016A-45F7-C7F5ACFC324C}"/>
                </a:ext>
              </a:extLst>
            </p:cNvPr>
            <p:cNvGrpSpPr/>
            <p:nvPr/>
          </p:nvGrpSpPr>
          <p:grpSpPr>
            <a:xfrm>
              <a:off x="7452610" y="4364636"/>
              <a:ext cx="764498" cy="449705"/>
              <a:chOff x="7493876" y="2774731"/>
              <a:chExt cx="1481958" cy="894622"/>
            </a:xfrm>
          </p:grpSpPr>
          <p:sp>
            <p:nvSpPr>
              <p:cNvPr id="223" name="Freeform 222">
                <a:extLst>
                  <a:ext uri="{FF2B5EF4-FFF2-40B4-BE49-F238E27FC236}">
                    <a16:creationId xmlns:a16="http://schemas.microsoft.com/office/drawing/2014/main" id="{25903910-54E5-19C3-4A5F-FECE6C7AA23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D6C36056-EFB3-7A8B-2953-6FAB7B7C0C1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016A6DAD-BEAE-39E4-3A3D-623C793E186B}"/>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F486EE98-02A2-D7E5-1734-33C639FD4FA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CCA30024-39CB-F286-E9DA-BB4C8947363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8531FB7A-7A7A-200F-A461-7E6B380A742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5C2D793A-E1BD-ADF4-A1DC-02A6AD5F871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E42DA8D2-CFF6-F5A8-1B3E-F4BB538FCFF3}"/>
                </a:ext>
              </a:extLst>
            </p:cNvPr>
            <p:cNvGrpSpPr/>
            <p:nvPr/>
          </p:nvGrpSpPr>
          <p:grpSpPr>
            <a:xfrm>
              <a:off x="4517036" y="4382125"/>
              <a:ext cx="764498" cy="449705"/>
              <a:chOff x="7493876" y="2774731"/>
              <a:chExt cx="1481958" cy="894622"/>
            </a:xfrm>
          </p:grpSpPr>
          <p:sp>
            <p:nvSpPr>
              <p:cNvPr id="231" name="Freeform 230">
                <a:extLst>
                  <a:ext uri="{FF2B5EF4-FFF2-40B4-BE49-F238E27FC236}">
                    <a16:creationId xmlns:a16="http://schemas.microsoft.com/office/drawing/2014/main" id="{19595D96-CCDB-4120-9F30-F37568F8A2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EABF2EB0-6B34-FAF0-B615-D81C99389BA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3" name="Group 232">
                <a:extLst>
                  <a:ext uri="{FF2B5EF4-FFF2-40B4-BE49-F238E27FC236}">
                    <a16:creationId xmlns:a16="http://schemas.microsoft.com/office/drawing/2014/main" id="{0DB28FAA-FAF3-909F-56B2-FAACA214871B}"/>
                  </a:ext>
                </a:extLst>
              </p:cNvPr>
              <p:cNvGrpSpPr/>
              <p:nvPr/>
            </p:nvGrpSpPr>
            <p:grpSpPr>
              <a:xfrm>
                <a:off x="7713663" y="2848339"/>
                <a:ext cx="1042107" cy="425543"/>
                <a:chOff x="7786941" y="2884917"/>
                <a:chExt cx="897649" cy="353919"/>
              </a:xfrm>
            </p:grpSpPr>
            <p:sp>
              <p:nvSpPr>
                <p:cNvPr id="234" name="Freeform 233">
                  <a:extLst>
                    <a:ext uri="{FF2B5EF4-FFF2-40B4-BE49-F238E27FC236}">
                      <a16:creationId xmlns:a16="http://schemas.microsoft.com/office/drawing/2014/main" id="{20AC8541-9372-A8E7-A9FA-81540554F57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DFC22632-3D8F-8C27-E7DB-9CFD266B2FE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7038C273-13C9-6689-DF1E-6C048381BA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Freeform 236">
                  <a:extLst>
                    <a:ext uri="{FF2B5EF4-FFF2-40B4-BE49-F238E27FC236}">
                      <a16:creationId xmlns:a16="http://schemas.microsoft.com/office/drawing/2014/main" id="{32BBCAB0-1E80-8754-505B-4A5D9F5B78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2" name="Group 136">
              <a:extLst>
                <a:ext uri="{FF2B5EF4-FFF2-40B4-BE49-F238E27FC236}">
                  <a16:creationId xmlns:a16="http://schemas.microsoft.com/office/drawing/2014/main" id="{A73D5A28-79E0-98BA-CB2C-78A3C42E7818}"/>
                </a:ext>
              </a:extLst>
            </p:cNvPr>
            <p:cNvGrpSpPr>
              <a:grpSpLocks/>
            </p:cNvGrpSpPr>
            <p:nvPr/>
          </p:nvGrpSpPr>
          <p:grpSpPr bwMode="auto">
            <a:xfrm>
              <a:off x="7851988" y="5988681"/>
              <a:ext cx="641350" cy="558800"/>
              <a:chOff x="-44" y="1473"/>
              <a:chExt cx="981" cy="1105"/>
            </a:xfrm>
          </p:grpSpPr>
          <p:pic>
            <p:nvPicPr>
              <p:cNvPr id="203" name="Picture 137" descr="desktop_computer_stylized_medium">
                <a:extLst>
                  <a:ext uri="{FF2B5EF4-FFF2-40B4-BE49-F238E27FC236}">
                    <a16:creationId xmlns:a16="http://schemas.microsoft.com/office/drawing/2014/main" id="{CBED5A86-721D-841E-054B-D6334887464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38">
                <a:extLst>
                  <a:ext uri="{FF2B5EF4-FFF2-40B4-BE49-F238E27FC236}">
                    <a16:creationId xmlns:a16="http://schemas.microsoft.com/office/drawing/2014/main" id="{64B199F9-9242-3F89-60D5-1042F0FF13C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5" name="Group 139">
              <a:extLst>
                <a:ext uri="{FF2B5EF4-FFF2-40B4-BE49-F238E27FC236}">
                  <a16:creationId xmlns:a16="http://schemas.microsoft.com/office/drawing/2014/main" id="{D0BEA025-46CC-A463-C34D-DE0A7FBA2750}"/>
                </a:ext>
              </a:extLst>
            </p:cNvPr>
            <p:cNvGrpSpPr>
              <a:grpSpLocks/>
            </p:cNvGrpSpPr>
            <p:nvPr/>
          </p:nvGrpSpPr>
          <p:grpSpPr bwMode="auto">
            <a:xfrm>
              <a:off x="6916190" y="5955947"/>
              <a:ext cx="641350" cy="558800"/>
              <a:chOff x="-44" y="1473"/>
              <a:chExt cx="981" cy="1105"/>
            </a:xfrm>
          </p:grpSpPr>
          <p:pic>
            <p:nvPicPr>
              <p:cNvPr id="206" name="Picture 140" descr="desktop_computer_stylized_medium">
                <a:extLst>
                  <a:ext uri="{FF2B5EF4-FFF2-40B4-BE49-F238E27FC236}">
                    <a16:creationId xmlns:a16="http://schemas.microsoft.com/office/drawing/2014/main" id="{7BB61489-5827-15CC-3C68-94573F661E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141">
                <a:extLst>
                  <a:ext uri="{FF2B5EF4-FFF2-40B4-BE49-F238E27FC236}">
                    <a16:creationId xmlns:a16="http://schemas.microsoft.com/office/drawing/2014/main" id="{A816DC6F-C426-DDDB-4D3D-3D82CA75F42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8" name="Group 142">
              <a:extLst>
                <a:ext uri="{FF2B5EF4-FFF2-40B4-BE49-F238E27FC236}">
                  <a16:creationId xmlns:a16="http://schemas.microsoft.com/office/drawing/2014/main" id="{EE7E5F3D-3D88-9BB8-F0C4-A139FDDD4712}"/>
                </a:ext>
              </a:extLst>
            </p:cNvPr>
            <p:cNvGrpSpPr>
              <a:grpSpLocks/>
            </p:cNvGrpSpPr>
            <p:nvPr/>
          </p:nvGrpSpPr>
          <p:grpSpPr bwMode="auto">
            <a:xfrm>
              <a:off x="3921589" y="5865644"/>
              <a:ext cx="641350" cy="558800"/>
              <a:chOff x="-44" y="1473"/>
              <a:chExt cx="981" cy="1105"/>
            </a:xfrm>
          </p:grpSpPr>
          <p:pic>
            <p:nvPicPr>
              <p:cNvPr id="209" name="Picture 143" descr="desktop_computer_stylized_medium">
                <a:extLst>
                  <a:ext uri="{FF2B5EF4-FFF2-40B4-BE49-F238E27FC236}">
                    <a16:creationId xmlns:a16="http://schemas.microsoft.com/office/drawing/2014/main" id="{9CBC5731-0BF5-2914-6E45-86C94334C6B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Freeform 144">
                <a:extLst>
                  <a:ext uri="{FF2B5EF4-FFF2-40B4-BE49-F238E27FC236}">
                    <a16:creationId xmlns:a16="http://schemas.microsoft.com/office/drawing/2014/main" id="{8B844294-FF69-6009-3651-313839D3F09A}"/>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1" name="Group 145">
              <a:extLst>
                <a:ext uri="{FF2B5EF4-FFF2-40B4-BE49-F238E27FC236}">
                  <a16:creationId xmlns:a16="http://schemas.microsoft.com/office/drawing/2014/main" id="{5013B43D-D6DF-AC52-BFF0-C25EB71A70BA}"/>
                </a:ext>
              </a:extLst>
            </p:cNvPr>
            <p:cNvGrpSpPr>
              <a:grpSpLocks/>
            </p:cNvGrpSpPr>
            <p:nvPr/>
          </p:nvGrpSpPr>
          <p:grpSpPr bwMode="auto">
            <a:xfrm>
              <a:off x="4833534" y="5813400"/>
              <a:ext cx="641350" cy="558800"/>
              <a:chOff x="-44" y="1473"/>
              <a:chExt cx="981" cy="1105"/>
            </a:xfrm>
          </p:grpSpPr>
          <p:pic>
            <p:nvPicPr>
              <p:cNvPr id="212" name="Picture 146" descr="desktop_computer_stylized_medium">
                <a:extLst>
                  <a:ext uri="{FF2B5EF4-FFF2-40B4-BE49-F238E27FC236}">
                    <a16:creationId xmlns:a16="http://schemas.microsoft.com/office/drawing/2014/main" id="{5D608205-1B8E-E1F2-31BC-FB9DF524A72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Freeform 147">
                <a:extLst>
                  <a:ext uri="{FF2B5EF4-FFF2-40B4-BE49-F238E27FC236}">
                    <a16:creationId xmlns:a16="http://schemas.microsoft.com/office/drawing/2014/main" id="{FC6FD0F8-8754-1AD7-A15D-4C5197A8EC4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44" name="Text Box 41">
            <a:extLst>
              <a:ext uri="{FF2B5EF4-FFF2-40B4-BE49-F238E27FC236}">
                <a16:creationId xmlns:a16="http://schemas.microsoft.com/office/drawing/2014/main" id="{B95EC399-1173-FFFF-F27C-2E12489EC4AC}"/>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72756635-9084-D6EC-C153-706C74E36F8A}"/>
              </a:ext>
            </a:extLst>
          </p:cNvPr>
          <p:cNvGrpSpPr/>
          <p:nvPr/>
        </p:nvGrpSpPr>
        <p:grpSpPr>
          <a:xfrm>
            <a:off x="2970204" y="933306"/>
            <a:ext cx="9056493" cy="4702911"/>
            <a:chOff x="2970204" y="933306"/>
            <a:chExt cx="9056493" cy="4702911"/>
          </a:xfrm>
        </p:grpSpPr>
        <p:grpSp>
          <p:nvGrpSpPr>
            <p:cNvPr id="90" name="Group 89">
              <a:extLst>
                <a:ext uri="{FF2B5EF4-FFF2-40B4-BE49-F238E27FC236}">
                  <a16:creationId xmlns:a16="http://schemas.microsoft.com/office/drawing/2014/main" id="{741D37A6-E727-B4E2-1128-915EDC17C783}"/>
                </a:ext>
              </a:extLst>
            </p:cNvPr>
            <p:cNvGrpSpPr/>
            <p:nvPr/>
          </p:nvGrpSpPr>
          <p:grpSpPr>
            <a:xfrm>
              <a:off x="8152109" y="933306"/>
              <a:ext cx="3244327" cy="864497"/>
              <a:chOff x="6090834" y="607842"/>
              <a:chExt cx="3244327" cy="864497"/>
            </a:xfrm>
          </p:grpSpPr>
          <p:sp>
            <p:nvSpPr>
              <p:cNvPr id="91" name="Text Box 191">
                <a:extLst>
                  <a:ext uri="{FF2B5EF4-FFF2-40B4-BE49-F238E27FC236}">
                    <a16:creationId xmlns:a16="http://schemas.microsoft.com/office/drawing/2014/main" id="{DD253F92-6D89-96F8-021B-5EC9BA49A55B}"/>
                  </a:ext>
                </a:extLst>
              </p:cNvPr>
              <p:cNvSpPr txBox="1">
                <a:spLocks noChangeArrowheads="1"/>
              </p:cNvSpPr>
              <p:nvPr/>
            </p:nvSpPr>
            <p:spPr bwMode="auto">
              <a:xfrm>
                <a:off x="7255489" y="60784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223.1.1/24</a:t>
                </a:r>
              </a:p>
            </p:txBody>
          </p:sp>
          <p:cxnSp>
            <p:nvCxnSpPr>
              <p:cNvPr id="92" name="Straight Connector 91">
                <a:extLst>
                  <a:ext uri="{FF2B5EF4-FFF2-40B4-BE49-F238E27FC236}">
                    <a16:creationId xmlns:a16="http://schemas.microsoft.com/office/drawing/2014/main" id="{CDD4B8BD-A687-FEB3-77FF-6B7E7C9437B3}"/>
                  </a:ext>
                </a:extLst>
              </p:cNvPr>
              <p:cNvCxnSpPr>
                <a:cxnSpLocks/>
              </p:cNvCxnSpPr>
              <p:nvPr/>
            </p:nvCxnSpPr>
            <p:spPr>
              <a:xfrm flipH="1">
                <a:off x="6090834" y="866887"/>
                <a:ext cx="1222333" cy="60545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446EF8A4-7588-FD71-DE34-7B4293BC3954}"/>
                </a:ext>
              </a:extLst>
            </p:cNvPr>
            <p:cNvGrpSpPr/>
            <p:nvPr/>
          </p:nvGrpSpPr>
          <p:grpSpPr>
            <a:xfrm>
              <a:off x="8567981" y="2945502"/>
              <a:ext cx="2717381" cy="632023"/>
              <a:chOff x="6090835" y="840316"/>
              <a:chExt cx="2717381" cy="632023"/>
            </a:xfrm>
          </p:grpSpPr>
          <p:sp>
            <p:nvSpPr>
              <p:cNvPr id="96" name="Text Box 191">
                <a:extLst>
                  <a:ext uri="{FF2B5EF4-FFF2-40B4-BE49-F238E27FC236}">
                    <a16:creationId xmlns:a16="http://schemas.microsoft.com/office/drawing/2014/main" id="{6571029B-B4CC-7B00-CD00-B8DA12AF5B8F}"/>
                  </a:ext>
                </a:extLst>
              </p:cNvPr>
              <p:cNvSpPr txBox="1">
                <a:spLocks noChangeArrowheads="1"/>
              </p:cNvSpPr>
              <p:nvPr/>
            </p:nvSpPr>
            <p:spPr bwMode="auto">
              <a:xfrm>
                <a:off x="6728544" y="840316"/>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223.1.7/24</a:t>
                </a:r>
              </a:p>
            </p:txBody>
          </p:sp>
          <p:cxnSp>
            <p:nvCxnSpPr>
              <p:cNvPr id="104" name="Straight Connector 103">
                <a:extLst>
                  <a:ext uri="{FF2B5EF4-FFF2-40B4-BE49-F238E27FC236}">
                    <a16:creationId xmlns:a16="http://schemas.microsoft.com/office/drawing/2014/main" id="{F1EA70DD-6F9E-D374-56BA-2817031DC196}"/>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7CEC9702-4DBF-9BF7-1BB5-110FB49F1817}"/>
                </a:ext>
              </a:extLst>
            </p:cNvPr>
            <p:cNvGrpSpPr/>
            <p:nvPr/>
          </p:nvGrpSpPr>
          <p:grpSpPr>
            <a:xfrm>
              <a:off x="9262822" y="5019691"/>
              <a:ext cx="2763875" cy="616526"/>
              <a:chOff x="6090835" y="855813"/>
              <a:chExt cx="2763875" cy="616526"/>
            </a:xfrm>
          </p:grpSpPr>
          <p:sp>
            <p:nvSpPr>
              <p:cNvPr id="106" name="Text Box 191">
                <a:extLst>
                  <a:ext uri="{FF2B5EF4-FFF2-40B4-BE49-F238E27FC236}">
                    <a16:creationId xmlns:a16="http://schemas.microsoft.com/office/drawing/2014/main" id="{6C8D13BC-700F-ABE7-11FA-E9C560633467}"/>
                  </a:ext>
                </a:extLst>
              </p:cNvPr>
              <p:cNvSpPr txBox="1">
                <a:spLocks noChangeArrowheads="1"/>
              </p:cNvSpPr>
              <p:nvPr/>
            </p:nvSpPr>
            <p:spPr bwMode="auto">
              <a:xfrm>
                <a:off x="6775038" y="855813"/>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223.1.3/24</a:t>
                </a:r>
              </a:p>
            </p:txBody>
          </p:sp>
          <p:cxnSp>
            <p:nvCxnSpPr>
              <p:cNvPr id="107" name="Straight Connector 106">
                <a:extLst>
                  <a:ext uri="{FF2B5EF4-FFF2-40B4-BE49-F238E27FC236}">
                    <a16:creationId xmlns:a16="http://schemas.microsoft.com/office/drawing/2014/main" id="{5F8A769E-7A06-3ECC-E23B-208E502FC4FE}"/>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6C1FF1D0-8220-5052-6F02-C377A0750D79}"/>
                </a:ext>
              </a:extLst>
            </p:cNvPr>
            <p:cNvGrpSpPr/>
            <p:nvPr/>
          </p:nvGrpSpPr>
          <p:grpSpPr>
            <a:xfrm>
              <a:off x="2970204" y="4924121"/>
              <a:ext cx="2681511" cy="616523"/>
              <a:chOff x="2350272" y="4955118"/>
              <a:chExt cx="2681511" cy="616523"/>
            </a:xfrm>
          </p:grpSpPr>
          <p:sp>
            <p:nvSpPr>
              <p:cNvPr id="109" name="Text Box 191">
                <a:extLst>
                  <a:ext uri="{FF2B5EF4-FFF2-40B4-BE49-F238E27FC236}">
                    <a16:creationId xmlns:a16="http://schemas.microsoft.com/office/drawing/2014/main" id="{32C8DF48-0CF3-40A5-ABBF-AE249003B471}"/>
                  </a:ext>
                </a:extLst>
              </p:cNvPr>
              <p:cNvSpPr txBox="1">
                <a:spLocks noChangeArrowheads="1"/>
              </p:cNvSpPr>
              <p:nvPr/>
            </p:nvSpPr>
            <p:spPr bwMode="auto">
              <a:xfrm>
                <a:off x="2350272" y="4955118"/>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223.1.2/24</a:t>
                </a:r>
              </a:p>
            </p:txBody>
          </p:sp>
          <p:cxnSp>
            <p:nvCxnSpPr>
              <p:cNvPr id="110" name="Straight Connector 109">
                <a:extLst>
                  <a:ext uri="{FF2B5EF4-FFF2-40B4-BE49-F238E27FC236}">
                    <a16:creationId xmlns:a16="http://schemas.microsoft.com/office/drawing/2014/main" id="{A416655B-C31A-0A87-7705-2D9CF838DB02}"/>
                  </a:ext>
                </a:extLst>
              </p:cNvPr>
              <p:cNvCxnSpPr>
                <a:cxnSpLocks/>
              </p:cNvCxnSpPr>
              <p:nvPr/>
            </p:nvCxnSpPr>
            <p:spPr>
              <a:xfrm>
                <a:off x="4331778" y="5202265"/>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A0FE9B18-9FF0-1FE4-BEE1-9CAF6750F0D0}"/>
                </a:ext>
              </a:extLst>
            </p:cNvPr>
            <p:cNvGrpSpPr/>
            <p:nvPr/>
          </p:nvGrpSpPr>
          <p:grpSpPr>
            <a:xfrm>
              <a:off x="4362467" y="3185728"/>
              <a:ext cx="2495532" cy="492537"/>
              <a:chOff x="2536251" y="5079104"/>
              <a:chExt cx="2495532" cy="492537"/>
            </a:xfrm>
          </p:grpSpPr>
          <p:sp>
            <p:nvSpPr>
              <p:cNvPr id="112" name="Text Box 191">
                <a:extLst>
                  <a:ext uri="{FF2B5EF4-FFF2-40B4-BE49-F238E27FC236}">
                    <a16:creationId xmlns:a16="http://schemas.microsoft.com/office/drawing/2014/main" id="{56864441-EDB1-1688-7B3C-A0FF0958D260}"/>
                  </a:ext>
                </a:extLst>
              </p:cNvPr>
              <p:cNvSpPr txBox="1">
                <a:spLocks noChangeArrowheads="1"/>
              </p:cNvSpPr>
              <p:nvPr/>
            </p:nvSpPr>
            <p:spPr bwMode="auto">
              <a:xfrm>
                <a:off x="2536251" y="5079104"/>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223.1.9/24</a:t>
                </a:r>
              </a:p>
            </p:txBody>
          </p:sp>
          <p:cxnSp>
            <p:nvCxnSpPr>
              <p:cNvPr id="113" name="Straight Connector 112">
                <a:extLst>
                  <a:ext uri="{FF2B5EF4-FFF2-40B4-BE49-F238E27FC236}">
                    <a16:creationId xmlns:a16="http://schemas.microsoft.com/office/drawing/2014/main" id="{C8241064-BB84-F248-0AE5-D12223BA6E1A}"/>
                  </a:ext>
                </a:extLst>
              </p:cNvPr>
              <p:cNvCxnSpPr>
                <a:cxnSpLocks/>
              </p:cNvCxnSpPr>
              <p:nvPr/>
            </p:nvCxnSpPr>
            <p:spPr>
              <a:xfrm>
                <a:off x="4559085" y="5349499"/>
                <a:ext cx="472698" cy="22214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BD5A5179-4AD8-C6D5-3339-A609FD3A0F71}"/>
                </a:ext>
              </a:extLst>
            </p:cNvPr>
            <p:cNvGrpSpPr/>
            <p:nvPr/>
          </p:nvGrpSpPr>
          <p:grpSpPr>
            <a:xfrm>
              <a:off x="6605504" y="4602997"/>
              <a:ext cx="2079672" cy="648084"/>
              <a:chOff x="1320582" y="5594888"/>
              <a:chExt cx="2079672" cy="648084"/>
            </a:xfrm>
          </p:grpSpPr>
          <p:sp>
            <p:nvSpPr>
              <p:cNvPr id="115" name="Text Box 191">
                <a:extLst>
                  <a:ext uri="{FF2B5EF4-FFF2-40B4-BE49-F238E27FC236}">
                    <a16:creationId xmlns:a16="http://schemas.microsoft.com/office/drawing/2014/main" id="{3C0B934E-B334-0DA7-CCFA-9B73C47B3429}"/>
                  </a:ext>
                </a:extLst>
              </p:cNvPr>
              <p:cNvSpPr txBox="1">
                <a:spLocks noChangeArrowheads="1"/>
              </p:cNvSpPr>
              <p:nvPr/>
            </p:nvSpPr>
            <p:spPr bwMode="auto">
              <a:xfrm>
                <a:off x="1320582" y="584286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223.1.8/24</a:t>
                </a:r>
              </a:p>
            </p:txBody>
          </p:sp>
          <p:cxnSp>
            <p:nvCxnSpPr>
              <p:cNvPr id="14" name="Straight Connector 13">
                <a:extLst>
                  <a:ext uri="{FF2B5EF4-FFF2-40B4-BE49-F238E27FC236}">
                    <a16:creationId xmlns:a16="http://schemas.microsoft.com/office/drawing/2014/main" id="{F1C42ED3-2551-AFDE-2BF1-E6C72AD22291}"/>
                  </a:ext>
                </a:extLst>
              </p:cNvPr>
              <p:cNvCxnSpPr/>
              <p:nvPr/>
            </p:nvCxnSpPr>
            <p:spPr>
              <a:xfrm flipV="1">
                <a:off x="2355742" y="5594888"/>
                <a:ext cx="0" cy="34096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08" name="Slide Number Placeholder 3">
            <a:extLst>
              <a:ext uri="{FF2B5EF4-FFF2-40B4-BE49-F238E27FC236}">
                <a16:creationId xmlns:a16="http://schemas.microsoft.com/office/drawing/2014/main" id="{CBDF97CF-4452-31EF-D0CC-95851842DE6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46</a:t>
            </a:fld>
            <a:endParaRPr lang="en-US" dirty="0"/>
          </a:p>
        </p:txBody>
      </p:sp>
    </p:spTree>
    <p:extLst>
      <p:ext uri="{BB962C8B-B14F-4D97-AF65-F5344CB8AC3E}">
        <p14:creationId xmlns:p14="http://schemas.microsoft.com/office/powerpoint/2010/main" val="28006684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359B6D-8D26-21DE-052D-457D06434748}"/>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F80A9450-BBA3-AEAB-03BC-12205374AD1D}"/>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81" name="Rectangle 3">
            <a:extLst>
              <a:ext uri="{FF2B5EF4-FFF2-40B4-BE49-F238E27FC236}">
                <a16:creationId xmlns:a16="http://schemas.microsoft.com/office/drawing/2014/main" id="{8BB3164E-46AD-D804-2296-71D15E58B2B3}"/>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That’s actually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two</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questions:</a:t>
            </a:r>
          </a:p>
          <a:p>
            <a:pPr marL="644525" indent="-346075">
              <a:buFont typeface="+mj-lt"/>
              <a:buAutoNum type="arabicPeriod"/>
              <a:defRPr/>
            </a:pPr>
            <a:r>
              <a:rPr kumimoji="0" lang="en-US" altLang="en-US" sz="3200" b="1"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network obtain an IP address block (network prefix)?</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host obtain an IP address within that network (host part)?</a:t>
            </a:r>
            <a:endParaRPr kumimoji="0" lang="en-US" altLang="en-US"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Slide Number Placeholder 3">
            <a:extLst>
              <a:ext uri="{FF2B5EF4-FFF2-40B4-BE49-F238E27FC236}">
                <a16:creationId xmlns:a16="http://schemas.microsoft.com/office/drawing/2014/main" id="{BF7AD3C2-2F9D-E1FA-BD0C-D55B8C109C4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47</a:t>
            </a:fld>
            <a:endParaRPr lang="en-US" dirty="0"/>
          </a:p>
        </p:txBody>
      </p:sp>
    </p:spTree>
    <p:extLst>
      <p:ext uri="{BB962C8B-B14F-4D97-AF65-F5344CB8AC3E}">
        <p14:creationId xmlns:p14="http://schemas.microsoft.com/office/powerpoint/2010/main" val="3858495935"/>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A34435-E695-D882-C74B-AFB86A821355}"/>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5F511A25-CC1F-ECA2-86CF-44DBDA1E8919}"/>
              </a:ext>
            </a:extLst>
          </p:cNvPr>
          <p:cNvSpPr>
            <a:spLocks noGrp="1"/>
          </p:cNvSpPr>
          <p:nvPr>
            <p:ph type="title"/>
          </p:nvPr>
        </p:nvSpPr>
        <p:spPr>
          <a:xfrm>
            <a:off x="703287" y="281163"/>
            <a:ext cx="10668905" cy="1067951"/>
          </a:xfrm>
        </p:spPr>
        <p:txBody>
          <a:bodyPr>
            <a:normAutofit fontScale="90000"/>
          </a:bodyPr>
          <a:lstStyle/>
          <a:p>
            <a:r>
              <a:rPr lang="en-US" altLang="en-US" sz="4800" dirty="0">
                <a:ea typeface="ＭＳ Ｐゴシック" panose="020B0600070205080204" pitchFamily="34" charset="-128"/>
              </a:rPr>
              <a:t>How does a network obtain an IP address block?</a:t>
            </a:r>
          </a:p>
        </p:txBody>
      </p:sp>
      <p:sp>
        <p:nvSpPr>
          <p:cNvPr id="92" name="Rectangle 3">
            <a:extLst>
              <a:ext uri="{FF2B5EF4-FFF2-40B4-BE49-F238E27FC236}">
                <a16:creationId xmlns:a16="http://schemas.microsoft.com/office/drawing/2014/main" id="{447A0F6D-AE82-6D82-F2F4-4BE6A75952FD}"/>
              </a:ext>
            </a:extLst>
          </p:cNvPr>
          <p:cNvSpPr txBox="1">
            <a:spLocks noChangeArrowheads="1"/>
          </p:cNvSpPr>
          <p:nvPr/>
        </p:nvSpPr>
        <p:spPr>
          <a:xfrm>
            <a:off x="703287" y="1477738"/>
            <a:ext cx="10515601"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defRPr/>
            </a:pPr>
            <a:r>
              <a:rPr lang="en-US" dirty="0"/>
              <a:t>IANA (Internet Assigned Numbers Authority), operated by </a:t>
            </a:r>
            <a:r>
              <a:rPr lang="en-US" b="1" dirty="0">
                <a:solidFill>
                  <a:srgbClr val="000099"/>
                </a:solidFill>
              </a:rPr>
              <a:t>ICANN</a:t>
            </a:r>
            <a:r>
              <a:rPr lang="en-US" dirty="0"/>
              <a:t> (</a:t>
            </a:r>
            <a:r>
              <a:rPr lang="en-US" dirty="0">
                <a:solidFill>
                  <a:srgbClr val="000099"/>
                </a:solidFill>
              </a:rPr>
              <a:t>I</a:t>
            </a:r>
            <a:r>
              <a:rPr lang="en-US" dirty="0">
                <a:solidFill>
                  <a:prstClr val="black"/>
                </a:solidFill>
              </a:rPr>
              <a:t>nternet </a:t>
            </a:r>
            <a:r>
              <a:rPr lang="en-US" dirty="0">
                <a:solidFill>
                  <a:srgbClr val="000099"/>
                </a:solidFill>
              </a:rPr>
              <a:t>C</a:t>
            </a:r>
            <a:r>
              <a:rPr lang="en-US" dirty="0">
                <a:solidFill>
                  <a:prstClr val="black"/>
                </a:solidFill>
              </a:rPr>
              <a:t>orporation for </a:t>
            </a:r>
            <a:r>
              <a:rPr lang="en-US" dirty="0">
                <a:solidFill>
                  <a:srgbClr val="000099"/>
                </a:solidFill>
              </a:rPr>
              <a:t>A</a:t>
            </a:r>
            <a:r>
              <a:rPr lang="en-US" dirty="0">
                <a:solidFill>
                  <a:prstClr val="black"/>
                </a:solidFill>
              </a:rPr>
              <a:t>ssigned  </a:t>
            </a:r>
            <a:r>
              <a:rPr lang="en-US" dirty="0">
                <a:solidFill>
                  <a:srgbClr val="000099"/>
                </a:solidFill>
              </a:rPr>
              <a:t>N</a:t>
            </a:r>
            <a:r>
              <a:rPr lang="en-US" dirty="0">
                <a:solidFill>
                  <a:prstClr val="black"/>
                </a:solidFill>
              </a:rPr>
              <a:t>ames and </a:t>
            </a:r>
            <a:r>
              <a:rPr lang="en-US" dirty="0">
                <a:solidFill>
                  <a:srgbClr val="000099"/>
                </a:solidFill>
              </a:rPr>
              <a:t>N</a:t>
            </a:r>
            <a:r>
              <a:rPr lang="en-US" dirty="0">
                <a:solidFill>
                  <a:prstClr val="black"/>
                </a:solidFill>
              </a:rPr>
              <a:t>umbers </a:t>
            </a:r>
            <a:r>
              <a:rPr lang="en-US" dirty="0">
                <a:solidFill>
                  <a:prstClr val="black"/>
                </a:solidFill>
                <a:hlinkClick r:id="rId3"/>
              </a:rPr>
              <a:t>http://www.icann.org/</a:t>
            </a:r>
            <a:r>
              <a:rPr lang="en-US" dirty="0">
                <a:solidFill>
                  <a:prstClr val="black"/>
                </a:solidFill>
              </a:rPr>
              <a:t>)</a:t>
            </a:r>
            <a:r>
              <a:rPr lang="en-US" dirty="0"/>
              <a:t>, allocates large IP address blocks to the five </a:t>
            </a:r>
            <a:r>
              <a:rPr lang="en-US" b="1" dirty="0"/>
              <a:t>Regional Internet Registries (RIRs)</a:t>
            </a:r>
            <a:r>
              <a:rPr lang="en-US" dirty="0"/>
              <a:t>.</a:t>
            </a:r>
          </a:p>
          <a:p>
            <a:pPr>
              <a:defRPr/>
            </a:pPr>
            <a:endParaRPr lang="en-US" dirty="0"/>
          </a:p>
          <a:p>
            <a:pPr>
              <a:defRPr/>
            </a:pPr>
            <a:r>
              <a:rPr lang="en-US" dirty="0"/>
              <a:t>The RIRs allocate smaller IP address blocks to ISPs and other network operators within their regions.</a:t>
            </a:r>
          </a:p>
          <a:p>
            <a:pPr>
              <a:defRPr/>
            </a:pPr>
            <a:endParaRPr lang="en-US" dirty="0"/>
          </a:p>
          <a:p>
            <a:pPr>
              <a:defRPr/>
            </a:pPr>
            <a:r>
              <a:rPr lang="en-US" dirty="0"/>
              <a:t>From there, the ISPs and other Internet operators assign the IP addresses (or sub-blocks) to their customers and end-user networks.</a:t>
            </a:r>
            <a:endParaRPr kumimoji="0" lang="en-US" b="0" u="none" strike="noStrike" kern="1200" cap="none" spc="0" normalizeH="0" baseline="0" noProof="0" dirty="0">
              <a:ln>
                <a:noFill/>
              </a:ln>
              <a:effectLst/>
              <a:uLnTx/>
              <a:uFillTx/>
            </a:endParaRP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lide Number Placeholder 3">
            <a:extLst>
              <a:ext uri="{FF2B5EF4-FFF2-40B4-BE49-F238E27FC236}">
                <a16:creationId xmlns:a16="http://schemas.microsoft.com/office/drawing/2014/main" id="{07079727-DC9D-4251-AAA5-30F5BC9FCFA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48</a:t>
            </a:fld>
            <a:endParaRPr lang="en-US" dirty="0"/>
          </a:p>
        </p:txBody>
      </p:sp>
    </p:spTree>
    <p:extLst>
      <p:ext uri="{BB962C8B-B14F-4D97-AF65-F5344CB8AC3E}">
        <p14:creationId xmlns:p14="http://schemas.microsoft.com/office/powerpoint/2010/main" val="2830996879"/>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E1E18F-BEBF-E827-B443-26C0E02BB01B}"/>
            </a:ext>
          </a:extLst>
        </p:cNvPr>
        <p:cNvGrpSpPr/>
        <p:nvPr/>
      </p:nvGrpSpPr>
      <p:grpSpPr>
        <a:xfrm>
          <a:off x="0" y="0"/>
          <a:ext cx="0" cy="0"/>
          <a:chOff x="0" y="0"/>
          <a:chExt cx="0" cy="0"/>
        </a:xfrm>
      </p:grpSpPr>
      <p:sp>
        <p:nvSpPr>
          <p:cNvPr id="75778" name="Rectangle 2">
            <a:extLst>
              <a:ext uri="{FF2B5EF4-FFF2-40B4-BE49-F238E27FC236}">
                <a16:creationId xmlns:a16="http://schemas.microsoft.com/office/drawing/2014/main" id="{E8B014AE-83B1-98E3-D104-5D7E72CD0C58}"/>
              </a:ext>
            </a:extLst>
          </p:cNvPr>
          <p:cNvSpPr>
            <a:spLocks noGrp="1" noChangeArrowheads="1"/>
          </p:cNvSpPr>
          <p:nvPr>
            <p:ph type="title"/>
          </p:nvPr>
        </p:nvSpPr>
        <p:spPr>
          <a:xfrm>
            <a:off x="708171" y="459578"/>
            <a:ext cx="10236920" cy="646113"/>
          </a:xfrm>
        </p:spPr>
        <p:txBody>
          <a:bodyPr>
            <a:noAutofit/>
          </a:bodyPr>
          <a:lstStyle/>
          <a:p>
            <a:pPr eaLnBrk="1" hangingPunct="1"/>
            <a:r>
              <a:rPr lang="en-US" altLang="en-US" dirty="0"/>
              <a:t>Network Classes (Deprecated)</a:t>
            </a:r>
            <a:endParaRPr lang="en-AU" altLang="en-US" dirty="0"/>
          </a:p>
        </p:txBody>
      </p:sp>
      <p:sp>
        <p:nvSpPr>
          <p:cNvPr id="75779" name="Rectangle 3">
            <a:extLst>
              <a:ext uri="{FF2B5EF4-FFF2-40B4-BE49-F238E27FC236}">
                <a16:creationId xmlns:a16="http://schemas.microsoft.com/office/drawing/2014/main" id="{C78198DB-2610-986C-1AAE-DB29638CC5EC}"/>
              </a:ext>
            </a:extLst>
          </p:cNvPr>
          <p:cNvSpPr>
            <a:spLocks noGrp="1" noChangeArrowheads="1"/>
          </p:cNvSpPr>
          <p:nvPr>
            <p:ph type="body" idx="1"/>
          </p:nvPr>
        </p:nvSpPr>
        <p:spPr>
          <a:xfrm>
            <a:off x="708170" y="1513178"/>
            <a:ext cx="5914303" cy="4351338"/>
          </a:xfrm>
        </p:spPr>
        <p:txBody>
          <a:bodyPr>
            <a:normAutofit fontScale="92500" lnSpcReduction="10000"/>
          </a:bodyPr>
          <a:lstStyle/>
          <a:p>
            <a:r>
              <a:rPr lang="en-US" altLang="en-US" sz="3200" dirty="0"/>
              <a:t>Properties</a:t>
            </a:r>
          </a:p>
          <a:p>
            <a:pPr lvl="1"/>
            <a:r>
              <a:rPr lang="en-US" altLang="en-US" sz="2800" dirty="0"/>
              <a:t>globally unique</a:t>
            </a:r>
          </a:p>
          <a:p>
            <a:pPr lvl="1"/>
            <a:r>
              <a:rPr lang="en-US" altLang="en-US" sz="2800" dirty="0"/>
              <a:t>hierarchical: network + host</a:t>
            </a:r>
          </a:p>
          <a:p>
            <a:pPr lvl="1"/>
            <a:r>
              <a:rPr lang="en-US" altLang="en-US" sz="2800" dirty="0"/>
              <a:t>4 Billion IP address, half are A type, ¼ is B type, and 1/8 is C type</a:t>
            </a:r>
          </a:p>
          <a:p>
            <a:pPr lvl="2"/>
            <a:r>
              <a:rPr lang="en-US" altLang="en-US" sz="2400" dirty="0"/>
              <a:t>   Class A network supports 16,777,214 hosts</a:t>
            </a:r>
          </a:p>
          <a:p>
            <a:pPr lvl="2"/>
            <a:r>
              <a:rPr lang="en-US" altLang="en-US" sz="2400" dirty="0"/>
              <a:t>   Class B network supports 65,534 hosts</a:t>
            </a:r>
          </a:p>
          <a:p>
            <a:pPr lvl="2"/>
            <a:r>
              <a:rPr lang="en-US" altLang="en-US" sz="2400" dirty="0"/>
              <a:t>   Class C network supports 254 hosts</a:t>
            </a:r>
          </a:p>
          <a:p>
            <a:pPr marL="914400" lvl="2" indent="0">
              <a:buNone/>
            </a:pPr>
            <a:endParaRPr lang="en-US" altLang="en-US" sz="2400" dirty="0"/>
          </a:p>
          <a:p>
            <a:pPr lvl="1" eaLnBrk="1" hangingPunct="1">
              <a:lnSpc>
                <a:spcPct val="90000"/>
              </a:lnSpc>
              <a:buFont typeface="Wingdings" panose="05000000000000000000" pitchFamily="2" charset="2"/>
              <a:buNone/>
            </a:pPr>
            <a:r>
              <a:rPr lang="en-US" altLang="en-US" sz="2800" dirty="0">
                <a:solidFill>
                  <a:srgbClr val="FF0000"/>
                </a:solidFill>
              </a:rPr>
              <a:t>Network classes were deprecated in 1995 (30 years ago)</a:t>
            </a:r>
          </a:p>
          <a:p>
            <a:pPr lvl="1" eaLnBrk="1" hangingPunct="1">
              <a:lnSpc>
                <a:spcPct val="90000"/>
              </a:lnSpc>
              <a:buFont typeface="Wingdings" panose="05000000000000000000" pitchFamily="2" charset="2"/>
              <a:buNone/>
            </a:pPr>
            <a:endParaRPr lang="en-US" altLang="en-US" sz="2800" dirty="0"/>
          </a:p>
          <a:p>
            <a:pPr lvl="1" eaLnBrk="1" hangingPunct="1">
              <a:lnSpc>
                <a:spcPct val="90000"/>
              </a:lnSpc>
              <a:buFont typeface="Wingdings" panose="05000000000000000000" pitchFamily="2" charset="2"/>
              <a:buNone/>
            </a:pPr>
            <a:endParaRPr lang="en-US" altLang="en-US" sz="2800" dirty="0"/>
          </a:p>
          <a:p>
            <a:pPr lvl="1" eaLnBrk="1" hangingPunct="1">
              <a:lnSpc>
                <a:spcPct val="90000"/>
              </a:lnSpc>
              <a:buFont typeface="Wingdings" panose="05000000000000000000" pitchFamily="2" charset="2"/>
              <a:buNone/>
            </a:pPr>
            <a:endParaRPr lang="en-US" altLang="en-US" sz="2800" dirty="0"/>
          </a:p>
        </p:txBody>
      </p:sp>
      <p:pic>
        <p:nvPicPr>
          <p:cNvPr id="75780" name="Picture 5" descr="f03-19-9780123850591 copy">
            <a:extLst>
              <a:ext uri="{FF2B5EF4-FFF2-40B4-BE49-F238E27FC236}">
                <a16:creationId xmlns:a16="http://schemas.microsoft.com/office/drawing/2014/main" id="{AC7E7A1C-F2D5-4A2D-937F-3CAF0301D41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57350" y="2202515"/>
            <a:ext cx="4656667" cy="2972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868974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8A1EF8-549A-0A0B-0084-C11CBAA6C436}"/>
            </a:ext>
          </a:extLst>
        </p:cNvPr>
        <p:cNvGrpSpPr/>
        <p:nvPr/>
      </p:nvGrpSpPr>
      <p:grpSpPr>
        <a:xfrm>
          <a:off x="0" y="0"/>
          <a:ext cx="0" cy="0"/>
          <a:chOff x="0" y="0"/>
          <a:chExt cx="0" cy="0"/>
        </a:xfrm>
      </p:grpSpPr>
      <p:sp>
        <p:nvSpPr>
          <p:cNvPr id="75778" name="Rectangle 2">
            <a:extLst>
              <a:ext uri="{FF2B5EF4-FFF2-40B4-BE49-F238E27FC236}">
                <a16:creationId xmlns:a16="http://schemas.microsoft.com/office/drawing/2014/main" id="{AF6D1AE5-EBD0-3E4D-F768-9FC00DE258CF}"/>
              </a:ext>
            </a:extLst>
          </p:cNvPr>
          <p:cNvSpPr>
            <a:spLocks noGrp="1" noChangeArrowheads="1"/>
          </p:cNvSpPr>
          <p:nvPr>
            <p:ph type="title"/>
          </p:nvPr>
        </p:nvSpPr>
        <p:spPr>
          <a:xfrm>
            <a:off x="708171" y="459578"/>
            <a:ext cx="10236920" cy="646113"/>
          </a:xfrm>
        </p:spPr>
        <p:txBody>
          <a:bodyPr>
            <a:noAutofit/>
          </a:bodyPr>
          <a:lstStyle/>
          <a:p>
            <a:pPr eaLnBrk="1" hangingPunct="1"/>
            <a:r>
              <a:rPr lang="en-US" altLang="en-US" dirty="0"/>
              <a:t>Network Classes (Deprecated)</a:t>
            </a:r>
            <a:endParaRPr lang="en-AU" altLang="en-US" dirty="0"/>
          </a:p>
        </p:txBody>
      </p:sp>
      <p:sp>
        <p:nvSpPr>
          <p:cNvPr id="75779" name="Rectangle 3">
            <a:extLst>
              <a:ext uri="{FF2B5EF4-FFF2-40B4-BE49-F238E27FC236}">
                <a16:creationId xmlns:a16="http://schemas.microsoft.com/office/drawing/2014/main" id="{1DDC8D4C-2EAA-083B-7E5A-8FC9BAA764BC}"/>
              </a:ext>
            </a:extLst>
          </p:cNvPr>
          <p:cNvSpPr>
            <a:spLocks noGrp="1" noChangeArrowheads="1"/>
          </p:cNvSpPr>
          <p:nvPr>
            <p:ph type="body" idx="1"/>
          </p:nvPr>
        </p:nvSpPr>
        <p:spPr>
          <a:xfrm>
            <a:off x="708170" y="1513178"/>
            <a:ext cx="6219103" cy="4351338"/>
          </a:xfrm>
        </p:spPr>
        <p:txBody>
          <a:bodyPr>
            <a:normAutofit fontScale="77500" lnSpcReduction="20000"/>
          </a:bodyPr>
          <a:lstStyle/>
          <a:p>
            <a:r>
              <a:rPr lang="en-US" altLang="en-US" sz="3200" dirty="0">
                <a:solidFill>
                  <a:srgbClr val="FF0000"/>
                </a:solidFill>
              </a:rPr>
              <a:t> </a:t>
            </a:r>
            <a:r>
              <a:rPr lang="en-US" altLang="en-US" sz="3200" dirty="0"/>
              <a:t>Example: a university has 16 departments. Each department needs its own network to support 254 hosts. In total, it needs 4064 IP addresses. The university might create more new departments in the future. </a:t>
            </a:r>
          </a:p>
          <a:p>
            <a:endParaRPr lang="en-US" altLang="en-US" sz="3200" dirty="0"/>
          </a:p>
          <a:p>
            <a:r>
              <a:rPr lang="en-US" altLang="en-US" sz="3200" b="1" i="1" dirty="0"/>
              <a:t>Questions</a:t>
            </a:r>
            <a:r>
              <a:rPr lang="en-US" altLang="en-US" sz="3200" dirty="0"/>
              <a:t>: how does the university request the IP space from the ISP?</a:t>
            </a:r>
          </a:p>
          <a:p>
            <a:r>
              <a:rPr lang="en-US" altLang="zh-CN" sz="3200" b="1" i="1" dirty="0"/>
              <a:t>Answer</a:t>
            </a:r>
            <a:r>
              <a:rPr lang="en-US" altLang="zh-CN" sz="3200" dirty="0"/>
              <a:t>: The university will request a class B network (support 65,534 hosts) from the ISP and arrange 16 network spaces (support 254) out of the class B network space for each department. </a:t>
            </a:r>
            <a:endParaRPr lang="en-US" altLang="en-US" sz="2800" dirty="0"/>
          </a:p>
          <a:p>
            <a:pPr lvl="1" eaLnBrk="1" hangingPunct="1">
              <a:lnSpc>
                <a:spcPct val="90000"/>
              </a:lnSpc>
              <a:buFont typeface="Wingdings" panose="05000000000000000000" pitchFamily="2" charset="2"/>
              <a:buNone/>
            </a:pPr>
            <a:endParaRPr lang="en-US" altLang="en-US" sz="2800" dirty="0"/>
          </a:p>
          <a:p>
            <a:pPr lvl="1" eaLnBrk="1" hangingPunct="1">
              <a:lnSpc>
                <a:spcPct val="90000"/>
              </a:lnSpc>
              <a:buFont typeface="Wingdings" panose="05000000000000000000" pitchFamily="2" charset="2"/>
              <a:buNone/>
            </a:pPr>
            <a:endParaRPr lang="en-US" altLang="en-US" sz="2800" dirty="0"/>
          </a:p>
          <a:p>
            <a:pPr lvl="1" eaLnBrk="1" hangingPunct="1">
              <a:lnSpc>
                <a:spcPct val="90000"/>
              </a:lnSpc>
              <a:buFont typeface="Wingdings" panose="05000000000000000000" pitchFamily="2" charset="2"/>
              <a:buNone/>
            </a:pPr>
            <a:endParaRPr lang="en-US" altLang="en-US" sz="2800" dirty="0"/>
          </a:p>
        </p:txBody>
      </p:sp>
      <p:pic>
        <p:nvPicPr>
          <p:cNvPr id="75780" name="Picture 5" descr="f03-19-9780123850591 copy">
            <a:extLst>
              <a:ext uri="{FF2B5EF4-FFF2-40B4-BE49-F238E27FC236}">
                <a16:creationId xmlns:a16="http://schemas.microsoft.com/office/drawing/2014/main" id="{D0660C9C-420A-DD4B-082D-6E886764103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20587" y="2091679"/>
            <a:ext cx="4656667" cy="2972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a:extLst>
              <a:ext uri="{FF2B5EF4-FFF2-40B4-BE49-F238E27FC236}">
                <a16:creationId xmlns:a16="http://schemas.microsoft.com/office/drawing/2014/main" id="{99F3DDE6-9371-E997-C7A6-52CEC6B970A3}"/>
              </a:ext>
            </a:extLst>
          </p:cNvPr>
          <p:cNvSpPr txBox="1"/>
          <p:nvPr/>
        </p:nvSpPr>
        <p:spPr>
          <a:xfrm>
            <a:off x="708170" y="5864516"/>
            <a:ext cx="10560244" cy="461665"/>
          </a:xfrm>
          <a:prstGeom prst="rect">
            <a:avLst/>
          </a:prstGeom>
          <a:noFill/>
        </p:spPr>
        <p:txBody>
          <a:bodyPr wrap="square">
            <a:spAutoFit/>
          </a:bodyPr>
          <a:lstStyle/>
          <a:p>
            <a:pPr marL="298450">
              <a:defRPr/>
            </a:pPr>
            <a:r>
              <a:rPr kumimoji="0" lang="en-US" altLang="en-US" sz="2400" b="1"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a:t>
            </a:r>
            <a:r>
              <a:rPr lang="en-US" altLang="en-US" sz="2400" b="1" dirty="0">
                <a:solidFill>
                  <a:srgbClr val="C00000"/>
                </a:solidFill>
                <a:latin typeface="Calibri" panose="020F0502020204030204"/>
                <a:ea typeface="ＭＳ Ｐゴシック" panose="020B0600070205080204" pitchFamily="34" charset="-128"/>
                <a:cs typeface="ＭＳ Ｐゴシック" panose="020B0600070205080204" pitchFamily="34" charset="-128"/>
              </a:rPr>
              <a:t>should we split the network </a:t>
            </a:r>
            <a:r>
              <a:rPr lang="en-US" altLang="zh-CN" sz="2400" b="1" dirty="0">
                <a:solidFill>
                  <a:srgbClr val="C00000"/>
                </a:solidFill>
                <a:latin typeface="Calibri" panose="020F0502020204030204"/>
                <a:ea typeface="ＭＳ Ｐゴシック" panose="020B0600070205080204" pitchFamily="34" charset="-128"/>
                <a:cs typeface="ＭＳ Ｐゴシック" panose="020B0600070205080204" pitchFamily="34" charset="-128"/>
              </a:rPr>
              <a:t>IP</a:t>
            </a:r>
            <a:r>
              <a:rPr lang="en-US" altLang="en-US" sz="2400" b="1" dirty="0">
                <a:solidFill>
                  <a:srgbClr val="C00000"/>
                </a:solidFill>
                <a:latin typeface="Calibri" panose="020F0502020204030204"/>
                <a:ea typeface="ＭＳ Ｐゴシック" panose="020B0600070205080204" pitchFamily="34" charset="-128"/>
                <a:cs typeface="ＭＳ Ｐゴシック" panose="020B0600070205080204" pitchFamily="34" charset="-128"/>
              </a:rPr>
              <a:t> space for a bunch of smaller networks?</a:t>
            </a:r>
            <a:endParaRPr kumimoji="0" lang="en-US" altLang="en-US" sz="2400" b="1"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2" name="Cloud 1">
            <a:extLst>
              <a:ext uri="{FF2B5EF4-FFF2-40B4-BE49-F238E27FC236}">
                <a16:creationId xmlns:a16="http://schemas.microsoft.com/office/drawing/2014/main" id="{E4C90FA3-DF31-898E-D508-026CA03BFADC}"/>
              </a:ext>
            </a:extLst>
          </p:cNvPr>
          <p:cNvSpPr/>
          <p:nvPr/>
        </p:nvSpPr>
        <p:spPr>
          <a:xfrm>
            <a:off x="358216" y="4084160"/>
            <a:ext cx="7374673" cy="1960366"/>
          </a:xfrm>
          <a:prstGeom prst="cloud">
            <a:avLst/>
          </a:prstGeom>
          <a:solidFill>
            <a:schemeClr val="accent1">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en-US" sz="2400" b="1" dirty="0">
                <a:solidFill>
                  <a:srgbClr val="C00000"/>
                </a:solidFill>
              </a:rPr>
              <a:t>How about assigning 16 class C network numbers to the University?</a:t>
            </a:r>
          </a:p>
          <a:p>
            <a:pPr algn="ctr"/>
            <a:r>
              <a:rPr lang="en-US" sz="2400" b="1" dirty="0">
                <a:solidFill>
                  <a:srgbClr val="C00000"/>
                </a:solidFill>
              </a:rPr>
              <a:t>Yes, it works as well but… (more details later)</a:t>
            </a:r>
          </a:p>
        </p:txBody>
      </p:sp>
    </p:spTree>
    <p:extLst>
      <p:ext uri="{BB962C8B-B14F-4D97-AF65-F5344CB8AC3E}">
        <p14:creationId xmlns:p14="http://schemas.microsoft.com/office/powerpoint/2010/main" val="40496771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xit" presetSubtype="0" fill="hold" grpId="1" nodeType="clickEffect">
                                  <p:stCondLst>
                                    <p:cond delay="0"/>
                                  </p:stCondLst>
                                  <p:childTnLst>
                                    <p:animEffect transition="out" filter="fade">
                                      <p:cBhvr>
                                        <p:cTn id="13" dur="1000"/>
                                        <p:tgtEl>
                                          <p:spTgt spid="2"/>
                                        </p:tgtEl>
                                      </p:cBhvr>
                                    </p:animEffect>
                                    <p:anim calcmode="lin" valueType="num">
                                      <p:cBhvr>
                                        <p:cTn id="14" dur="1000"/>
                                        <p:tgtEl>
                                          <p:spTgt spid="2"/>
                                        </p:tgtEl>
                                        <p:attrNameLst>
                                          <p:attrName>ppt_x</p:attrName>
                                        </p:attrNameLst>
                                      </p:cBhvr>
                                      <p:tavLst>
                                        <p:tav tm="0">
                                          <p:val>
                                            <p:strVal val="ppt_x"/>
                                          </p:val>
                                        </p:tav>
                                        <p:tav tm="100000">
                                          <p:val>
                                            <p:strVal val="ppt_x"/>
                                          </p:val>
                                        </p:tav>
                                      </p:tavLst>
                                    </p:anim>
                                    <p:anim calcmode="lin" valueType="num">
                                      <p:cBhvr>
                                        <p:cTn id="15" dur="1000"/>
                                        <p:tgtEl>
                                          <p:spTgt spid="2"/>
                                        </p:tgtEl>
                                        <p:attrNameLst>
                                          <p:attrName>ppt_y</p:attrName>
                                        </p:attrNameLst>
                                      </p:cBhvr>
                                      <p:tavLst>
                                        <p:tav tm="0">
                                          <p:val>
                                            <p:strVal val="ppt_y"/>
                                          </p:val>
                                        </p:tav>
                                        <p:tav tm="100000">
                                          <p:val>
                                            <p:strVal val="ppt_y+.1"/>
                                          </p:val>
                                        </p:tav>
                                      </p:tavLst>
                                    </p:anim>
                                    <p:set>
                                      <p:cBhvr>
                                        <p:cTn id="16" dur="1" fill="hold">
                                          <p:stCondLst>
                                            <p:cond delay="999"/>
                                          </p:stCondLst>
                                        </p:cTn>
                                        <p:tgtEl>
                                          <p:spTgt spid="2"/>
                                        </p:tgtEl>
                                        <p:attrNameLst>
                                          <p:attrName>style.visibility</p:attrName>
                                        </p:attrNameLst>
                                      </p:cBhvr>
                                      <p:to>
                                        <p:strVal val="hidden"/>
                                      </p:to>
                                    </p:se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1000"/>
                                        <p:tgtEl>
                                          <p:spTgt spid="3"/>
                                        </p:tgtEl>
                                      </p:cBhvr>
                                    </p:animEffect>
                                    <p:anim calcmode="lin" valueType="num">
                                      <p:cBhvr>
                                        <p:cTn id="22" dur="1000" fill="hold"/>
                                        <p:tgtEl>
                                          <p:spTgt spid="3"/>
                                        </p:tgtEl>
                                        <p:attrNameLst>
                                          <p:attrName>ppt_x</p:attrName>
                                        </p:attrNameLst>
                                      </p:cBhvr>
                                      <p:tavLst>
                                        <p:tav tm="0">
                                          <p:val>
                                            <p:strVal val="#ppt_x"/>
                                          </p:val>
                                        </p:tav>
                                        <p:tav tm="100000">
                                          <p:val>
                                            <p:strVal val="#ppt_x"/>
                                          </p:val>
                                        </p:tav>
                                      </p:tavLst>
                                    </p:anim>
                                    <p:anim calcmode="lin" valueType="num">
                                      <p:cBhvr>
                                        <p:cTn id="23"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2" grpId="0" animBg="1"/>
      <p:bldP spid="2" grpId="1"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DE7030-A724-7828-DBE7-FB031AA61277}"/>
            </a:ext>
          </a:extLst>
        </p:cNvPr>
        <p:cNvGrpSpPr/>
        <p:nvPr/>
      </p:nvGrpSpPr>
      <p:grpSpPr>
        <a:xfrm>
          <a:off x="0" y="0"/>
          <a:ext cx="0" cy="0"/>
          <a:chOff x="0" y="0"/>
          <a:chExt cx="0" cy="0"/>
        </a:xfrm>
      </p:grpSpPr>
      <p:sp>
        <p:nvSpPr>
          <p:cNvPr id="78850" name="Rectangle 2">
            <a:extLst>
              <a:ext uri="{FF2B5EF4-FFF2-40B4-BE49-F238E27FC236}">
                <a16:creationId xmlns:a16="http://schemas.microsoft.com/office/drawing/2014/main" id="{5C9D0B0E-BC3E-6B06-211C-055FFCB779B1}"/>
              </a:ext>
            </a:extLst>
          </p:cNvPr>
          <p:cNvSpPr>
            <a:spLocks noGrp="1" noChangeArrowheads="1"/>
          </p:cNvSpPr>
          <p:nvPr>
            <p:ph type="title"/>
          </p:nvPr>
        </p:nvSpPr>
        <p:spPr>
          <a:xfrm>
            <a:off x="832862" y="397020"/>
            <a:ext cx="8281987" cy="646113"/>
          </a:xfrm>
        </p:spPr>
        <p:txBody>
          <a:bodyPr>
            <a:noAutofit/>
          </a:bodyPr>
          <a:lstStyle/>
          <a:p>
            <a:pPr eaLnBrk="1" hangingPunct="1"/>
            <a:r>
              <a:rPr lang="en-US" altLang="en-US" dirty="0"/>
              <a:t>Subnet Masks</a:t>
            </a:r>
            <a:endParaRPr lang="en-AU" altLang="en-US" dirty="0"/>
          </a:p>
        </p:txBody>
      </p:sp>
      <p:sp>
        <p:nvSpPr>
          <p:cNvPr id="78851" name="Rectangle 3">
            <a:extLst>
              <a:ext uri="{FF2B5EF4-FFF2-40B4-BE49-F238E27FC236}">
                <a16:creationId xmlns:a16="http://schemas.microsoft.com/office/drawing/2014/main" id="{5F4EB755-2A21-8A5F-974B-82F93D8357CA}"/>
              </a:ext>
            </a:extLst>
          </p:cNvPr>
          <p:cNvSpPr>
            <a:spLocks noGrp="1" noChangeArrowheads="1"/>
          </p:cNvSpPr>
          <p:nvPr>
            <p:ph type="body" idx="1"/>
          </p:nvPr>
        </p:nvSpPr>
        <p:spPr>
          <a:xfrm>
            <a:off x="644237" y="1253331"/>
            <a:ext cx="10515600" cy="4351338"/>
          </a:xfrm>
        </p:spPr>
        <p:txBody>
          <a:bodyPr/>
          <a:lstStyle/>
          <a:p>
            <a:r>
              <a:rPr lang="en-US" altLang="en-US" dirty="0"/>
              <a:t>Add another level to address/routing hierarchy: </a:t>
            </a:r>
            <a:r>
              <a:rPr lang="en-US" altLang="en-US" i="1" dirty="0"/>
              <a:t>subnet</a:t>
            </a:r>
          </a:p>
          <a:p>
            <a:r>
              <a:rPr lang="en-US" altLang="en-US" b="1" i="1" dirty="0"/>
              <a:t>Subnet masks </a:t>
            </a:r>
            <a:r>
              <a:rPr lang="en-US" altLang="en-US" dirty="0"/>
              <a:t>define variable partition of host part of class B and C addresses </a:t>
            </a:r>
          </a:p>
          <a:p>
            <a:r>
              <a:rPr lang="en-US" altLang="en-US" dirty="0"/>
              <a:t>Subnets visible only within site</a:t>
            </a:r>
          </a:p>
          <a:p>
            <a:pPr>
              <a:lnSpc>
                <a:spcPct val="85000"/>
              </a:lnSpc>
            </a:pPr>
            <a:endParaRPr lang="en-US" altLang="en-US" sz="18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p:txBody>
      </p:sp>
      <p:pic>
        <p:nvPicPr>
          <p:cNvPr id="78852" name="Picture 5" descr="f03-20-9780123850591 copy">
            <a:extLst>
              <a:ext uri="{FF2B5EF4-FFF2-40B4-BE49-F238E27FC236}">
                <a16:creationId xmlns:a16="http://schemas.microsoft.com/office/drawing/2014/main" id="{20FA5C30-C529-C518-6090-D384D5FCEC1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99693" y="3274292"/>
            <a:ext cx="4392613" cy="315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24870860"/>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5AA08D-FFEE-00FD-61CA-2EB37DED1065}"/>
            </a:ext>
          </a:extLst>
        </p:cNvPr>
        <p:cNvGrpSpPr/>
        <p:nvPr/>
      </p:nvGrpSpPr>
      <p:grpSpPr>
        <a:xfrm>
          <a:off x="0" y="0"/>
          <a:ext cx="0" cy="0"/>
          <a:chOff x="0" y="0"/>
          <a:chExt cx="0" cy="0"/>
        </a:xfrm>
      </p:grpSpPr>
      <p:sp>
        <p:nvSpPr>
          <p:cNvPr id="78850" name="Rectangle 2">
            <a:extLst>
              <a:ext uri="{FF2B5EF4-FFF2-40B4-BE49-F238E27FC236}">
                <a16:creationId xmlns:a16="http://schemas.microsoft.com/office/drawing/2014/main" id="{773F0C35-A160-48F1-A8F6-80592EB6C53B}"/>
              </a:ext>
            </a:extLst>
          </p:cNvPr>
          <p:cNvSpPr>
            <a:spLocks noGrp="1" noChangeArrowheads="1"/>
          </p:cNvSpPr>
          <p:nvPr>
            <p:ph type="title"/>
          </p:nvPr>
        </p:nvSpPr>
        <p:spPr>
          <a:xfrm>
            <a:off x="832862" y="397020"/>
            <a:ext cx="8281987" cy="646113"/>
          </a:xfrm>
        </p:spPr>
        <p:txBody>
          <a:bodyPr>
            <a:noAutofit/>
          </a:bodyPr>
          <a:lstStyle/>
          <a:p>
            <a:pPr eaLnBrk="1" hangingPunct="1"/>
            <a:r>
              <a:rPr lang="en-US" altLang="en-US" dirty="0"/>
              <a:t>Subnet Masks</a:t>
            </a:r>
            <a:endParaRPr lang="en-AU" altLang="en-US" dirty="0"/>
          </a:p>
        </p:txBody>
      </p:sp>
      <p:sp>
        <p:nvSpPr>
          <p:cNvPr id="78851" name="Rectangle 3">
            <a:extLst>
              <a:ext uri="{FF2B5EF4-FFF2-40B4-BE49-F238E27FC236}">
                <a16:creationId xmlns:a16="http://schemas.microsoft.com/office/drawing/2014/main" id="{531C1B02-1845-06DA-049F-49904FFB27AB}"/>
              </a:ext>
            </a:extLst>
          </p:cNvPr>
          <p:cNvSpPr>
            <a:spLocks noGrp="1" noChangeArrowheads="1"/>
          </p:cNvSpPr>
          <p:nvPr>
            <p:ph type="body" idx="1"/>
          </p:nvPr>
        </p:nvSpPr>
        <p:spPr>
          <a:xfrm>
            <a:off x="644237" y="1253331"/>
            <a:ext cx="10515600" cy="4351338"/>
          </a:xfrm>
        </p:spPr>
        <p:txBody>
          <a:bodyPr/>
          <a:lstStyle/>
          <a:p>
            <a:endParaRPr lang="en-US" altLang="en-US" dirty="0"/>
          </a:p>
          <a:p>
            <a:r>
              <a:rPr lang="en-US" altLang="en-US" dirty="0"/>
              <a:t>Let’s say the university request a class B network 178.124</a:t>
            </a:r>
          </a:p>
          <a:p>
            <a:pPr marL="130175" indent="0">
              <a:buNone/>
            </a:pPr>
            <a:endParaRPr lang="en-US" altLang="en-US" dirty="0"/>
          </a:p>
          <a:p>
            <a:r>
              <a:rPr lang="en-US" altLang="en-US" sz="2000" dirty="0"/>
              <a:t>Department 1’s subnetwork number: 178.124.1.0 and its subnet mask is 255.255.255.0</a:t>
            </a:r>
          </a:p>
          <a:p>
            <a:r>
              <a:rPr lang="en-US" altLang="en-US" sz="2000" dirty="0"/>
              <a:t>Department 2’s subnetwork number: 178.124.2.0 and its subnet mask is 255.255.255.0</a:t>
            </a:r>
          </a:p>
          <a:p>
            <a:pPr marL="130175" indent="0">
              <a:buNone/>
            </a:pPr>
            <a:r>
              <a:rPr lang="en-US" altLang="en-US" sz="2000" dirty="0"/>
              <a:t>                 …</a:t>
            </a:r>
          </a:p>
          <a:p>
            <a:r>
              <a:rPr lang="en-US" altLang="en-US" sz="2000" dirty="0"/>
              <a:t>Department  15’s subnetwork number: 178.124.15.0 and its subnet mask is 255.255.255.0</a:t>
            </a:r>
          </a:p>
          <a:p>
            <a:r>
              <a:rPr lang="en-US" altLang="en-US" sz="2000" dirty="0"/>
              <a:t>Department 16’s subnetwork number: 178.124.16.0 and its subnet mask is 255.255.255.0</a:t>
            </a:r>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p:txBody>
      </p:sp>
      <p:sp>
        <p:nvSpPr>
          <p:cNvPr id="2" name="Rectangle 1">
            <a:extLst>
              <a:ext uri="{FF2B5EF4-FFF2-40B4-BE49-F238E27FC236}">
                <a16:creationId xmlns:a16="http://schemas.microsoft.com/office/drawing/2014/main" id="{B8E23852-5FCF-5DAD-9C5B-57690C3E5401}"/>
              </a:ext>
            </a:extLst>
          </p:cNvPr>
          <p:cNvSpPr/>
          <p:nvPr/>
        </p:nvSpPr>
        <p:spPr>
          <a:xfrm>
            <a:off x="644237" y="3229049"/>
            <a:ext cx="10133691" cy="3224048"/>
          </a:xfrm>
          <a:prstGeom prst="rect">
            <a:avLst/>
          </a:prstGeom>
          <a:solidFill>
            <a:schemeClr val="bg1"/>
          </a:solid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zh-CN" dirty="0">
                <a:solidFill>
                  <a:schemeClr val="tx1"/>
                </a:solidFill>
              </a:rPr>
              <a:t>IP of </a:t>
            </a:r>
            <a:r>
              <a:rPr lang="en-US" dirty="0">
                <a:solidFill>
                  <a:schemeClr val="tx1"/>
                </a:solidFill>
              </a:rPr>
              <a:t>Host #1 in Department 1 is 178.124.1.1</a:t>
            </a:r>
          </a:p>
          <a:p>
            <a:r>
              <a:rPr lang="en-US" altLang="zh-CN" dirty="0">
                <a:solidFill>
                  <a:schemeClr val="tx1"/>
                </a:solidFill>
              </a:rPr>
              <a:t>IP of </a:t>
            </a:r>
            <a:r>
              <a:rPr lang="en-US" dirty="0">
                <a:solidFill>
                  <a:schemeClr val="tx1"/>
                </a:solidFill>
              </a:rPr>
              <a:t>Host #2 in Department 1 is 178.124.1.2</a:t>
            </a:r>
          </a:p>
          <a:p>
            <a:r>
              <a:rPr lang="en-US" dirty="0">
                <a:solidFill>
                  <a:schemeClr val="tx1"/>
                </a:solidFill>
              </a:rPr>
              <a:t>…</a:t>
            </a:r>
          </a:p>
          <a:p>
            <a:r>
              <a:rPr lang="en-US" altLang="zh-CN" dirty="0">
                <a:solidFill>
                  <a:schemeClr val="tx1"/>
                </a:solidFill>
              </a:rPr>
              <a:t>IP of </a:t>
            </a:r>
            <a:r>
              <a:rPr lang="en-US" dirty="0">
                <a:solidFill>
                  <a:schemeClr val="tx1"/>
                </a:solidFill>
              </a:rPr>
              <a:t>Host #253 in Department 1 is 178.124.1.253</a:t>
            </a:r>
          </a:p>
          <a:p>
            <a:r>
              <a:rPr lang="en-US" altLang="zh-CN" dirty="0">
                <a:solidFill>
                  <a:schemeClr val="tx1"/>
                </a:solidFill>
              </a:rPr>
              <a:t>IP of </a:t>
            </a:r>
            <a:r>
              <a:rPr lang="en-US" dirty="0">
                <a:solidFill>
                  <a:schemeClr val="tx1"/>
                </a:solidFill>
              </a:rPr>
              <a:t>Host #254 in Department 1 is 178.124.1.254</a:t>
            </a:r>
          </a:p>
          <a:p>
            <a:r>
              <a:rPr lang="en-US" dirty="0">
                <a:solidFill>
                  <a:schemeClr val="tx1"/>
                </a:solidFill>
              </a:rPr>
              <a:t> </a:t>
            </a:r>
          </a:p>
          <a:p>
            <a:r>
              <a:rPr lang="en-US" dirty="0">
                <a:solidFill>
                  <a:srgbClr val="FF0000"/>
                </a:solidFill>
              </a:rPr>
              <a:t>If performing bitwise AND between each host’s IP addresses and the subnet mask 255.255.255.0,  the subnet network address (i.e., subnet number) is always 178.124.1.0</a:t>
            </a:r>
          </a:p>
          <a:p>
            <a:endParaRPr lang="en-US" dirty="0">
              <a:solidFill>
                <a:srgbClr val="FF0000"/>
              </a:solidFill>
            </a:endParaRPr>
          </a:p>
          <a:p>
            <a:r>
              <a:rPr lang="en-US" dirty="0">
                <a:solidFill>
                  <a:srgbClr val="FF0000"/>
                </a:solidFill>
              </a:rPr>
              <a:t>Note: 178.124.1.0 is reserved for the subnet, and 178.124.1.255 is reserved for broadcasting! They are not used for host IP.</a:t>
            </a:r>
          </a:p>
          <a:p>
            <a:endParaRPr lang="en-US" dirty="0">
              <a:solidFill>
                <a:schemeClr val="tx1"/>
              </a:solidFill>
            </a:endParaRPr>
          </a:p>
        </p:txBody>
      </p:sp>
    </p:spTree>
    <p:extLst>
      <p:ext uri="{BB962C8B-B14F-4D97-AF65-F5344CB8AC3E}">
        <p14:creationId xmlns:p14="http://schemas.microsoft.com/office/powerpoint/2010/main" val="2279943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02A893-EE40-3074-0CE0-35E00C25A24D}"/>
            </a:ext>
          </a:extLst>
        </p:cNvPr>
        <p:cNvGrpSpPr/>
        <p:nvPr/>
      </p:nvGrpSpPr>
      <p:grpSpPr>
        <a:xfrm>
          <a:off x="0" y="0"/>
          <a:ext cx="0" cy="0"/>
          <a:chOff x="0" y="0"/>
          <a:chExt cx="0" cy="0"/>
        </a:xfrm>
      </p:grpSpPr>
      <p:sp>
        <p:nvSpPr>
          <p:cNvPr id="79874" name="Rectangle 2">
            <a:extLst>
              <a:ext uri="{FF2B5EF4-FFF2-40B4-BE49-F238E27FC236}">
                <a16:creationId xmlns:a16="http://schemas.microsoft.com/office/drawing/2014/main" id="{D180A402-B7A0-3853-2949-A0FB3A886D04}"/>
              </a:ext>
            </a:extLst>
          </p:cNvPr>
          <p:cNvSpPr>
            <a:spLocks noGrp="1" noChangeArrowheads="1"/>
          </p:cNvSpPr>
          <p:nvPr>
            <p:ph type="title"/>
          </p:nvPr>
        </p:nvSpPr>
        <p:spPr>
          <a:xfrm>
            <a:off x="638898" y="191688"/>
            <a:ext cx="8281987" cy="646113"/>
          </a:xfrm>
        </p:spPr>
        <p:txBody>
          <a:bodyPr>
            <a:noAutofit/>
          </a:bodyPr>
          <a:lstStyle/>
          <a:p>
            <a:pPr eaLnBrk="1" hangingPunct="1"/>
            <a:r>
              <a:rPr lang="en-US" altLang="en-US" dirty="0"/>
              <a:t>Subnetting</a:t>
            </a:r>
            <a:endParaRPr lang="en-AU" altLang="en-US" dirty="0"/>
          </a:p>
        </p:txBody>
      </p:sp>
      <p:sp>
        <p:nvSpPr>
          <p:cNvPr id="79875" name="Rectangle 3">
            <a:extLst>
              <a:ext uri="{FF2B5EF4-FFF2-40B4-BE49-F238E27FC236}">
                <a16:creationId xmlns:a16="http://schemas.microsoft.com/office/drawing/2014/main" id="{CAD5D7C2-B6C2-EAFF-DC9E-DD9FD84D596D}"/>
              </a:ext>
            </a:extLst>
          </p:cNvPr>
          <p:cNvSpPr>
            <a:spLocks noGrp="1" noChangeArrowheads="1"/>
          </p:cNvSpPr>
          <p:nvPr>
            <p:ph type="body" idx="1"/>
          </p:nvPr>
        </p:nvSpPr>
        <p:spPr>
          <a:xfrm>
            <a:off x="6968836" y="1817090"/>
            <a:ext cx="4995595" cy="644883"/>
          </a:xfrm>
        </p:spPr>
        <p:txBody>
          <a:bodyPr>
            <a:noAutofit/>
          </a:bodyPr>
          <a:lstStyle/>
          <a:p>
            <a:pPr>
              <a:lnSpc>
                <a:spcPct val="85000"/>
              </a:lnSpc>
            </a:pPr>
            <a:endParaRPr lang="en-US" altLang="en-US" dirty="0"/>
          </a:p>
          <a:p>
            <a:pPr>
              <a:lnSpc>
                <a:spcPct val="85000"/>
              </a:lnSpc>
            </a:pPr>
            <a:r>
              <a:rPr lang="en-US" altLang="en-US" dirty="0"/>
              <a:t>Forwarding Table at Router R1</a:t>
            </a:r>
          </a:p>
          <a:p>
            <a:pPr lvl="1" eaLnBrk="1" hangingPunct="1">
              <a:lnSpc>
                <a:spcPct val="90000"/>
              </a:lnSpc>
              <a:buFont typeface="Wingdings" panose="05000000000000000000" pitchFamily="2" charset="2"/>
              <a:buNone/>
            </a:pPr>
            <a:endParaRPr lang="en-US" altLang="en-US" sz="2800" dirty="0"/>
          </a:p>
          <a:p>
            <a:pPr lvl="1" eaLnBrk="1" hangingPunct="1">
              <a:lnSpc>
                <a:spcPct val="90000"/>
              </a:lnSpc>
              <a:buFont typeface="Wingdings" panose="05000000000000000000" pitchFamily="2" charset="2"/>
              <a:buNone/>
            </a:pPr>
            <a:endParaRPr lang="en-US" altLang="en-US" sz="2800" dirty="0"/>
          </a:p>
          <a:p>
            <a:pPr lvl="1" eaLnBrk="1" hangingPunct="1">
              <a:lnSpc>
                <a:spcPct val="90000"/>
              </a:lnSpc>
              <a:buFont typeface="Wingdings" panose="05000000000000000000" pitchFamily="2" charset="2"/>
              <a:buNone/>
            </a:pPr>
            <a:endParaRPr lang="en-US" altLang="en-US" sz="2800" dirty="0"/>
          </a:p>
          <a:p>
            <a:pPr lvl="1" eaLnBrk="1" hangingPunct="1">
              <a:lnSpc>
                <a:spcPct val="90000"/>
              </a:lnSpc>
              <a:buFont typeface="Wingdings" panose="05000000000000000000" pitchFamily="2" charset="2"/>
              <a:buNone/>
            </a:pPr>
            <a:endParaRPr lang="en-US" altLang="en-US" sz="2800" dirty="0"/>
          </a:p>
          <a:p>
            <a:pPr lvl="1" eaLnBrk="1" hangingPunct="1">
              <a:lnSpc>
                <a:spcPct val="90000"/>
              </a:lnSpc>
              <a:buFont typeface="Wingdings" panose="05000000000000000000" pitchFamily="2" charset="2"/>
              <a:buNone/>
            </a:pPr>
            <a:endParaRPr lang="en-US" altLang="en-US" sz="2800" dirty="0"/>
          </a:p>
          <a:p>
            <a:pPr lvl="1" eaLnBrk="1" hangingPunct="1">
              <a:lnSpc>
                <a:spcPct val="90000"/>
              </a:lnSpc>
              <a:buFont typeface="Wingdings" panose="05000000000000000000" pitchFamily="2" charset="2"/>
              <a:buNone/>
            </a:pPr>
            <a:endParaRPr lang="en-US" altLang="en-US" sz="2800" dirty="0"/>
          </a:p>
          <a:p>
            <a:pPr lvl="1" eaLnBrk="1" hangingPunct="1">
              <a:lnSpc>
                <a:spcPct val="90000"/>
              </a:lnSpc>
              <a:buFont typeface="Wingdings" panose="05000000000000000000" pitchFamily="2" charset="2"/>
              <a:buNone/>
            </a:pPr>
            <a:endParaRPr lang="en-US" altLang="en-US" sz="2800" dirty="0"/>
          </a:p>
          <a:p>
            <a:pPr lvl="1" eaLnBrk="1" hangingPunct="1">
              <a:lnSpc>
                <a:spcPct val="90000"/>
              </a:lnSpc>
              <a:buFont typeface="Wingdings" panose="05000000000000000000" pitchFamily="2" charset="2"/>
              <a:buNone/>
            </a:pPr>
            <a:endParaRPr lang="en-US" altLang="en-US" sz="2800" dirty="0"/>
          </a:p>
          <a:p>
            <a:pPr lvl="1" eaLnBrk="1" hangingPunct="1">
              <a:lnSpc>
                <a:spcPct val="90000"/>
              </a:lnSpc>
              <a:buFont typeface="Wingdings" panose="05000000000000000000" pitchFamily="2" charset="2"/>
              <a:buNone/>
            </a:pPr>
            <a:endParaRPr lang="en-US" altLang="en-US" sz="2800" dirty="0"/>
          </a:p>
          <a:p>
            <a:pPr lvl="1" eaLnBrk="1" hangingPunct="1">
              <a:lnSpc>
                <a:spcPct val="90000"/>
              </a:lnSpc>
              <a:buFont typeface="Wingdings" panose="05000000000000000000" pitchFamily="2" charset="2"/>
              <a:buNone/>
            </a:pPr>
            <a:endParaRPr lang="en-US" altLang="en-US" sz="2800" dirty="0"/>
          </a:p>
          <a:p>
            <a:pPr lvl="1" eaLnBrk="1" hangingPunct="1">
              <a:lnSpc>
                <a:spcPct val="90000"/>
              </a:lnSpc>
              <a:buFont typeface="Wingdings" panose="05000000000000000000" pitchFamily="2" charset="2"/>
              <a:buNone/>
            </a:pPr>
            <a:endParaRPr lang="en-US" altLang="en-US" sz="2800" dirty="0"/>
          </a:p>
        </p:txBody>
      </p:sp>
      <p:pic>
        <p:nvPicPr>
          <p:cNvPr id="79876" name="Picture 5" descr="f03-21-9780123850591 copy">
            <a:extLst>
              <a:ext uri="{FF2B5EF4-FFF2-40B4-BE49-F238E27FC236}">
                <a16:creationId xmlns:a16="http://schemas.microsoft.com/office/drawing/2014/main" id="{4624E1E6-DFB8-DADD-4D29-8283CAAB429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02782" y="1333966"/>
            <a:ext cx="5872090" cy="4589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877" name="Picture 8">
            <a:extLst>
              <a:ext uri="{FF2B5EF4-FFF2-40B4-BE49-F238E27FC236}">
                <a16:creationId xmlns:a16="http://schemas.microsoft.com/office/drawing/2014/main" id="{5CC34055-B182-0334-97E5-B442904BA7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62792" y="2808191"/>
            <a:ext cx="4701639" cy="1641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3" name="TextBox 2">
            <a:extLst>
              <a:ext uri="{FF2B5EF4-FFF2-40B4-BE49-F238E27FC236}">
                <a16:creationId xmlns:a16="http://schemas.microsoft.com/office/drawing/2014/main" id="{FE89061B-7F61-4496-AB9D-671B7BA71FFD}"/>
              </a:ext>
            </a:extLst>
          </p:cNvPr>
          <p:cNvSpPr txBox="1"/>
          <p:nvPr/>
        </p:nvSpPr>
        <p:spPr>
          <a:xfrm>
            <a:off x="5143500" y="4914899"/>
            <a:ext cx="7048501" cy="1754326"/>
          </a:xfrm>
          <a:prstGeom prst="rect">
            <a:avLst/>
          </a:prstGeom>
          <a:noFill/>
        </p:spPr>
        <p:txBody>
          <a:bodyPr wrap="square" rtlCol="0">
            <a:spAutoFit/>
          </a:bodyPr>
          <a:lstStyle/>
          <a:p>
            <a:pPr marL="285750" indent="-285750">
              <a:buFont typeface="Arial" panose="020B0604020202020204" pitchFamily="34" charset="0"/>
              <a:buChar char="•"/>
            </a:pPr>
            <a:r>
              <a:rPr lang="en-US" dirty="0"/>
              <a:t>The subnet 128.96.33.0/24 is not physically attached to R1. Therefore, R1 cannot send packets directly to this network through any of its local interfaces. </a:t>
            </a:r>
          </a:p>
          <a:p>
            <a:pPr marL="285750" indent="-285750">
              <a:buFont typeface="Arial" panose="020B0604020202020204" pitchFamily="34" charset="0"/>
              <a:buChar char="•"/>
            </a:pPr>
            <a:r>
              <a:rPr lang="en-US" dirty="0"/>
              <a:t>For packets destined to 128.96.33.0/24, R1 must forward them to another router that does have a direct connection to that subnet. In this case, Router R2 is the gateway for the 128.96.33.0/24 network.</a:t>
            </a:r>
          </a:p>
        </p:txBody>
      </p:sp>
      <p:sp>
        <p:nvSpPr>
          <p:cNvPr id="4" name="Rectangle 3">
            <a:extLst>
              <a:ext uri="{FF2B5EF4-FFF2-40B4-BE49-F238E27FC236}">
                <a16:creationId xmlns:a16="http://schemas.microsoft.com/office/drawing/2014/main" id="{2860092D-5EB4-80D7-23A0-A538C1AA936E}"/>
              </a:ext>
            </a:extLst>
          </p:cNvPr>
          <p:cNvSpPr/>
          <p:nvPr/>
        </p:nvSpPr>
        <p:spPr>
          <a:xfrm>
            <a:off x="7262792" y="4033157"/>
            <a:ext cx="4701639" cy="362871"/>
          </a:xfrm>
          <a:prstGeom prst="rect">
            <a:avLst/>
          </a:prstGeom>
          <a:noFill/>
          <a:ln w="381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 name="Straight Arrow Connector 5">
            <a:extLst>
              <a:ext uri="{FF2B5EF4-FFF2-40B4-BE49-F238E27FC236}">
                <a16:creationId xmlns:a16="http://schemas.microsoft.com/office/drawing/2014/main" id="{0CE705CE-FEA9-174E-BBD8-3F8D7A20776B}"/>
              </a:ext>
            </a:extLst>
          </p:cNvPr>
          <p:cNvCxnSpPr>
            <a:stCxn id="79877" idx="2"/>
          </p:cNvCxnSpPr>
          <p:nvPr/>
        </p:nvCxnSpPr>
        <p:spPr>
          <a:xfrm flipH="1">
            <a:off x="8920885" y="4449661"/>
            <a:ext cx="692727" cy="465238"/>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 name="Rectangle 1">
            <a:extLst>
              <a:ext uri="{FF2B5EF4-FFF2-40B4-BE49-F238E27FC236}">
                <a16:creationId xmlns:a16="http://schemas.microsoft.com/office/drawing/2014/main" id="{B4712236-4FAF-D9EF-9B29-184617A0ABD4}"/>
              </a:ext>
            </a:extLst>
          </p:cNvPr>
          <p:cNvSpPr/>
          <p:nvPr/>
        </p:nvSpPr>
        <p:spPr>
          <a:xfrm>
            <a:off x="2595814" y="2288864"/>
            <a:ext cx="1543050" cy="3462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tx1"/>
                </a:solidFill>
              </a:rPr>
              <a:t>Interface 0</a:t>
            </a:r>
          </a:p>
        </p:txBody>
      </p:sp>
      <p:sp>
        <p:nvSpPr>
          <p:cNvPr id="5" name="Rectangle 4">
            <a:extLst>
              <a:ext uri="{FF2B5EF4-FFF2-40B4-BE49-F238E27FC236}">
                <a16:creationId xmlns:a16="http://schemas.microsoft.com/office/drawing/2014/main" id="{D15C9CA0-F227-51C7-7A2C-9A0976EC1E8C}"/>
              </a:ext>
            </a:extLst>
          </p:cNvPr>
          <p:cNvSpPr/>
          <p:nvPr/>
        </p:nvSpPr>
        <p:spPr>
          <a:xfrm>
            <a:off x="2595814" y="2877763"/>
            <a:ext cx="1543050" cy="3462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tx1"/>
                </a:solidFill>
              </a:rPr>
              <a:t>Interface 1</a:t>
            </a:r>
          </a:p>
        </p:txBody>
      </p:sp>
    </p:spTree>
    <p:extLst>
      <p:ext uri="{BB962C8B-B14F-4D97-AF65-F5344CB8AC3E}">
        <p14:creationId xmlns:p14="http://schemas.microsoft.com/office/powerpoint/2010/main" val="1976039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1000"/>
                                        <p:tgtEl>
                                          <p:spTgt spid="6"/>
                                        </p:tgtEl>
                                      </p:cBhvr>
                                    </p:animEffect>
                                    <p:anim calcmode="lin" valueType="num">
                                      <p:cBhvr>
                                        <p:cTn id="13" dur="1000" fill="hold"/>
                                        <p:tgtEl>
                                          <p:spTgt spid="6"/>
                                        </p:tgtEl>
                                        <p:attrNameLst>
                                          <p:attrName>ppt_x</p:attrName>
                                        </p:attrNameLst>
                                      </p:cBhvr>
                                      <p:tavLst>
                                        <p:tav tm="0">
                                          <p:val>
                                            <p:strVal val="#ppt_x"/>
                                          </p:val>
                                        </p:tav>
                                        <p:tav tm="100000">
                                          <p:val>
                                            <p:strVal val="#ppt_x"/>
                                          </p:val>
                                        </p:tav>
                                      </p:tavLst>
                                    </p:anim>
                                    <p:anim calcmode="lin" valueType="num">
                                      <p:cBhvr>
                                        <p:cTn id="14" dur="1000" fill="hold"/>
                                        <p:tgtEl>
                                          <p:spTgt spid="6"/>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1000"/>
                                        <p:tgtEl>
                                          <p:spTgt spid="3"/>
                                        </p:tgtEl>
                                      </p:cBhvr>
                                    </p:animEffect>
                                    <p:anim calcmode="lin" valueType="num">
                                      <p:cBhvr>
                                        <p:cTn id="18" dur="1000" fill="hold"/>
                                        <p:tgtEl>
                                          <p:spTgt spid="3"/>
                                        </p:tgtEl>
                                        <p:attrNameLst>
                                          <p:attrName>ppt_x</p:attrName>
                                        </p:attrNameLst>
                                      </p:cBhvr>
                                      <p:tavLst>
                                        <p:tav tm="0">
                                          <p:val>
                                            <p:strVal val="#ppt_x"/>
                                          </p:val>
                                        </p:tav>
                                        <p:tav tm="100000">
                                          <p:val>
                                            <p:strVal val="#ppt_x"/>
                                          </p:val>
                                        </p:tav>
                                      </p:tavLst>
                                    </p:anim>
                                    <p:anim calcmode="lin" valueType="num">
                                      <p:cBhvr>
                                        <p:cTn id="1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Rectangle 2">
            <a:extLst>
              <a:ext uri="{FF2B5EF4-FFF2-40B4-BE49-F238E27FC236}">
                <a16:creationId xmlns:a16="http://schemas.microsoft.com/office/drawing/2014/main" id="{ECF80D70-040A-1F87-4959-4585C058B900}"/>
              </a:ext>
            </a:extLst>
          </p:cNvPr>
          <p:cNvSpPr>
            <a:spLocks noGrp="1" noChangeArrowheads="1"/>
          </p:cNvSpPr>
          <p:nvPr>
            <p:ph type="title"/>
          </p:nvPr>
        </p:nvSpPr>
        <p:spPr>
          <a:xfrm>
            <a:off x="597335" y="646907"/>
            <a:ext cx="8281987" cy="646113"/>
          </a:xfrm>
        </p:spPr>
        <p:txBody>
          <a:bodyPr>
            <a:noAutofit/>
          </a:bodyPr>
          <a:lstStyle/>
          <a:p>
            <a:pPr eaLnBrk="1" hangingPunct="1"/>
            <a:r>
              <a:rPr lang="en-US" altLang="en-US" dirty="0">
                <a:solidFill>
                  <a:srgbClr val="C00000"/>
                </a:solidFill>
              </a:rPr>
              <a:t>Classless</a:t>
            </a:r>
            <a:r>
              <a:rPr lang="en-US" altLang="en-US" dirty="0"/>
              <a:t> Addressing</a:t>
            </a:r>
            <a:endParaRPr lang="en-AU" altLang="en-US" dirty="0"/>
          </a:p>
        </p:txBody>
      </p:sp>
      <p:sp>
        <p:nvSpPr>
          <p:cNvPr id="82947" name="Rectangle 3">
            <a:extLst>
              <a:ext uri="{FF2B5EF4-FFF2-40B4-BE49-F238E27FC236}">
                <a16:creationId xmlns:a16="http://schemas.microsoft.com/office/drawing/2014/main" id="{21F09DFD-5A06-4461-2229-56CE2E51934E}"/>
              </a:ext>
            </a:extLst>
          </p:cNvPr>
          <p:cNvSpPr>
            <a:spLocks noGrp="1" noChangeArrowheads="1"/>
          </p:cNvSpPr>
          <p:nvPr>
            <p:ph type="body" idx="1"/>
          </p:nvPr>
        </p:nvSpPr>
        <p:spPr>
          <a:xfrm>
            <a:off x="838200" y="1724026"/>
            <a:ext cx="10515600" cy="4856655"/>
          </a:xfrm>
        </p:spPr>
        <p:txBody>
          <a:bodyPr>
            <a:normAutofit/>
          </a:bodyPr>
          <a:lstStyle/>
          <a:p>
            <a:r>
              <a:rPr lang="en-US" altLang="en-US" sz="3600" dirty="0"/>
              <a:t>Address assignment efficiency</a:t>
            </a:r>
          </a:p>
          <a:p>
            <a:pPr lvl="1"/>
            <a:r>
              <a:rPr lang="en-US" altLang="en-US" sz="3200" dirty="0"/>
              <a:t>Arises because of the IP address structure with class A, B, and C addresses</a:t>
            </a:r>
          </a:p>
          <a:p>
            <a:pPr lvl="1"/>
            <a:r>
              <a:rPr lang="en-US" altLang="en-US" sz="3200" dirty="0"/>
              <a:t>Forces us to hand out network address space in fixed-size chunks of three very different sizes</a:t>
            </a:r>
          </a:p>
          <a:p>
            <a:pPr lvl="2"/>
            <a:r>
              <a:rPr lang="en-US" altLang="en-US" sz="2800" dirty="0"/>
              <a:t>A network with two hosts needs a class C address</a:t>
            </a:r>
          </a:p>
          <a:p>
            <a:pPr lvl="3"/>
            <a:r>
              <a:rPr lang="en-US" altLang="en-US" sz="2000" dirty="0"/>
              <a:t>Address assignment efficiency = 2/255 = 0.0078 (</a:t>
            </a:r>
            <a:r>
              <a:rPr lang="en-US" altLang="en-US" sz="2000" dirty="0">
                <a:solidFill>
                  <a:srgbClr val="FF0000"/>
                </a:solidFill>
              </a:rPr>
              <a:t>bad</a:t>
            </a:r>
            <a:r>
              <a:rPr lang="en-US" altLang="en-US" sz="2000" dirty="0"/>
              <a:t>)</a:t>
            </a:r>
          </a:p>
          <a:p>
            <a:pPr lvl="2"/>
            <a:r>
              <a:rPr lang="en-US" altLang="en-US" sz="2800" dirty="0"/>
              <a:t>A network with 4096 (=254 * 16 departments) hosts needs a class B address</a:t>
            </a:r>
          </a:p>
          <a:p>
            <a:pPr lvl="3"/>
            <a:r>
              <a:rPr lang="en-US" altLang="en-US" sz="2000" dirty="0"/>
              <a:t>Address assignment efficiency = 4096/65535 = 0.063 (</a:t>
            </a:r>
            <a:r>
              <a:rPr lang="en-US" altLang="en-US" sz="2000" dirty="0">
                <a:solidFill>
                  <a:srgbClr val="FF0000"/>
                </a:solidFill>
              </a:rPr>
              <a:t>bad</a:t>
            </a:r>
            <a:r>
              <a:rPr lang="en-US" altLang="en-US" sz="2000" dirty="0"/>
              <a:t>)</a:t>
            </a:r>
          </a:p>
          <a:p>
            <a:pPr>
              <a:buNone/>
            </a:pPr>
            <a:endParaRPr lang="en-US" altLang="en-US" sz="2400" dirty="0"/>
          </a:p>
          <a:p>
            <a:pPr>
              <a:buNone/>
            </a:pPr>
            <a:endParaRPr lang="en-US" altLang="en-US" sz="2400" dirty="0"/>
          </a:p>
          <a:p>
            <a:pPr>
              <a:buNone/>
            </a:pPr>
            <a:endParaRPr lang="en-US" altLang="en-US" sz="2400" dirty="0"/>
          </a:p>
          <a:p>
            <a:pPr>
              <a:buNone/>
            </a:pPr>
            <a:endParaRPr lang="en-US" altLang="en-US" sz="2400" dirty="0"/>
          </a:p>
          <a:p>
            <a:pPr>
              <a:buNone/>
            </a:pPr>
            <a:endParaRPr lang="en-US" altLang="en-US" sz="2400" dirty="0"/>
          </a:p>
          <a:p>
            <a:pPr>
              <a:buNone/>
            </a:pPr>
            <a:endParaRPr lang="en-US" altLang="en-US" sz="2400" dirty="0"/>
          </a:p>
          <a:p>
            <a:pPr>
              <a:buNone/>
            </a:pPr>
            <a:endParaRPr lang="en-US" altLang="en-US" sz="2400" dirty="0"/>
          </a:p>
          <a:p>
            <a:pPr>
              <a:buNone/>
            </a:pPr>
            <a:endParaRPr lang="en-US" altLang="en-US" sz="2400" dirty="0"/>
          </a:p>
          <a:p>
            <a:pPr>
              <a:buNone/>
            </a:pPr>
            <a:endParaRPr lang="en-US" altLang="en-US" sz="2400" dirty="0"/>
          </a:p>
          <a:p>
            <a:pPr>
              <a:buNone/>
            </a:pPr>
            <a:endParaRPr lang="en-US" altLang="en-US" sz="2400" dirty="0"/>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2">
            <a:extLst>
              <a:ext uri="{FF2B5EF4-FFF2-40B4-BE49-F238E27FC236}">
                <a16:creationId xmlns:a16="http://schemas.microsoft.com/office/drawing/2014/main" id="{2D18C551-18B2-9A76-C306-B7CDE5A223AB}"/>
              </a:ext>
            </a:extLst>
          </p:cNvPr>
          <p:cNvSpPr>
            <a:spLocks noGrp="1" noChangeArrowheads="1"/>
          </p:cNvSpPr>
          <p:nvPr>
            <p:ph type="title"/>
          </p:nvPr>
        </p:nvSpPr>
        <p:spPr>
          <a:xfrm>
            <a:off x="838200" y="459578"/>
            <a:ext cx="8281987" cy="646113"/>
          </a:xfrm>
        </p:spPr>
        <p:txBody>
          <a:bodyPr>
            <a:noAutofit/>
          </a:bodyPr>
          <a:lstStyle/>
          <a:p>
            <a:pPr eaLnBrk="1" hangingPunct="1"/>
            <a:r>
              <a:rPr lang="en-US" altLang="en-US" dirty="0"/>
              <a:t>Classless Addressing</a:t>
            </a:r>
            <a:endParaRPr lang="en-AU" altLang="en-US" dirty="0"/>
          </a:p>
        </p:txBody>
      </p:sp>
      <p:sp>
        <p:nvSpPr>
          <p:cNvPr id="83971" name="Rectangle 3">
            <a:extLst>
              <a:ext uri="{FF2B5EF4-FFF2-40B4-BE49-F238E27FC236}">
                <a16:creationId xmlns:a16="http://schemas.microsoft.com/office/drawing/2014/main" id="{5E93109A-8F5C-D6A2-62A3-854E55D51868}"/>
              </a:ext>
            </a:extLst>
          </p:cNvPr>
          <p:cNvSpPr>
            <a:spLocks noGrp="1" noChangeArrowheads="1"/>
          </p:cNvSpPr>
          <p:nvPr>
            <p:ph type="body" idx="1"/>
          </p:nvPr>
        </p:nvSpPr>
        <p:spPr>
          <a:xfrm>
            <a:off x="838200" y="1516209"/>
            <a:ext cx="10515600" cy="4351338"/>
          </a:xfrm>
        </p:spPr>
        <p:txBody>
          <a:bodyPr>
            <a:normAutofit/>
          </a:bodyPr>
          <a:lstStyle/>
          <a:p>
            <a:r>
              <a:rPr lang="en-US" altLang="en-US" sz="3200" dirty="0"/>
              <a:t>Exhaustion of IP address space centers on exhaustion of the class B network numbers</a:t>
            </a:r>
          </a:p>
          <a:p>
            <a:r>
              <a:rPr lang="en-US" altLang="en-US" sz="3200" dirty="0"/>
              <a:t>Solution</a:t>
            </a:r>
          </a:p>
          <a:p>
            <a:pPr lvl="1"/>
            <a:r>
              <a:rPr lang="en-US" altLang="en-US" sz="2800" dirty="0"/>
              <a:t>Say “NO” to any organizations that requests a class B address unless they can show a need for something close to 64K addresses</a:t>
            </a:r>
          </a:p>
          <a:p>
            <a:pPr lvl="1"/>
            <a:r>
              <a:rPr lang="en-US" altLang="en-US" sz="2800" dirty="0"/>
              <a:t>Instead give them an appropriate number of class C addresses</a:t>
            </a:r>
          </a:p>
          <a:p>
            <a:pPr lvl="1"/>
            <a:r>
              <a:rPr lang="en-US" altLang="en-US" sz="2800" dirty="0"/>
              <a:t>For any organizations with at least 256 hosts, we can guarantee an address space utilization of at least 50% (</a:t>
            </a:r>
            <a:r>
              <a:rPr lang="en-US" altLang="en-US" sz="2800" dirty="0">
                <a:solidFill>
                  <a:srgbClr val="FF0000"/>
                </a:solidFill>
              </a:rPr>
              <a:t>good</a:t>
            </a:r>
            <a:r>
              <a:rPr lang="en-US" altLang="en-US" sz="2800" dirty="0"/>
              <a:t>)</a:t>
            </a:r>
          </a:p>
          <a:p>
            <a:r>
              <a:rPr lang="en-US" altLang="en-US" sz="3200" dirty="0"/>
              <a:t>What is the problem with this solution?</a:t>
            </a:r>
            <a:endParaRPr lang="en-US" altLang="en-US" dirty="0"/>
          </a:p>
          <a:p>
            <a:pPr lvl="1" eaLnBrk="1" hangingPunct="1">
              <a:lnSpc>
                <a:spcPct val="90000"/>
              </a:lnSpc>
              <a:buFont typeface="Wingdings" panose="05000000000000000000" pitchFamily="2" charset="2"/>
              <a:buNone/>
            </a:pPr>
            <a:endParaRPr lang="en-US" altLang="en-US" sz="2800" dirty="0"/>
          </a:p>
          <a:p>
            <a:pPr lvl="1" eaLnBrk="1" hangingPunct="1">
              <a:lnSpc>
                <a:spcPct val="90000"/>
              </a:lnSpc>
              <a:buFont typeface="Wingdings" panose="05000000000000000000" pitchFamily="2" charset="2"/>
              <a:buNone/>
            </a:pPr>
            <a:endParaRPr lang="en-US" altLang="en-US" sz="2800" dirty="0"/>
          </a:p>
          <a:p>
            <a:pPr lvl="1" eaLnBrk="1" hangingPunct="1">
              <a:lnSpc>
                <a:spcPct val="90000"/>
              </a:lnSpc>
              <a:buFont typeface="Wingdings" panose="05000000000000000000" pitchFamily="2" charset="2"/>
              <a:buNone/>
            </a:pPr>
            <a:endParaRPr lang="en-US" altLang="en-US" sz="2800" dirty="0"/>
          </a:p>
          <a:p>
            <a:pPr lvl="1" eaLnBrk="1" hangingPunct="1">
              <a:lnSpc>
                <a:spcPct val="90000"/>
              </a:lnSpc>
              <a:buFont typeface="Wingdings" panose="05000000000000000000" pitchFamily="2" charset="2"/>
              <a:buNone/>
            </a:pPr>
            <a:endParaRPr lang="en-US" altLang="en-US" sz="2800" dirty="0"/>
          </a:p>
          <a:p>
            <a:pPr lvl="1" eaLnBrk="1" hangingPunct="1">
              <a:lnSpc>
                <a:spcPct val="90000"/>
              </a:lnSpc>
              <a:buFont typeface="Wingdings" panose="05000000000000000000" pitchFamily="2" charset="2"/>
              <a:buNone/>
            </a:pPr>
            <a:endParaRPr lang="en-US" altLang="en-US" sz="2800" dirty="0"/>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a:extLst>
              <a:ext uri="{FF2B5EF4-FFF2-40B4-BE49-F238E27FC236}">
                <a16:creationId xmlns:a16="http://schemas.microsoft.com/office/drawing/2014/main" id="{191042ED-2242-33C2-96D4-95B6760DC004}"/>
              </a:ext>
            </a:extLst>
          </p:cNvPr>
          <p:cNvSpPr>
            <a:spLocks noGrp="1" noChangeArrowheads="1"/>
          </p:cNvSpPr>
          <p:nvPr>
            <p:ph type="title"/>
          </p:nvPr>
        </p:nvSpPr>
        <p:spPr>
          <a:xfrm>
            <a:off x="838200" y="459578"/>
            <a:ext cx="8281987" cy="646113"/>
          </a:xfrm>
        </p:spPr>
        <p:txBody>
          <a:bodyPr>
            <a:noAutofit/>
          </a:bodyPr>
          <a:lstStyle/>
          <a:p>
            <a:pPr eaLnBrk="1" hangingPunct="1"/>
            <a:r>
              <a:rPr lang="en-US" altLang="en-US" dirty="0"/>
              <a:t>Classless Addressing</a:t>
            </a:r>
            <a:endParaRPr lang="en-AU" altLang="en-US" dirty="0"/>
          </a:p>
        </p:txBody>
      </p:sp>
      <p:sp>
        <p:nvSpPr>
          <p:cNvPr id="84995" name="Rectangle 3">
            <a:extLst>
              <a:ext uri="{FF2B5EF4-FFF2-40B4-BE49-F238E27FC236}">
                <a16:creationId xmlns:a16="http://schemas.microsoft.com/office/drawing/2014/main" id="{CC487815-AC0C-C9CF-76E1-E7DA012E1E6F}"/>
              </a:ext>
            </a:extLst>
          </p:cNvPr>
          <p:cNvSpPr>
            <a:spLocks noGrp="1" noChangeArrowheads="1"/>
          </p:cNvSpPr>
          <p:nvPr>
            <p:ph type="body" idx="1"/>
          </p:nvPr>
        </p:nvSpPr>
        <p:spPr>
          <a:xfrm>
            <a:off x="838200" y="1419227"/>
            <a:ext cx="10515600" cy="4351338"/>
          </a:xfrm>
        </p:spPr>
        <p:txBody>
          <a:bodyPr>
            <a:normAutofit fontScale="85000" lnSpcReduction="20000"/>
          </a:bodyPr>
          <a:lstStyle/>
          <a:p>
            <a:pPr>
              <a:lnSpc>
                <a:spcPct val="90000"/>
              </a:lnSpc>
            </a:pPr>
            <a:r>
              <a:rPr lang="en-US" altLang="en-US" sz="3200" dirty="0"/>
              <a:t>Problem with this solution</a:t>
            </a:r>
          </a:p>
          <a:p>
            <a:pPr lvl="1">
              <a:lnSpc>
                <a:spcPct val="90000"/>
              </a:lnSpc>
            </a:pPr>
            <a:r>
              <a:rPr lang="en-US" altLang="en-US" sz="2800" dirty="0"/>
              <a:t>Excessive storage requirement at the routers.</a:t>
            </a:r>
          </a:p>
          <a:p>
            <a:pPr>
              <a:lnSpc>
                <a:spcPct val="90000"/>
              </a:lnSpc>
            </a:pPr>
            <a:r>
              <a:rPr lang="en-US" altLang="en-US" sz="3200" dirty="0"/>
              <a:t>If a single organization has, say 16 class C network numbers assigned to it </a:t>
            </a:r>
          </a:p>
          <a:p>
            <a:pPr lvl="1">
              <a:lnSpc>
                <a:spcPct val="90000"/>
              </a:lnSpc>
            </a:pPr>
            <a:r>
              <a:rPr lang="en-US" altLang="en-US" sz="2800" dirty="0"/>
              <a:t>Every Internet backbone router needs 16 entries in its routing tables for that organization (</a:t>
            </a:r>
            <a:r>
              <a:rPr lang="en-US" altLang="en-US" sz="2800" dirty="0">
                <a:solidFill>
                  <a:srgbClr val="FF0000"/>
                </a:solidFill>
              </a:rPr>
              <a:t>bad</a:t>
            </a:r>
            <a:r>
              <a:rPr lang="en-US" altLang="en-US" sz="2800" dirty="0"/>
              <a:t>) </a:t>
            </a:r>
          </a:p>
          <a:p>
            <a:pPr lvl="1">
              <a:lnSpc>
                <a:spcPct val="90000"/>
              </a:lnSpc>
            </a:pPr>
            <a:r>
              <a:rPr lang="en-US" altLang="en-US" sz="2800" dirty="0"/>
              <a:t>This is true, even if the path to every one of these networks is the same</a:t>
            </a:r>
          </a:p>
          <a:p>
            <a:pPr lvl="1">
              <a:lnSpc>
                <a:spcPct val="90000"/>
              </a:lnSpc>
            </a:pPr>
            <a:r>
              <a:rPr lang="en-US" altLang="en-US" sz="2800" dirty="0"/>
              <a:t>For example, each Class C network (e.g., 172.13.1.0/24, 192.1.2.0/24, ... 10.75.16.0/24) would need its own separate entry, even if they belonged to the same organization.</a:t>
            </a:r>
          </a:p>
          <a:p>
            <a:r>
              <a:rPr lang="en-US" altLang="en-US" sz="3200" dirty="0"/>
              <a:t>If we had assigned a class B network to the organization</a:t>
            </a:r>
          </a:p>
          <a:p>
            <a:pPr lvl="1">
              <a:lnSpc>
                <a:spcPct val="90000"/>
              </a:lnSpc>
            </a:pPr>
            <a:r>
              <a:rPr lang="en-US" altLang="en-US" sz="2800" dirty="0"/>
              <a:t>The same routing information can be stored in one entry (</a:t>
            </a:r>
            <a:r>
              <a:rPr lang="en-US" altLang="en-US" sz="2800" dirty="0">
                <a:solidFill>
                  <a:srgbClr val="FF0000"/>
                </a:solidFill>
              </a:rPr>
              <a:t>good</a:t>
            </a:r>
            <a:r>
              <a:rPr lang="en-US" altLang="en-US" sz="2800" dirty="0"/>
              <a:t>)</a:t>
            </a:r>
          </a:p>
          <a:p>
            <a:pPr lvl="1">
              <a:lnSpc>
                <a:spcPct val="90000"/>
              </a:lnSpc>
            </a:pPr>
            <a:r>
              <a:rPr lang="en-US" altLang="en-US" sz="2800" dirty="0"/>
              <a:t>Efficiency = 16 × 254 / 65, 534 = 6.2% (</a:t>
            </a:r>
            <a:r>
              <a:rPr lang="en-US" altLang="en-US" sz="2800" dirty="0">
                <a:solidFill>
                  <a:srgbClr val="FF0000"/>
                </a:solidFill>
              </a:rPr>
              <a:t>bad</a:t>
            </a:r>
            <a:r>
              <a:rPr lang="en-US" altLang="en-US" sz="2800" dirty="0"/>
              <a:t>)</a:t>
            </a: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Rectangle 2">
            <a:extLst>
              <a:ext uri="{FF2B5EF4-FFF2-40B4-BE49-F238E27FC236}">
                <a16:creationId xmlns:a16="http://schemas.microsoft.com/office/drawing/2014/main" id="{2F67FF35-E23C-4D9B-D203-0FEB3E56CAE1}"/>
              </a:ext>
            </a:extLst>
          </p:cNvPr>
          <p:cNvSpPr>
            <a:spLocks noGrp="1" noChangeArrowheads="1"/>
          </p:cNvSpPr>
          <p:nvPr>
            <p:ph type="title"/>
          </p:nvPr>
        </p:nvSpPr>
        <p:spPr>
          <a:xfrm>
            <a:off x="999116" y="936181"/>
            <a:ext cx="8281987" cy="646113"/>
          </a:xfrm>
        </p:spPr>
        <p:txBody>
          <a:bodyPr>
            <a:noAutofit/>
          </a:bodyPr>
          <a:lstStyle/>
          <a:p>
            <a:pPr eaLnBrk="1" hangingPunct="1"/>
            <a:r>
              <a:rPr lang="en-US" altLang="en-US" dirty="0"/>
              <a:t>CIDR: </a:t>
            </a:r>
            <a:r>
              <a:rPr lang="en-US" altLang="en-US" dirty="0">
                <a:solidFill>
                  <a:srgbClr val="C00000"/>
                </a:solidFill>
              </a:rPr>
              <a:t>Classless</a:t>
            </a:r>
            <a:r>
              <a:rPr lang="en-US" altLang="en-US" dirty="0"/>
              <a:t> Inter Domain Routing</a:t>
            </a:r>
            <a:br>
              <a:rPr lang="en-US" altLang="en-US" dirty="0"/>
            </a:br>
            <a:r>
              <a:rPr lang="en-US" altLang="en-US" dirty="0"/>
              <a:t> (pronounced “cider”)</a:t>
            </a:r>
            <a:br>
              <a:rPr lang="en-US" altLang="en-US" dirty="0"/>
            </a:br>
            <a:endParaRPr lang="en-AU" altLang="en-US" dirty="0"/>
          </a:p>
        </p:txBody>
      </p:sp>
      <p:sp>
        <p:nvSpPr>
          <p:cNvPr id="86019" name="Rectangle 3">
            <a:extLst>
              <a:ext uri="{FF2B5EF4-FFF2-40B4-BE49-F238E27FC236}">
                <a16:creationId xmlns:a16="http://schemas.microsoft.com/office/drawing/2014/main" id="{BFEB9821-9B58-34D2-C46B-DB945305B49F}"/>
              </a:ext>
            </a:extLst>
          </p:cNvPr>
          <p:cNvSpPr>
            <a:spLocks noGrp="1" noChangeArrowheads="1"/>
          </p:cNvSpPr>
          <p:nvPr>
            <p:ph type="body" idx="1"/>
          </p:nvPr>
        </p:nvSpPr>
        <p:spPr>
          <a:xfrm>
            <a:off x="838200" y="1834195"/>
            <a:ext cx="10515600" cy="4351338"/>
          </a:xfrm>
        </p:spPr>
        <p:txBody>
          <a:bodyPr>
            <a:normAutofit fontScale="92500"/>
          </a:bodyPr>
          <a:lstStyle/>
          <a:p>
            <a:r>
              <a:rPr lang="en-US" altLang="en-US" sz="3200" dirty="0"/>
              <a:t>CIDR tries to balance two goals:</a:t>
            </a:r>
          </a:p>
          <a:p>
            <a:pPr lvl="1"/>
            <a:r>
              <a:rPr lang="en-US" altLang="en-US" sz="2800" dirty="0"/>
              <a:t>Minimize the number of routing table entries that routers must store</a:t>
            </a:r>
          </a:p>
          <a:p>
            <a:pPr lvl="1"/>
            <a:r>
              <a:rPr lang="en-US" altLang="en-US" sz="2800" dirty="0"/>
              <a:t>Allocate IP address space efficiently</a:t>
            </a:r>
          </a:p>
          <a:p>
            <a:pPr lvl="1"/>
            <a:endParaRPr lang="en-US" altLang="en-US" sz="2800" dirty="0"/>
          </a:p>
          <a:p>
            <a:r>
              <a:rPr lang="en-US" altLang="en-US" sz="3200" dirty="0"/>
              <a:t>CIDR uses aggregate routes</a:t>
            </a:r>
          </a:p>
          <a:p>
            <a:pPr lvl="1"/>
            <a:r>
              <a:rPr lang="en-US" altLang="en-US" sz="2800" dirty="0"/>
              <a:t>A single routing table entry can represent many contiguous networks</a:t>
            </a:r>
          </a:p>
          <a:p>
            <a:pPr lvl="1"/>
            <a:r>
              <a:rPr lang="en-US" altLang="en-US" sz="2800" dirty="0"/>
              <a:t>This reduces routing table size in Internet routers</a:t>
            </a:r>
          </a:p>
          <a:p>
            <a:pPr lvl="1"/>
            <a:r>
              <a:rPr lang="en-US" altLang="en-US" sz="2800" dirty="0"/>
              <a:t>Breaks the rigid boundaries of classful addressing (no longer limited to /8, /16, /24)</a:t>
            </a: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2">
            <a:extLst>
              <a:ext uri="{FF2B5EF4-FFF2-40B4-BE49-F238E27FC236}">
                <a16:creationId xmlns:a16="http://schemas.microsoft.com/office/drawing/2014/main" id="{079FAE48-5CDE-3F6C-AAD7-0AB7EE15C521}"/>
              </a:ext>
            </a:extLst>
          </p:cNvPr>
          <p:cNvSpPr>
            <a:spLocks noGrp="1" noChangeArrowheads="1"/>
          </p:cNvSpPr>
          <p:nvPr>
            <p:ph type="title"/>
          </p:nvPr>
        </p:nvSpPr>
        <p:spPr>
          <a:xfrm>
            <a:off x="1026825" y="296142"/>
            <a:ext cx="8281987" cy="646113"/>
          </a:xfrm>
        </p:spPr>
        <p:txBody>
          <a:bodyPr>
            <a:noAutofit/>
          </a:bodyPr>
          <a:lstStyle/>
          <a:p>
            <a:pPr eaLnBrk="1" hangingPunct="1"/>
            <a:r>
              <a:rPr lang="en-US" altLang="en-US" dirty="0"/>
              <a:t>CIDR: Classless Inter Domain Routing </a:t>
            </a:r>
            <a:endParaRPr lang="en-AU" altLang="en-US" dirty="0"/>
          </a:p>
        </p:txBody>
      </p:sp>
      <p:sp>
        <p:nvSpPr>
          <p:cNvPr id="87043" name="Rectangle 3">
            <a:extLst>
              <a:ext uri="{FF2B5EF4-FFF2-40B4-BE49-F238E27FC236}">
                <a16:creationId xmlns:a16="http://schemas.microsoft.com/office/drawing/2014/main" id="{5AE76055-A2D9-C39A-99F8-6CCA079C9A6B}"/>
              </a:ext>
            </a:extLst>
          </p:cNvPr>
          <p:cNvSpPr>
            <a:spLocks noGrp="1" noChangeArrowheads="1"/>
          </p:cNvSpPr>
          <p:nvPr>
            <p:ph type="body" idx="1"/>
          </p:nvPr>
        </p:nvSpPr>
        <p:spPr>
          <a:xfrm>
            <a:off x="838200" y="1377663"/>
            <a:ext cx="10515600" cy="4351338"/>
          </a:xfrm>
        </p:spPr>
        <p:txBody>
          <a:bodyPr>
            <a:normAutofit fontScale="92500" lnSpcReduction="10000"/>
          </a:bodyPr>
          <a:lstStyle/>
          <a:p>
            <a:r>
              <a:rPr lang="en-US" altLang="en-US" dirty="0"/>
              <a:t>Consider an organization that needs 16 class C network numbers.</a:t>
            </a:r>
          </a:p>
          <a:p>
            <a:r>
              <a:rPr lang="en-US" altLang="en-US" dirty="0"/>
              <a:t>Instead of handing out 16 addresses at random, hand out a block of contiguous class C addresses</a:t>
            </a:r>
          </a:p>
          <a:p>
            <a:r>
              <a:rPr lang="en-US" altLang="en-US" dirty="0"/>
              <a:t>Suppose we assign the class C network numbers from 192.4.16 through 192.4.31</a:t>
            </a:r>
          </a:p>
          <a:p>
            <a:r>
              <a:rPr lang="en-US" altLang="en-US" dirty="0"/>
              <a:t>These 16 class C networks share the same first 20 bits (11000000 00000100 0001), so they can be aggregated into a single prefix</a:t>
            </a:r>
          </a:p>
          <a:p>
            <a:pPr lvl="1"/>
            <a:r>
              <a:rPr lang="en-US" altLang="en-US" dirty="0"/>
              <a:t>We have created a 20-bit network number (which is in between class B network number and class C number)</a:t>
            </a:r>
          </a:p>
          <a:p>
            <a:r>
              <a:rPr lang="en-US" altLang="en-US" dirty="0"/>
              <a:t>Requires to hand out blocks of class C addresses that share a common prefix </a:t>
            </a:r>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p:txBody>
      </p:sp>
      <p:sp>
        <p:nvSpPr>
          <p:cNvPr id="2" name="TextBox 1">
            <a:extLst>
              <a:ext uri="{FF2B5EF4-FFF2-40B4-BE49-F238E27FC236}">
                <a16:creationId xmlns:a16="http://schemas.microsoft.com/office/drawing/2014/main" id="{010C1288-0CEC-EA02-1678-3F471E6DAA58}"/>
              </a:ext>
            </a:extLst>
          </p:cNvPr>
          <p:cNvSpPr txBox="1"/>
          <p:nvPr/>
        </p:nvSpPr>
        <p:spPr>
          <a:xfrm>
            <a:off x="838200" y="5979743"/>
            <a:ext cx="10515600" cy="646331"/>
          </a:xfrm>
          <a:prstGeom prst="rect">
            <a:avLst/>
          </a:prstGeom>
          <a:noFill/>
        </p:spPr>
        <p:txBody>
          <a:bodyPr wrap="square" rtlCol="0">
            <a:spAutoFit/>
          </a:bodyPr>
          <a:lstStyle/>
          <a:p>
            <a:r>
              <a:rPr lang="en-US" dirty="0">
                <a:solidFill>
                  <a:srgbClr val="C00000"/>
                </a:solidFill>
              </a:rPr>
              <a:t>***Note: When we use CIDR, there is no class A, B, and C concept adopted. Here, we reuse class C just for concept illustration.  With CIDR adopted, we denote each previous class C subnet as a XX.XX.XX/24 network***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a:extLst>
              <a:ext uri="{FF2B5EF4-FFF2-40B4-BE49-F238E27FC236}">
                <a16:creationId xmlns:a16="http://schemas.microsoft.com/office/drawing/2014/main" id="{62EFDA4C-EAAC-69C6-313C-ADCE84660089}"/>
              </a:ext>
            </a:extLst>
          </p:cNvPr>
          <p:cNvSpPr>
            <a:spLocks noGrp="1" noChangeArrowheads="1"/>
          </p:cNvSpPr>
          <p:nvPr>
            <p:ph type="title"/>
          </p:nvPr>
        </p:nvSpPr>
        <p:spPr>
          <a:xfrm>
            <a:off x="1040680" y="459578"/>
            <a:ext cx="8281987" cy="646113"/>
          </a:xfrm>
        </p:spPr>
        <p:txBody>
          <a:bodyPr>
            <a:noAutofit/>
          </a:bodyPr>
          <a:lstStyle/>
          <a:p>
            <a:pPr eaLnBrk="1" hangingPunct="1"/>
            <a:r>
              <a:rPr lang="en-US" altLang="en-US" dirty="0"/>
              <a:t>CIDR: Classless Inter Domain Routing </a:t>
            </a:r>
            <a:endParaRPr lang="en-AU" altLang="en-US" dirty="0"/>
          </a:p>
        </p:txBody>
      </p:sp>
      <p:sp>
        <p:nvSpPr>
          <p:cNvPr id="88067" name="Rectangle 3">
            <a:extLst>
              <a:ext uri="{FF2B5EF4-FFF2-40B4-BE49-F238E27FC236}">
                <a16:creationId xmlns:a16="http://schemas.microsoft.com/office/drawing/2014/main" id="{C421D8CC-BDD8-ED8B-B5E9-FC5959AF77AD}"/>
              </a:ext>
            </a:extLst>
          </p:cNvPr>
          <p:cNvSpPr>
            <a:spLocks noGrp="1" noChangeArrowheads="1"/>
          </p:cNvSpPr>
          <p:nvPr>
            <p:ph type="body" idx="1"/>
          </p:nvPr>
        </p:nvSpPr>
        <p:spPr>
          <a:xfrm>
            <a:off x="815862" y="1253330"/>
            <a:ext cx="10515600" cy="5355287"/>
          </a:xfrm>
        </p:spPr>
        <p:txBody>
          <a:bodyPr>
            <a:normAutofit lnSpcReduction="10000"/>
          </a:bodyPr>
          <a:lstStyle/>
          <a:p>
            <a:r>
              <a:rPr lang="en-US" altLang="en-US" dirty="0"/>
              <a:t>The convention is to place a </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/x </a:t>
            </a:r>
            <a:r>
              <a:rPr lang="en-US" altLang="en-US" dirty="0"/>
              <a:t>after the prefix where </a:t>
            </a:r>
            <a:r>
              <a:rPr lang="en-US" altLang="en-US" dirty="0">
                <a:solidFill>
                  <a:srgbClr val="FF0000"/>
                </a:solidFill>
              </a:rPr>
              <a:t>x</a:t>
            </a:r>
            <a:r>
              <a:rPr lang="en-US" altLang="en-US" dirty="0"/>
              <a:t> is the prefix length in bits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lang="en-US" altLang="en-US" sz="2800" dirty="0">
                <a:solidFill>
                  <a:prstClr val="black"/>
                </a:solidFill>
                <a:latin typeface="Calibri" panose="020F0502020204030204"/>
              </a:rPr>
              <a:t>The 20-bit prefix for all the networks 192.4.16 through 192.4.31 is represented as 192.4.16</a:t>
            </a:r>
            <a:r>
              <a:rPr lang="en-US" altLang="en-US" sz="2800" dirty="0">
                <a:solidFill>
                  <a:srgbClr val="FF0000"/>
                </a:solidFill>
                <a:latin typeface="Calibri" panose="020F0502020204030204"/>
              </a:rPr>
              <a:t>/20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endParaRPr lang="en-US" altLang="en-US" sz="2800" dirty="0">
              <a:solidFill>
                <a:srgbClr val="FF0000"/>
              </a:solidFill>
              <a:latin typeface="Calibri" panose="020F0502020204030204"/>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endParaRPr lang="en-US" altLang="en-US" sz="2800" dirty="0">
              <a:solidFill>
                <a:srgbClr val="FF0000"/>
              </a:solidFill>
              <a:latin typeface="Calibri" panose="020F0502020204030204"/>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endParaRPr lang="en-US" altLang="en-US" sz="2800" dirty="0">
              <a:solidFill>
                <a:srgbClr val="FF0000"/>
              </a:solidFill>
              <a:latin typeface="Calibri" panose="020F0502020204030204"/>
            </a:endParaRPr>
          </a:p>
          <a:p>
            <a:endParaRPr lang="en-US" altLang="en-US" dirty="0"/>
          </a:p>
          <a:p>
            <a:endParaRPr lang="en-US" altLang="en-US" dirty="0"/>
          </a:p>
          <a:p>
            <a:pPr marL="130175" indent="0">
              <a:buNone/>
            </a:pPr>
            <a:endParaRPr lang="en-US" altLang="en-US" dirty="0"/>
          </a:p>
          <a:p>
            <a:r>
              <a:rPr lang="en-US" altLang="en-US" dirty="0"/>
              <a:t>By contrast, if we wanted to represent a single class C network number, which is 24 bits long, we would write it 192.4.16.0/24</a:t>
            </a:r>
            <a:endParaRPr lang="en-US" altLang="en-US" sz="2400"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p:txBody>
      </p:sp>
      <p:grpSp>
        <p:nvGrpSpPr>
          <p:cNvPr id="11" name="Group 10">
            <a:extLst>
              <a:ext uri="{FF2B5EF4-FFF2-40B4-BE49-F238E27FC236}">
                <a16:creationId xmlns:a16="http://schemas.microsoft.com/office/drawing/2014/main" id="{C7202266-C966-6B4B-BD13-E47AB4631266}"/>
              </a:ext>
            </a:extLst>
          </p:cNvPr>
          <p:cNvGrpSpPr/>
          <p:nvPr/>
        </p:nvGrpSpPr>
        <p:grpSpPr>
          <a:xfrm>
            <a:off x="1385218" y="2941662"/>
            <a:ext cx="8512538" cy="1042690"/>
            <a:chOff x="784903" y="3863272"/>
            <a:chExt cx="8512538" cy="1042690"/>
          </a:xfrm>
        </p:grpSpPr>
        <p:sp>
          <p:nvSpPr>
            <p:cNvPr id="12" name="Text Box 5">
              <a:extLst>
                <a:ext uri="{FF2B5EF4-FFF2-40B4-BE49-F238E27FC236}">
                  <a16:creationId xmlns:a16="http://schemas.microsoft.com/office/drawing/2014/main" id="{DC7012FA-4128-DF94-C0FD-508CDEDC2E2E}"/>
                </a:ext>
              </a:extLst>
            </p:cNvPr>
            <p:cNvSpPr txBox="1">
              <a:spLocks noChangeArrowheads="1"/>
            </p:cNvSpPr>
            <p:nvPr/>
          </p:nvSpPr>
          <p:spPr bwMode="auto">
            <a:xfrm>
              <a:off x="3242716" y="4444297"/>
              <a:ext cx="59903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11000000 00000100 0001</a:t>
              </a:r>
              <a:r>
                <a:rPr kumimoji="0" lang="en-US" altLang="en-US" sz="2400" b="0" i="0" u="none" strike="noStrike" kern="1200" cap="none" spc="0" normalizeH="0" baseline="0" noProof="0" dirty="0">
                  <a:ln>
                    <a:noFill/>
                  </a:ln>
                  <a:solidFill>
                    <a:srgbClr val="00B050"/>
                  </a:solidFill>
                  <a:effectLst/>
                  <a:uLnTx/>
                  <a:uFillTx/>
                  <a:latin typeface="Arial" panose="020B0604020202020204" pitchFamily="34" charset="0"/>
                  <a:ea typeface="ＭＳ Ｐゴシック" panose="020B0600070205080204" pitchFamily="34" charset="-128"/>
                  <a:cs typeface="+mn-cs"/>
                </a:rPr>
                <a:t>0000</a:t>
              </a: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00000000</a:t>
              </a:r>
            </a:p>
          </p:txBody>
        </p:sp>
        <p:sp>
          <p:nvSpPr>
            <p:cNvPr id="13" name="Text Box 6">
              <a:extLst>
                <a:ext uri="{FF2B5EF4-FFF2-40B4-BE49-F238E27FC236}">
                  <a16:creationId xmlns:a16="http://schemas.microsoft.com/office/drawing/2014/main" id="{077CCE39-F670-9BBD-2509-041F7F972D69}"/>
                </a:ext>
              </a:extLst>
            </p:cNvPr>
            <p:cNvSpPr txBox="1">
              <a:spLocks noChangeArrowheads="1"/>
            </p:cNvSpPr>
            <p:nvPr/>
          </p:nvSpPr>
          <p:spPr bwMode="auto">
            <a:xfrm>
              <a:off x="4465207" y="3899784"/>
              <a:ext cx="17491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Common prefix</a:t>
              </a:r>
            </a:p>
          </p:txBody>
        </p:sp>
        <p:sp>
          <p:nvSpPr>
            <p:cNvPr id="14" name="Text Box 7">
              <a:extLst>
                <a:ext uri="{FF2B5EF4-FFF2-40B4-BE49-F238E27FC236}">
                  <a16:creationId xmlns:a16="http://schemas.microsoft.com/office/drawing/2014/main" id="{C1533048-D3BD-DC16-4D0C-47A19C7EB549}"/>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15" name="Line 8">
              <a:extLst>
                <a:ext uri="{FF2B5EF4-FFF2-40B4-BE49-F238E27FC236}">
                  <a16:creationId xmlns:a16="http://schemas.microsoft.com/office/drawing/2014/main" id="{EE9AF193-8097-40C0-1355-59BC6DB55250}"/>
                </a:ext>
              </a:extLst>
            </p:cNvPr>
            <p:cNvSpPr>
              <a:spLocks noChangeShapeType="1"/>
            </p:cNvSpPr>
            <p:nvPr/>
          </p:nvSpPr>
          <p:spPr bwMode="auto">
            <a:xfrm>
              <a:off x="5911305" y="4209346"/>
              <a:ext cx="915875" cy="1587"/>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11">
              <a:extLst>
                <a:ext uri="{FF2B5EF4-FFF2-40B4-BE49-F238E27FC236}">
                  <a16:creationId xmlns:a16="http://schemas.microsoft.com/office/drawing/2014/main" id="{B4E94935-E93D-3CF8-161B-AF53BB0D2B68}"/>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12">
              <a:extLst>
                <a:ext uri="{FF2B5EF4-FFF2-40B4-BE49-F238E27FC236}">
                  <a16:creationId xmlns:a16="http://schemas.microsoft.com/office/drawing/2014/main" id="{3B0D49CA-9062-4591-76C8-BB64A70E19D7}"/>
                </a:ext>
              </a:extLst>
            </p:cNvPr>
            <p:cNvSpPr txBox="1">
              <a:spLocks noChangeArrowheads="1"/>
            </p:cNvSpPr>
            <p:nvPr/>
          </p:nvSpPr>
          <p:spPr bwMode="auto">
            <a:xfrm>
              <a:off x="784903" y="4003585"/>
              <a:ext cx="13837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192.4.16</a:t>
              </a: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18" name="Line 14">
              <a:extLst>
                <a:ext uri="{FF2B5EF4-FFF2-40B4-BE49-F238E27FC236}">
                  <a16:creationId xmlns:a16="http://schemas.microsoft.com/office/drawing/2014/main" id="{F291A589-006C-DC61-516D-DEA31F46376E}"/>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15">
              <a:extLst>
                <a:ext uri="{FF2B5EF4-FFF2-40B4-BE49-F238E27FC236}">
                  <a16:creationId xmlns:a16="http://schemas.microsoft.com/office/drawing/2014/main" id="{1FF7A22E-6AD9-0B16-1657-286E01FE5F79}"/>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709C0F43-8CD1-D326-415E-D243C1A1FCCD}"/>
              </a:ext>
            </a:extLst>
          </p:cNvPr>
          <p:cNvGrpSpPr/>
          <p:nvPr/>
        </p:nvGrpSpPr>
        <p:grpSpPr>
          <a:xfrm>
            <a:off x="1388292" y="4265166"/>
            <a:ext cx="8512538" cy="1042690"/>
            <a:chOff x="784903" y="3863272"/>
            <a:chExt cx="8512538" cy="1042690"/>
          </a:xfrm>
        </p:grpSpPr>
        <p:sp>
          <p:nvSpPr>
            <p:cNvPr id="21" name="Text Box 5">
              <a:extLst>
                <a:ext uri="{FF2B5EF4-FFF2-40B4-BE49-F238E27FC236}">
                  <a16:creationId xmlns:a16="http://schemas.microsoft.com/office/drawing/2014/main" id="{604D7BFD-4750-7799-E0A1-3A2211D58C49}"/>
                </a:ext>
              </a:extLst>
            </p:cNvPr>
            <p:cNvSpPr txBox="1">
              <a:spLocks noChangeArrowheads="1"/>
            </p:cNvSpPr>
            <p:nvPr/>
          </p:nvSpPr>
          <p:spPr bwMode="auto">
            <a:xfrm>
              <a:off x="3242716" y="4444297"/>
              <a:ext cx="58990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11000000 00000100 0001</a:t>
              </a:r>
              <a:r>
                <a:rPr kumimoji="0" lang="en-US" altLang="en-US" sz="2400" b="0" i="0" u="none" strike="noStrike" kern="1200" cap="none" spc="0" normalizeH="0" baseline="0" noProof="0" dirty="0">
                  <a:ln>
                    <a:noFill/>
                  </a:ln>
                  <a:solidFill>
                    <a:srgbClr val="00B050"/>
                  </a:solidFill>
                  <a:effectLst/>
                  <a:uLnTx/>
                  <a:uFillTx/>
                  <a:latin typeface="Arial" panose="020B0604020202020204" pitchFamily="34" charset="0"/>
                  <a:ea typeface="ＭＳ Ｐゴシック" panose="020B0600070205080204" pitchFamily="34" charset="-128"/>
                  <a:cs typeface="+mn-cs"/>
                </a:rPr>
                <a:t>1111</a:t>
              </a: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00000000</a:t>
              </a:r>
            </a:p>
          </p:txBody>
        </p:sp>
        <p:sp>
          <p:nvSpPr>
            <p:cNvPr id="22" name="Text Box 6">
              <a:extLst>
                <a:ext uri="{FF2B5EF4-FFF2-40B4-BE49-F238E27FC236}">
                  <a16:creationId xmlns:a16="http://schemas.microsoft.com/office/drawing/2014/main" id="{13463A9D-F40D-FA5E-C8F0-CD03CD2E1012}"/>
                </a:ext>
              </a:extLst>
            </p:cNvPr>
            <p:cNvSpPr txBox="1">
              <a:spLocks noChangeArrowheads="1"/>
            </p:cNvSpPr>
            <p:nvPr/>
          </p:nvSpPr>
          <p:spPr bwMode="auto">
            <a:xfrm>
              <a:off x="4465207" y="3899784"/>
              <a:ext cx="17491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Common prefix</a:t>
              </a:r>
            </a:p>
          </p:txBody>
        </p:sp>
        <p:sp>
          <p:nvSpPr>
            <p:cNvPr id="23" name="Text Box 7">
              <a:extLst>
                <a:ext uri="{FF2B5EF4-FFF2-40B4-BE49-F238E27FC236}">
                  <a16:creationId xmlns:a16="http://schemas.microsoft.com/office/drawing/2014/main" id="{839C9792-966D-9064-1432-A4C94CA3338D}"/>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24" name="Line 8">
              <a:extLst>
                <a:ext uri="{FF2B5EF4-FFF2-40B4-BE49-F238E27FC236}">
                  <a16:creationId xmlns:a16="http://schemas.microsoft.com/office/drawing/2014/main" id="{328B5192-85D2-06F8-DC63-4975CB3A0C3A}"/>
                </a:ext>
              </a:extLst>
            </p:cNvPr>
            <p:cNvSpPr>
              <a:spLocks noChangeShapeType="1"/>
            </p:cNvSpPr>
            <p:nvPr/>
          </p:nvSpPr>
          <p:spPr bwMode="auto">
            <a:xfrm>
              <a:off x="5911305" y="4209346"/>
              <a:ext cx="915875" cy="1587"/>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1">
              <a:extLst>
                <a:ext uri="{FF2B5EF4-FFF2-40B4-BE49-F238E27FC236}">
                  <a16:creationId xmlns:a16="http://schemas.microsoft.com/office/drawing/2014/main" id="{9C96A03A-A18B-8558-A102-250369834BA7}"/>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 Box 12">
              <a:extLst>
                <a:ext uri="{FF2B5EF4-FFF2-40B4-BE49-F238E27FC236}">
                  <a16:creationId xmlns:a16="http://schemas.microsoft.com/office/drawing/2014/main" id="{C7986BD3-2A85-B0C0-94F3-F594E4223256}"/>
                </a:ext>
              </a:extLst>
            </p:cNvPr>
            <p:cNvSpPr txBox="1">
              <a:spLocks noChangeArrowheads="1"/>
            </p:cNvSpPr>
            <p:nvPr/>
          </p:nvSpPr>
          <p:spPr bwMode="auto">
            <a:xfrm>
              <a:off x="784903" y="4003585"/>
              <a:ext cx="13837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192.4.31</a:t>
              </a: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7" name="Line 14">
              <a:extLst>
                <a:ext uri="{FF2B5EF4-FFF2-40B4-BE49-F238E27FC236}">
                  <a16:creationId xmlns:a16="http://schemas.microsoft.com/office/drawing/2014/main" id="{9CE19A58-CFE4-1FCD-861D-E1B2D2974430}"/>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15">
              <a:extLst>
                <a:ext uri="{FF2B5EF4-FFF2-40B4-BE49-F238E27FC236}">
                  <a16:creationId xmlns:a16="http://schemas.microsoft.com/office/drawing/2014/main" id="{91FC7A73-C093-BAF4-64A2-04FDB9EA0D2B}"/>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 name="TextBox 1">
            <a:extLst>
              <a:ext uri="{FF2B5EF4-FFF2-40B4-BE49-F238E27FC236}">
                <a16:creationId xmlns:a16="http://schemas.microsoft.com/office/drawing/2014/main" id="{89668D0D-9427-0D31-3E51-434444CF4C56}"/>
              </a:ext>
            </a:extLst>
          </p:cNvPr>
          <p:cNvSpPr txBox="1"/>
          <p:nvPr/>
        </p:nvSpPr>
        <p:spPr>
          <a:xfrm>
            <a:off x="838200" y="6184439"/>
            <a:ext cx="10515600" cy="646331"/>
          </a:xfrm>
          <a:prstGeom prst="rect">
            <a:avLst/>
          </a:prstGeom>
          <a:noFill/>
        </p:spPr>
        <p:txBody>
          <a:bodyPr wrap="square" rtlCol="0">
            <a:spAutoFit/>
          </a:bodyPr>
          <a:lstStyle/>
          <a:p>
            <a:r>
              <a:rPr lang="en-US" dirty="0">
                <a:solidFill>
                  <a:srgbClr val="C00000"/>
                </a:solidFill>
              </a:rPr>
              <a:t>***Note: When we use CIDR, there is no class A, B, and C concept adopted. Here, we reuse class C just for concept illustration.  With CIDR adopted, we denote each previous class C subnet as a XX.XX.XX/24 network***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par>
                                <p:cTn id="13" presetID="42" presetClass="entr" presetSubtype="0"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fade">
                                      <p:cBhvr>
                                        <p:cTn id="15" dur="1000"/>
                                        <p:tgtEl>
                                          <p:spTgt spid="2"/>
                                        </p:tgtEl>
                                      </p:cBhvr>
                                    </p:animEffect>
                                    <p:anim calcmode="lin" valueType="num">
                                      <p:cBhvr>
                                        <p:cTn id="16" dur="1000" fill="hold"/>
                                        <p:tgtEl>
                                          <p:spTgt spid="2"/>
                                        </p:tgtEl>
                                        <p:attrNameLst>
                                          <p:attrName>ppt_x</p:attrName>
                                        </p:attrNameLst>
                                      </p:cBhvr>
                                      <p:tavLst>
                                        <p:tav tm="0">
                                          <p:val>
                                            <p:strVal val="#ppt_x"/>
                                          </p:val>
                                        </p:tav>
                                        <p:tav tm="100000">
                                          <p:val>
                                            <p:strVal val="#ppt_x"/>
                                          </p:val>
                                        </p:tav>
                                      </p:tavLst>
                                    </p:anim>
                                    <p:anim calcmode="lin" valueType="num">
                                      <p:cBhvr>
                                        <p:cTn id="17"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01A573-913E-9787-F9C8-6B4DAE00A9DF}"/>
            </a:ext>
          </a:extLst>
        </p:cNvPr>
        <p:cNvGrpSpPr/>
        <p:nvPr/>
      </p:nvGrpSpPr>
      <p:grpSpPr>
        <a:xfrm>
          <a:off x="0" y="0"/>
          <a:ext cx="0" cy="0"/>
          <a:chOff x="0" y="0"/>
          <a:chExt cx="0" cy="0"/>
        </a:xfrm>
      </p:grpSpPr>
      <p:sp>
        <p:nvSpPr>
          <p:cNvPr id="87042" name="Rectangle 2">
            <a:extLst>
              <a:ext uri="{FF2B5EF4-FFF2-40B4-BE49-F238E27FC236}">
                <a16:creationId xmlns:a16="http://schemas.microsoft.com/office/drawing/2014/main" id="{D5008DB3-A1CF-D909-C3BF-F8449980A522}"/>
              </a:ext>
            </a:extLst>
          </p:cNvPr>
          <p:cNvSpPr>
            <a:spLocks noGrp="1" noChangeArrowheads="1"/>
          </p:cNvSpPr>
          <p:nvPr>
            <p:ph type="title"/>
          </p:nvPr>
        </p:nvSpPr>
        <p:spPr>
          <a:xfrm>
            <a:off x="1026825" y="453797"/>
            <a:ext cx="8281987" cy="646113"/>
          </a:xfrm>
        </p:spPr>
        <p:txBody>
          <a:bodyPr>
            <a:noAutofit/>
          </a:bodyPr>
          <a:lstStyle/>
          <a:p>
            <a:pPr eaLnBrk="1" hangingPunct="1"/>
            <a:r>
              <a:rPr lang="en-US" altLang="en-US" dirty="0"/>
              <a:t>CIDR: Classless Inter Domain Routing (</a:t>
            </a:r>
            <a:r>
              <a:rPr lang="en-US" altLang="en-US" dirty="0">
                <a:solidFill>
                  <a:srgbClr val="C00000"/>
                </a:solidFill>
              </a:rPr>
              <a:t>FORMAL TERMS</a:t>
            </a:r>
            <a:r>
              <a:rPr lang="en-US" altLang="en-US" dirty="0"/>
              <a:t>) </a:t>
            </a:r>
            <a:endParaRPr lang="en-AU" altLang="en-US" dirty="0"/>
          </a:p>
        </p:txBody>
      </p:sp>
      <p:sp>
        <p:nvSpPr>
          <p:cNvPr id="87043" name="Rectangle 3">
            <a:extLst>
              <a:ext uri="{FF2B5EF4-FFF2-40B4-BE49-F238E27FC236}">
                <a16:creationId xmlns:a16="http://schemas.microsoft.com/office/drawing/2014/main" id="{882A6EA7-9B82-2569-A6C6-B0DA382637C8}"/>
              </a:ext>
            </a:extLst>
          </p:cNvPr>
          <p:cNvSpPr>
            <a:spLocks noGrp="1" noChangeArrowheads="1"/>
          </p:cNvSpPr>
          <p:nvPr>
            <p:ph type="body" idx="1"/>
          </p:nvPr>
        </p:nvSpPr>
        <p:spPr>
          <a:xfrm>
            <a:off x="838200" y="1834863"/>
            <a:ext cx="10515600" cy="4351338"/>
          </a:xfrm>
        </p:spPr>
        <p:txBody>
          <a:bodyPr>
            <a:normAutofit lnSpcReduction="10000"/>
          </a:bodyPr>
          <a:lstStyle/>
          <a:p>
            <a:r>
              <a:rPr lang="en-US" altLang="en-US" dirty="0"/>
              <a:t>Consider an organization that needs 16 </a:t>
            </a:r>
            <a:r>
              <a:rPr lang="en-US" altLang="en-US" b="1" dirty="0">
                <a:solidFill>
                  <a:srgbClr val="C00000"/>
                </a:solidFill>
              </a:rPr>
              <a:t>/24 </a:t>
            </a:r>
            <a:r>
              <a:rPr lang="en-US" altLang="en-US" dirty="0"/>
              <a:t>network numbers.</a:t>
            </a:r>
          </a:p>
          <a:p>
            <a:r>
              <a:rPr lang="en-US" altLang="en-US" dirty="0"/>
              <a:t>Instead of handing out 16 addresses at random, hand out a block of contiguous </a:t>
            </a:r>
            <a:r>
              <a:rPr lang="en-US" altLang="en-US" b="1" dirty="0">
                <a:solidFill>
                  <a:srgbClr val="C00000"/>
                </a:solidFill>
              </a:rPr>
              <a:t>/24 </a:t>
            </a:r>
            <a:r>
              <a:rPr lang="en-US" altLang="en-US" dirty="0"/>
              <a:t>addresses</a:t>
            </a:r>
          </a:p>
          <a:p>
            <a:r>
              <a:rPr lang="en-US" altLang="en-US" dirty="0"/>
              <a:t>Suppose we assign the </a:t>
            </a:r>
            <a:r>
              <a:rPr lang="en-US" altLang="en-US" b="1" dirty="0">
                <a:solidFill>
                  <a:srgbClr val="C00000"/>
                </a:solidFill>
              </a:rPr>
              <a:t>/24</a:t>
            </a:r>
            <a:r>
              <a:rPr lang="en-US" altLang="en-US" dirty="0"/>
              <a:t> network numbers from 192.4.16 through 192.4.31</a:t>
            </a:r>
          </a:p>
          <a:p>
            <a:r>
              <a:rPr lang="en-US" altLang="en-US" dirty="0"/>
              <a:t>Observe that top 20 bits of all the addresses in this range are the same (11000000 00000100 0001)</a:t>
            </a:r>
          </a:p>
          <a:p>
            <a:pPr lvl="1"/>
            <a:r>
              <a:rPr lang="en-US" altLang="en-US" dirty="0"/>
              <a:t>We have created a 20-bit network number</a:t>
            </a:r>
          </a:p>
          <a:p>
            <a:r>
              <a:rPr lang="en-US" altLang="en-US" dirty="0"/>
              <a:t>Requires to hand out blocks of </a:t>
            </a:r>
            <a:r>
              <a:rPr lang="en-US" altLang="en-US" b="1" dirty="0">
                <a:solidFill>
                  <a:srgbClr val="C00000"/>
                </a:solidFill>
              </a:rPr>
              <a:t>/24</a:t>
            </a:r>
            <a:r>
              <a:rPr lang="en-US" altLang="en-US" dirty="0"/>
              <a:t> addresses that share a common prefix </a:t>
            </a:r>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p:txBody>
      </p:sp>
    </p:spTree>
    <p:extLst>
      <p:ext uri="{BB962C8B-B14F-4D97-AF65-F5344CB8AC3E}">
        <p14:creationId xmlns:p14="http://schemas.microsoft.com/office/powerpoint/2010/main" val="424214155"/>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5076AE-8FC6-D9CD-05D1-1C6AB8C80F93}"/>
            </a:ext>
          </a:extLst>
        </p:cNvPr>
        <p:cNvGrpSpPr/>
        <p:nvPr/>
      </p:nvGrpSpPr>
      <p:grpSpPr>
        <a:xfrm>
          <a:off x="0" y="0"/>
          <a:ext cx="0" cy="0"/>
          <a:chOff x="0" y="0"/>
          <a:chExt cx="0" cy="0"/>
        </a:xfrm>
      </p:grpSpPr>
      <p:sp>
        <p:nvSpPr>
          <p:cNvPr id="88066" name="Rectangle 2">
            <a:extLst>
              <a:ext uri="{FF2B5EF4-FFF2-40B4-BE49-F238E27FC236}">
                <a16:creationId xmlns:a16="http://schemas.microsoft.com/office/drawing/2014/main" id="{9B7A4CDC-118A-0C86-F02F-2CDCCC2C3C17}"/>
              </a:ext>
            </a:extLst>
          </p:cNvPr>
          <p:cNvSpPr>
            <a:spLocks noGrp="1" noChangeArrowheads="1"/>
          </p:cNvSpPr>
          <p:nvPr>
            <p:ph type="title"/>
          </p:nvPr>
        </p:nvSpPr>
        <p:spPr>
          <a:xfrm>
            <a:off x="1040680" y="254861"/>
            <a:ext cx="9758699" cy="646113"/>
          </a:xfrm>
        </p:spPr>
        <p:txBody>
          <a:bodyPr>
            <a:noAutofit/>
          </a:bodyPr>
          <a:lstStyle/>
          <a:p>
            <a:pPr eaLnBrk="1" hangingPunct="1"/>
            <a:r>
              <a:rPr lang="en-US" altLang="en-US" dirty="0"/>
              <a:t>CIDR: Classless Inter Domain Routing (</a:t>
            </a:r>
            <a:r>
              <a:rPr lang="en-US" altLang="en-US" dirty="0">
                <a:solidFill>
                  <a:srgbClr val="C00000"/>
                </a:solidFill>
              </a:rPr>
              <a:t>FORMAL TERMS</a:t>
            </a:r>
            <a:r>
              <a:rPr lang="en-US" altLang="en-US" dirty="0"/>
              <a:t>) </a:t>
            </a:r>
            <a:endParaRPr lang="en-AU" altLang="en-US" dirty="0"/>
          </a:p>
        </p:txBody>
      </p:sp>
      <p:sp>
        <p:nvSpPr>
          <p:cNvPr id="88067" name="Rectangle 3">
            <a:extLst>
              <a:ext uri="{FF2B5EF4-FFF2-40B4-BE49-F238E27FC236}">
                <a16:creationId xmlns:a16="http://schemas.microsoft.com/office/drawing/2014/main" id="{D564CC20-B4C0-171E-AEE3-6B216ABDCB70}"/>
              </a:ext>
            </a:extLst>
          </p:cNvPr>
          <p:cNvSpPr>
            <a:spLocks noGrp="1" noChangeArrowheads="1"/>
          </p:cNvSpPr>
          <p:nvPr>
            <p:ph type="body" idx="1"/>
          </p:nvPr>
        </p:nvSpPr>
        <p:spPr>
          <a:xfrm>
            <a:off x="815862" y="1253330"/>
            <a:ext cx="10515600" cy="5355287"/>
          </a:xfrm>
        </p:spPr>
        <p:txBody>
          <a:bodyPr>
            <a:normAutofit lnSpcReduction="10000"/>
          </a:bodyPr>
          <a:lstStyle/>
          <a:p>
            <a:r>
              <a:rPr lang="en-US" altLang="en-US" dirty="0"/>
              <a:t>The convention is to place a </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/x </a:t>
            </a:r>
            <a:r>
              <a:rPr lang="en-US" altLang="en-US" dirty="0"/>
              <a:t>after the prefix where </a:t>
            </a:r>
            <a:r>
              <a:rPr lang="en-US" altLang="en-US" dirty="0">
                <a:solidFill>
                  <a:srgbClr val="FF0000"/>
                </a:solidFill>
              </a:rPr>
              <a:t>x</a:t>
            </a:r>
            <a:r>
              <a:rPr lang="en-US" altLang="en-US" dirty="0"/>
              <a:t> is the prefix length in bits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lang="en-US" altLang="en-US" sz="2800" dirty="0">
                <a:solidFill>
                  <a:prstClr val="black"/>
                </a:solidFill>
                <a:latin typeface="Calibri" panose="020F0502020204030204"/>
              </a:rPr>
              <a:t>The 20-bit prefix for all the networks 192.4.16 through 192.4.31 is represented as 192.4.16</a:t>
            </a:r>
            <a:r>
              <a:rPr lang="en-US" altLang="en-US" sz="2800" dirty="0">
                <a:solidFill>
                  <a:srgbClr val="FF0000"/>
                </a:solidFill>
                <a:latin typeface="Calibri" panose="020F0502020204030204"/>
              </a:rPr>
              <a:t>/20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endParaRPr lang="en-US" altLang="en-US" sz="2800" dirty="0">
              <a:solidFill>
                <a:srgbClr val="FF0000"/>
              </a:solidFill>
              <a:latin typeface="Calibri" panose="020F0502020204030204"/>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endParaRPr lang="en-US" altLang="en-US" sz="2800" dirty="0">
              <a:solidFill>
                <a:srgbClr val="FF0000"/>
              </a:solidFill>
              <a:latin typeface="Calibri" panose="020F0502020204030204"/>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endParaRPr lang="en-US" altLang="en-US" sz="2800" dirty="0">
              <a:solidFill>
                <a:srgbClr val="FF0000"/>
              </a:solidFill>
              <a:latin typeface="Calibri" panose="020F0502020204030204"/>
            </a:endParaRPr>
          </a:p>
          <a:p>
            <a:endParaRPr lang="en-US" altLang="en-US" dirty="0"/>
          </a:p>
          <a:p>
            <a:endParaRPr lang="en-US" altLang="en-US" dirty="0"/>
          </a:p>
          <a:p>
            <a:pPr marL="130175" indent="0">
              <a:buNone/>
            </a:pPr>
            <a:endParaRPr lang="en-US" altLang="en-US" dirty="0"/>
          </a:p>
          <a:p>
            <a:r>
              <a:rPr lang="en-US" altLang="en-US" dirty="0"/>
              <a:t>By contrast, if we wanted to represent a single </a:t>
            </a:r>
            <a:r>
              <a:rPr lang="en-US" altLang="en-US" b="1" dirty="0">
                <a:solidFill>
                  <a:srgbClr val="C00000"/>
                </a:solidFill>
              </a:rPr>
              <a:t>/24</a:t>
            </a:r>
            <a:r>
              <a:rPr lang="en-US" altLang="en-US" dirty="0"/>
              <a:t> network number, which is 24 bits long, we would respectively write it as 192.4.16.0/24, 192.4.17.0/24, …, 192.4.31.0/24</a:t>
            </a:r>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a:p>
            <a:pPr lvl="1" eaLnBrk="1" hangingPunct="1">
              <a:lnSpc>
                <a:spcPct val="90000"/>
              </a:lnSpc>
              <a:buFont typeface="Wingdings" panose="05000000000000000000" pitchFamily="2" charset="2"/>
              <a:buNone/>
            </a:pPr>
            <a:endParaRPr lang="en-US" altLang="en-US" dirty="0"/>
          </a:p>
        </p:txBody>
      </p:sp>
      <p:grpSp>
        <p:nvGrpSpPr>
          <p:cNvPr id="11" name="Group 10">
            <a:extLst>
              <a:ext uri="{FF2B5EF4-FFF2-40B4-BE49-F238E27FC236}">
                <a16:creationId xmlns:a16="http://schemas.microsoft.com/office/drawing/2014/main" id="{8F8BA39D-F49C-B0B5-9325-2ECFCDB2648C}"/>
              </a:ext>
            </a:extLst>
          </p:cNvPr>
          <p:cNvGrpSpPr/>
          <p:nvPr/>
        </p:nvGrpSpPr>
        <p:grpSpPr>
          <a:xfrm>
            <a:off x="1385218" y="2941662"/>
            <a:ext cx="8512538" cy="1042690"/>
            <a:chOff x="784903" y="3863272"/>
            <a:chExt cx="8512538" cy="1042690"/>
          </a:xfrm>
        </p:grpSpPr>
        <p:sp>
          <p:nvSpPr>
            <p:cNvPr id="12" name="Text Box 5">
              <a:extLst>
                <a:ext uri="{FF2B5EF4-FFF2-40B4-BE49-F238E27FC236}">
                  <a16:creationId xmlns:a16="http://schemas.microsoft.com/office/drawing/2014/main" id="{8AA7E895-F828-CD1C-31C8-45F64268E42C}"/>
                </a:ext>
              </a:extLst>
            </p:cNvPr>
            <p:cNvSpPr txBox="1">
              <a:spLocks noChangeArrowheads="1"/>
            </p:cNvSpPr>
            <p:nvPr/>
          </p:nvSpPr>
          <p:spPr bwMode="auto">
            <a:xfrm>
              <a:off x="3242716" y="4444297"/>
              <a:ext cx="59903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11000000 00000100 0001</a:t>
              </a:r>
              <a:r>
                <a:rPr kumimoji="0" lang="en-US" altLang="en-US" sz="2400" b="0" i="0" u="none" strike="noStrike" kern="1200" cap="none" spc="0" normalizeH="0" baseline="0" noProof="0" dirty="0">
                  <a:ln>
                    <a:noFill/>
                  </a:ln>
                  <a:solidFill>
                    <a:srgbClr val="00B050"/>
                  </a:solidFill>
                  <a:effectLst/>
                  <a:uLnTx/>
                  <a:uFillTx/>
                  <a:latin typeface="Arial" panose="020B0604020202020204" pitchFamily="34" charset="0"/>
                  <a:ea typeface="ＭＳ Ｐゴシック" panose="020B0600070205080204" pitchFamily="34" charset="-128"/>
                  <a:cs typeface="+mn-cs"/>
                </a:rPr>
                <a:t>0000</a:t>
              </a: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00000000</a:t>
              </a:r>
            </a:p>
          </p:txBody>
        </p:sp>
        <p:sp>
          <p:nvSpPr>
            <p:cNvPr id="13" name="Text Box 6">
              <a:extLst>
                <a:ext uri="{FF2B5EF4-FFF2-40B4-BE49-F238E27FC236}">
                  <a16:creationId xmlns:a16="http://schemas.microsoft.com/office/drawing/2014/main" id="{C48F56A8-4E20-7938-B841-A135AF3A74F9}"/>
                </a:ext>
              </a:extLst>
            </p:cNvPr>
            <p:cNvSpPr txBox="1">
              <a:spLocks noChangeArrowheads="1"/>
            </p:cNvSpPr>
            <p:nvPr/>
          </p:nvSpPr>
          <p:spPr bwMode="auto">
            <a:xfrm>
              <a:off x="4465207" y="3899784"/>
              <a:ext cx="17491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Common prefix</a:t>
              </a:r>
            </a:p>
          </p:txBody>
        </p:sp>
        <p:sp>
          <p:nvSpPr>
            <p:cNvPr id="14" name="Text Box 7">
              <a:extLst>
                <a:ext uri="{FF2B5EF4-FFF2-40B4-BE49-F238E27FC236}">
                  <a16:creationId xmlns:a16="http://schemas.microsoft.com/office/drawing/2014/main" id="{419A880E-62E4-2435-47FA-18F676AFA590}"/>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15" name="Line 8">
              <a:extLst>
                <a:ext uri="{FF2B5EF4-FFF2-40B4-BE49-F238E27FC236}">
                  <a16:creationId xmlns:a16="http://schemas.microsoft.com/office/drawing/2014/main" id="{0455F56F-8BA4-6E48-E3FB-4479E0D31DBF}"/>
                </a:ext>
              </a:extLst>
            </p:cNvPr>
            <p:cNvSpPr>
              <a:spLocks noChangeShapeType="1"/>
            </p:cNvSpPr>
            <p:nvPr/>
          </p:nvSpPr>
          <p:spPr bwMode="auto">
            <a:xfrm>
              <a:off x="5911305" y="4209346"/>
              <a:ext cx="915875" cy="1587"/>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11">
              <a:extLst>
                <a:ext uri="{FF2B5EF4-FFF2-40B4-BE49-F238E27FC236}">
                  <a16:creationId xmlns:a16="http://schemas.microsoft.com/office/drawing/2014/main" id="{F239CEAF-0BAC-70A6-16A8-68866FFE8141}"/>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12">
              <a:extLst>
                <a:ext uri="{FF2B5EF4-FFF2-40B4-BE49-F238E27FC236}">
                  <a16:creationId xmlns:a16="http://schemas.microsoft.com/office/drawing/2014/main" id="{9F37352E-0A4B-6818-7123-33FD2D46C6EA}"/>
                </a:ext>
              </a:extLst>
            </p:cNvPr>
            <p:cNvSpPr txBox="1">
              <a:spLocks noChangeArrowheads="1"/>
            </p:cNvSpPr>
            <p:nvPr/>
          </p:nvSpPr>
          <p:spPr bwMode="auto">
            <a:xfrm>
              <a:off x="784903" y="4003585"/>
              <a:ext cx="13837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192.4.16</a:t>
              </a: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18" name="Line 14">
              <a:extLst>
                <a:ext uri="{FF2B5EF4-FFF2-40B4-BE49-F238E27FC236}">
                  <a16:creationId xmlns:a16="http://schemas.microsoft.com/office/drawing/2014/main" id="{EE7E084A-7F6C-9525-3A25-B196C5672893}"/>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15">
              <a:extLst>
                <a:ext uri="{FF2B5EF4-FFF2-40B4-BE49-F238E27FC236}">
                  <a16:creationId xmlns:a16="http://schemas.microsoft.com/office/drawing/2014/main" id="{4AD1B198-F7F3-5A50-363B-DB38083E46B7}"/>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F7E06484-B206-C510-B506-02B39D9090E5}"/>
              </a:ext>
            </a:extLst>
          </p:cNvPr>
          <p:cNvGrpSpPr/>
          <p:nvPr/>
        </p:nvGrpSpPr>
        <p:grpSpPr>
          <a:xfrm>
            <a:off x="1388292" y="4265166"/>
            <a:ext cx="8512538" cy="1042690"/>
            <a:chOff x="784903" y="3863272"/>
            <a:chExt cx="8512538" cy="1042690"/>
          </a:xfrm>
        </p:grpSpPr>
        <p:sp>
          <p:nvSpPr>
            <p:cNvPr id="21" name="Text Box 5">
              <a:extLst>
                <a:ext uri="{FF2B5EF4-FFF2-40B4-BE49-F238E27FC236}">
                  <a16:creationId xmlns:a16="http://schemas.microsoft.com/office/drawing/2014/main" id="{9BB779B9-ECD1-8F40-3EF1-E78400E5AB59}"/>
                </a:ext>
              </a:extLst>
            </p:cNvPr>
            <p:cNvSpPr txBox="1">
              <a:spLocks noChangeArrowheads="1"/>
            </p:cNvSpPr>
            <p:nvPr/>
          </p:nvSpPr>
          <p:spPr bwMode="auto">
            <a:xfrm>
              <a:off x="3242716" y="4444297"/>
              <a:ext cx="58990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11000000 00000100 0001</a:t>
              </a:r>
              <a:r>
                <a:rPr kumimoji="0" lang="en-US" altLang="en-US" sz="2400" b="0" i="0" u="none" strike="noStrike" kern="1200" cap="none" spc="0" normalizeH="0" baseline="0" noProof="0" dirty="0">
                  <a:ln>
                    <a:noFill/>
                  </a:ln>
                  <a:solidFill>
                    <a:srgbClr val="00B050"/>
                  </a:solidFill>
                  <a:effectLst/>
                  <a:uLnTx/>
                  <a:uFillTx/>
                  <a:latin typeface="Arial" panose="020B0604020202020204" pitchFamily="34" charset="0"/>
                  <a:ea typeface="ＭＳ Ｐゴシック" panose="020B0600070205080204" pitchFamily="34" charset="-128"/>
                  <a:cs typeface="+mn-cs"/>
                </a:rPr>
                <a:t>1111</a:t>
              </a: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00000000</a:t>
              </a:r>
            </a:p>
          </p:txBody>
        </p:sp>
        <p:sp>
          <p:nvSpPr>
            <p:cNvPr id="22" name="Text Box 6">
              <a:extLst>
                <a:ext uri="{FF2B5EF4-FFF2-40B4-BE49-F238E27FC236}">
                  <a16:creationId xmlns:a16="http://schemas.microsoft.com/office/drawing/2014/main" id="{E525A03F-CF16-AAF7-6017-A21EC59A68D5}"/>
                </a:ext>
              </a:extLst>
            </p:cNvPr>
            <p:cNvSpPr txBox="1">
              <a:spLocks noChangeArrowheads="1"/>
            </p:cNvSpPr>
            <p:nvPr/>
          </p:nvSpPr>
          <p:spPr bwMode="auto">
            <a:xfrm>
              <a:off x="4465207" y="3899784"/>
              <a:ext cx="17491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Common prefix</a:t>
              </a:r>
            </a:p>
          </p:txBody>
        </p:sp>
        <p:sp>
          <p:nvSpPr>
            <p:cNvPr id="23" name="Text Box 7">
              <a:extLst>
                <a:ext uri="{FF2B5EF4-FFF2-40B4-BE49-F238E27FC236}">
                  <a16:creationId xmlns:a16="http://schemas.microsoft.com/office/drawing/2014/main" id="{5E8B8CBA-F91D-D917-844B-8F929E4D826B}"/>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24" name="Line 8">
              <a:extLst>
                <a:ext uri="{FF2B5EF4-FFF2-40B4-BE49-F238E27FC236}">
                  <a16:creationId xmlns:a16="http://schemas.microsoft.com/office/drawing/2014/main" id="{ABF47FFA-14A7-8E17-1BCF-343603F776EF}"/>
                </a:ext>
              </a:extLst>
            </p:cNvPr>
            <p:cNvSpPr>
              <a:spLocks noChangeShapeType="1"/>
            </p:cNvSpPr>
            <p:nvPr/>
          </p:nvSpPr>
          <p:spPr bwMode="auto">
            <a:xfrm>
              <a:off x="5911305" y="4209346"/>
              <a:ext cx="915875" cy="1587"/>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1">
              <a:extLst>
                <a:ext uri="{FF2B5EF4-FFF2-40B4-BE49-F238E27FC236}">
                  <a16:creationId xmlns:a16="http://schemas.microsoft.com/office/drawing/2014/main" id="{4BE614F5-9413-8EA5-E68B-D83C0CD95957}"/>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 Box 12">
              <a:extLst>
                <a:ext uri="{FF2B5EF4-FFF2-40B4-BE49-F238E27FC236}">
                  <a16:creationId xmlns:a16="http://schemas.microsoft.com/office/drawing/2014/main" id="{895EFE9F-C7E4-F5CC-C329-0EC8EF1745CE}"/>
                </a:ext>
              </a:extLst>
            </p:cNvPr>
            <p:cNvSpPr txBox="1">
              <a:spLocks noChangeArrowheads="1"/>
            </p:cNvSpPr>
            <p:nvPr/>
          </p:nvSpPr>
          <p:spPr bwMode="auto">
            <a:xfrm>
              <a:off x="784903" y="4003585"/>
              <a:ext cx="13837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192.4.31</a:t>
              </a: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7" name="Line 14">
              <a:extLst>
                <a:ext uri="{FF2B5EF4-FFF2-40B4-BE49-F238E27FC236}">
                  <a16:creationId xmlns:a16="http://schemas.microsoft.com/office/drawing/2014/main" id="{91D9C5CE-06AF-D91E-8380-7C625E608C07}"/>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15">
              <a:extLst>
                <a:ext uri="{FF2B5EF4-FFF2-40B4-BE49-F238E27FC236}">
                  <a16:creationId xmlns:a16="http://schemas.microsoft.com/office/drawing/2014/main" id="{C930DDB2-BFDC-77D2-AD1F-DB91AFFFC13B}"/>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792467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Rectangle 2">
            <a:extLst>
              <a:ext uri="{FF2B5EF4-FFF2-40B4-BE49-F238E27FC236}">
                <a16:creationId xmlns:a16="http://schemas.microsoft.com/office/drawing/2014/main" id="{4B38D996-A58A-77DE-0083-86C1AC769023}"/>
              </a:ext>
            </a:extLst>
          </p:cNvPr>
          <p:cNvSpPr>
            <a:spLocks noGrp="1" noChangeArrowheads="1"/>
          </p:cNvSpPr>
          <p:nvPr>
            <p:ph type="title"/>
          </p:nvPr>
        </p:nvSpPr>
        <p:spPr>
          <a:xfrm>
            <a:off x="838200" y="644409"/>
            <a:ext cx="8281987" cy="646113"/>
          </a:xfrm>
        </p:spPr>
        <p:txBody>
          <a:bodyPr>
            <a:noAutofit/>
          </a:bodyPr>
          <a:lstStyle/>
          <a:p>
            <a:pPr eaLnBrk="1" hangingPunct="1"/>
            <a:r>
              <a:rPr lang="en-US" altLang="en-US" dirty="0"/>
              <a:t>CIDR: Classless Inter Domain Routing </a:t>
            </a:r>
            <a:endParaRPr lang="en-AU" altLang="en-US" dirty="0"/>
          </a:p>
        </p:txBody>
      </p:sp>
      <p:sp>
        <p:nvSpPr>
          <p:cNvPr id="89091" name="Rectangle 3">
            <a:extLst>
              <a:ext uri="{FF2B5EF4-FFF2-40B4-BE49-F238E27FC236}">
                <a16:creationId xmlns:a16="http://schemas.microsoft.com/office/drawing/2014/main" id="{ED94EC74-E041-02CC-3853-0192145E15F6}"/>
              </a:ext>
            </a:extLst>
          </p:cNvPr>
          <p:cNvSpPr>
            <a:spLocks noGrp="1" noChangeArrowheads="1"/>
          </p:cNvSpPr>
          <p:nvPr>
            <p:ph type="body" idx="1"/>
          </p:nvPr>
        </p:nvSpPr>
        <p:spPr/>
        <p:txBody>
          <a:bodyPr/>
          <a:lstStyle/>
          <a:p>
            <a:r>
              <a:rPr lang="en-US" altLang="en-US" dirty="0"/>
              <a:t>How do the routing protocols handle this classless addresses</a:t>
            </a:r>
          </a:p>
          <a:p>
            <a:pPr lvl="1"/>
            <a:r>
              <a:rPr lang="en-US" altLang="en-US" dirty="0"/>
              <a:t>It must understand that the network number may be of any length</a:t>
            </a:r>
          </a:p>
          <a:p>
            <a:r>
              <a:rPr lang="en-US" altLang="en-US" dirty="0"/>
              <a:t>All routers must understand CIDR addressing</a:t>
            </a:r>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a:p>
            <a:pPr lvl="1" eaLnBrk="1" hangingPunct="1">
              <a:lnSpc>
                <a:spcPct val="90000"/>
              </a:lnSpc>
              <a:buFont typeface="Wingdings" panose="05000000000000000000" pitchFamily="2" charset="2"/>
              <a:buNone/>
            </a:pPr>
            <a:endParaRPr lang="en-US" altLang="en-US" sz="2000" dirty="0"/>
          </a:p>
        </p:txBody>
      </p:sp>
      <p:pic>
        <p:nvPicPr>
          <p:cNvPr id="3" name="Picture 2">
            <a:extLst>
              <a:ext uri="{FF2B5EF4-FFF2-40B4-BE49-F238E27FC236}">
                <a16:creationId xmlns:a16="http://schemas.microsoft.com/office/drawing/2014/main" id="{36CFAF60-C5A8-D9E7-2D38-5BE3EF01970A}"/>
              </a:ext>
            </a:extLst>
          </p:cNvPr>
          <p:cNvPicPr>
            <a:picLocks noChangeAspect="1"/>
          </p:cNvPicPr>
          <p:nvPr/>
        </p:nvPicPr>
        <p:blipFill rotWithShape="1">
          <a:blip r:embed="rId3"/>
          <a:srcRect l="28480" t="22840"/>
          <a:stretch/>
        </p:blipFill>
        <p:spPr>
          <a:xfrm>
            <a:off x="1877151" y="3429000"/>
            <a:ext cx="7395528" cy="2177321"/>
          </a:xfrm>
          <a:prstGeom prst="rect">
            <a:avLst/>
          </a:prstGeom>
        </p:spPr>
      </p:pic>
      <p:sp>
        <p:nvSpPr>
          <p:cNvPr id="4" name="Rectangle 3">
            <a:extLst>
              <a:ext uri="{FF2B5EF4-FFF2-40B4-BE49-F238E27FC236}">
                <a16:creationId xmlns:a16="http://schemas.microsoft.com/office/drawing/2014/main" id="{5D6AE7FC-05F4-D5A3-71B0-DEB3DC296A9B}"/>
              </a:ext>
            </a:extLst>
          </p:cNvPr>
          <p:cNvSpPr/>
          <p:nvPr/>
        </p:nvSpPr>
        <p:spPr>
          <a:xfrm>
            <a:off x="2203554" y="5066675"/>
            <a:ext cx="2593298" cy="26982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2400" b="1" dirty="0">
                <a:solidFill>
                  <a:srgbClr val="C00000"/>
                </a:solidFill>
              </a:rPr>
              <a:t>192.4.16.0/20</a:t>
            </a:r>
          </a:p>
        </p:txBody>
      </p:sp>
      <p:sp>
        <p:nvSpPr>
          <p:cNvPr id="5" name="Rectangle 4">
            <a:extLst>
              <a:ext uri="{FF2B5EF4-FFF2-40B4-BE49-F238E27FC236}">
                <a16:creationId xmlns:a16="http://schemas.microsoft.com/office/drawing/2014/main" id="{6818EDB9-8078-FEA6-FDB1-CA6AAB086C98}"/>
              </a:ext>
            </a:extLst>
          </p:cNvPr>
          <p:cNvSpPr/>
          <p:nvPr/>
        </p:nvSpPr>
        <p:spPr>
          <a:xfrm>
            <a:off x="5669855" y="5039193"/>
            <a:ext cx="2593298" cy="26982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2400" b="1" dirty="0">
                <a:solidFill>
                  <a:srgbClr val="C00000"/>
                </a:solidFill>
              </a:rPr>
              <a:t>Interface 3</a:t>
            </a: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54F230-50E4-D653-FEB6-7A774579E36B}"/>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064C9A7A-546F-302D-AFAA-B4B29E3B910B}"/>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187" name="Rectangle 3">
            <a:extLst>
              <a:ext uri="{FF2B5EF4-FFF2-40B4-BE49-F238E27FC236}">
                <a16:creationId xmlns:a16="http://schemas.microsoft.com/office/drawing/2014/main" id="{4833ADB1-04AB-7107-75EC-6EF9E0D630D3}"/>
              </a:ext>
            </a:extLst>
          </p:cNvPr>
          <p:cNvSpPr txBox="1">
            <a:spLocks noChangeArrowheads="1"/>
          </p:cNvSpPr>
          <p:nvPr/>
        </p:nvSpPr>
        <p:spPr>
          <a:xfrm>
            <a:off x="837133" y="1343025"/>
            <a:ext cx="11354867" cy="1809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subnet part of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gets allocated portion of its provider ISP’</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address space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88" name="Text Box 4">
            <a:extLst>
              <a:ext uri="{FF2B5EF4-FFF2-40B4-BE49-F238E27FC236}">
                <a16:creationId xmlns:a16="http://schemas.microsoft.com/office/drawing/2014/main" id="{72342527-90C0-76D3-DE17-362228122B04}"/>
              </a:ext>
            </a:extLst>
          </p:cNvPr>
          <p:cNvSpPr txBox="1">
            <a:spLocks noChangeArrowheads="1"/>
          </p:cNvSpPr>
          <p:nvPr/>
        </p:nvSpPr>
        <p:spPr bwMode="auto">
          <a:xfrm>
            <a:off x="1371628" y="2739402"/>
            <a:ext cx="1021577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ISP's block          </a:t>
            </a:r>
            <a:r>
              <a:rPr kumimoji="0" lang="en-US" altLang="en-US" sz="2000" b="0" i="0" u="sng" strike="noStrike" kern="1200" cap="none" spc="0" normalizeH="0" baseline="0" noProof="0" dirty="0">
                <a:ln>
                  <a:noFill/>
                </a:ln>
                <a:solidFill>
                  <a:srgbClr val="00B050"/>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0000  00000000    200.23.16.0/20</a:t>
            </a:r>
            <a:r>
              <a:rPr kumimoji="0" lang="en-US" altLang="en-US" sz="2000" b="0" i="0" u="none" strike="noStrike" kern="1200" cap="none" spc="0" normalizeH="0" baseline="0" noProof="0" dirty="0">
                <a:ln>
                  <a:noFill/>
                </a:ln>
                <a:solidFill>
                  <a:srgbClr val="ED7D31"/>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 Box 4">
            <a:extLst>
              <a:ext uri="{FF2B5EF4-FFF2-40B4-BE49-F238E27FC236}">
                <a16:creationId xmlns:a16="http://schemas.microsoft.com/office/drawing/2014/main" id="{46A4AE23-9484-02AC-B2D1-D6C7237A141B}"/>
              </a:ext>
            </a:extLst>
          </p:cNvPr>
          <p:cNvSpPr txBox="1">
            <a:spLocks noChangeArrowheads="1"/>
          </p:cNvSpPr>
          <p:nvPr/>
        </p:nvSpPr>
        <p:spPr bwMode="auto">
          <a:xfrm>
            <a:off x="1371600" y="3410617"/>
            <a:ext cx="10215770" cy="3231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 can then allocate out its address space in 8 blocks (if </a:t>
            </a:r>
            <a:r>
              <a:rPr lang="en-US" altLang="en-US" sz="2800" dirty="0">
                <a:solidFill>
                  <a:prstClr val="black"/>
                </a:solidFill>
                <a:latin typeface="Calibri" panose="020F0502020204030204"/>
              </a:rPr>
              <a:t>each block needs to support at most 510 hosts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    </a:t>
            </a:r>
            <a:r>
              <a:rPr kumimoji="0" lang="en-US" altLang="en-US" sz="2000" b="0" i="0" u="sng" strike="noStrike" kern="1200" cap="none" spc="0" normalizeH="0" baseline="0" noProof="0" dirty="0">
                <a:ln>
                  <a:noFill/>
                </a:ln>
                <a:solidFill>
                  <a:srgbClr val="00B050"/>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sng"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000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200.23.16.0/23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2    </a:t>
            </a:r>
            <a:r>
              <a:rPr kumimoji="0" lang="en-US" altLang="en-US" sz="2000" b="0" i="0" u="sng" strike="noStrike" kern="1200" cap="none" spc="0" normalizeH="0" baseline="0" noProof="0" dirty="0">
                <a:ln>
                  <a:noFill/>
                </a:ln>
                <a:solidFill>
                  <a:srgbClr val="00B050"/>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sng"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001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200.23.18.0/23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3    </a:t>
            </a:r>
            <a:r>
              <a:rPr kumimoji="0" lang="en-US" altLang="en-US" sz="2000" b="0" i="0" u="sng" strike="noStrike" kern="1200" cap="none" spc="0" normalizeH="0" baseline="0" noProof="0" dirty="0">
                <a:ln>
                  <a:noFill/>
                </a:ln>
                <a:solidFill>
                  <a:srgbClr val="00B050"/>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sng"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010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200.23.20.0/23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8    </a:t>
            </a:r>
            <a:r>
              <a:rPr kumimoji="0" lang="en-US" altLang="en-US" sz="2000" b="0" i="0" u="sng" strike="noStrike" kern="1200" cap="none" spc="0" normalizeH="0" baseline="0" noProof="0" dirty="0">
                <a:ln>
                  <a:noFill/>
                </a:ln>
                <a:solidFill>
                  <a:srgbClr val="00B050"/>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sng"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111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200.23.30.0/23</a:t>
            </a:r>
            <a:r>
              <a:rPr kumimoji="0" lang="en-US" altLang="en-US" sz="28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7" name="Slide Number Placeholder 3">
            <a:extLst>
              <a:ext uri="{FF2B5EF4-FFF2-40B4-BE49-F238E27FC236}">
                <a16:creationId xmlns:a16="http://schemas.microsoft.com/office/drawing/2014/main" id="{AE75EC68-D58E-CE3A-4740-190319192D1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63</a:t>
            </a:fld>
            <a:endParaRPr lang="en-US" dirty="0"/>
          </a:p>
        </p:txBody>
      </p:sp>
    </p:spTree>
    <p:extLst>
      <p:ext uri="{BB962C8B-B14F-4D97-AF65-F5344CB8AC3E}">
        <p14:creationId xmlns:p14="http://schemas.microsoft.com/office/powerpoint/2010/main" val="24382222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934B72-7A92-21D7-0381-AA31475234B6}"/>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12EF1491-18EC-D06A-4997-E2B177EABA0D}"/>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Hierarchical addressing: route aggregation</a:t>
            </a:r>
            <a:endParaRPr lang="en-US" sz="4800" dirty="0"/>
          </a:p>
        </p:txBody>
      </p:sp>
      <p:sp>
        <p:nvSpPr>
          <p:cNvPr id="47" name="Freeform 3">
            <a:extLst>
              <a:ext uri="{FF2B5EF4-FFF2-40B4-BE49-F238E27FC236}">
                <a16:creationId xmlns:a16="http://schemas.microsoft.com/office/drawing/2014/main" id="{908A3C9C-4789-F768-7CA0-BB4C35329672}"/>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1CB4E206-20C7-139F-5C11-8CA26B5A3ED8}"/>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Line 5">
            <a:extLst>
              <a:ext uri="{FF2B5EF4-FFF2-40B4-BE49-F238E27FC236}">
                <a16:creationId xmlns:a16="http://schemas.microsoft.com/office/drawing/2014/main" id="{0C0B939A-1CFA-8FA5-4FD7-7E29F453E788}"/>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77B4682A-BB3F-FF53-BF6D-9688F1E1B171}"/>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B500F748-17B3-9403-5B03-1C3947F5E455}"/>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CB813DDC-9D22-62EC-07A3-A5DFE648C8EF}"/>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A20B3E2-ECA4-02E3-5137-0DD5E3E54EA7}"/>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F954B389-4122-3F6B-3A4D-EF5099482B49}"/>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D3002437-C995-4A02-B757-617D317A482F}"/>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6" name="Group 12">
            <a:extLst>
              <a:ext uri="{FF2B5EF4-FFF2-40B4-BE49-F238E27FC236}">
                <a16:creationId xmlns:a16="http://schemas.microsoft.com/office/drawing/2014/main" id="{5205529F-5665-4FA3-AE29-D0DF9CCB23D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AFAA6B4D-4BBD-BF42-B0A6-755A61D7EC96}"/>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8EF21856-407C-47F4-88A9-F3AC512C6681}"/>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AEEC9C07-3795-EF3E-ABEF-47FE0E98C7A5}"/>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A9A6573E-86D4-9EF2-DD7C-0E7E32D6CF55}"/>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4B25C4FD-05F6-70BC-E751-0579E45CE27D}"/>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9284838C-9C07-F4ED-FE12-01BCA63BA38B}"/>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AAB4A54C-AB7E-724E-8B29-B86E6680CD8E}"/>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BEF79693-F5F7-0308-5E87-1148FC06DF69}"/>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393DE921-634A-EAE7-78C8-D1AF34CFD906}"/>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ED6C671C-A73B-9B24-725A-396DD96739AF}"/>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7" name="Text Box 23">
            <a:extLst>
              <a:ext uri="{FF2B5EF4-FFF2-40B4-BE49-F238E27FC236}">
                <a16:creationId xmlns:a16="http://schemas.microsoft.com/office/drawing/2014/main" id="{BA579A9B-D3C3-CF30-46E6-E08F75A62E1C}"/>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sp>
        <p:nvSpPr>
          <p:cNvPr id="68" name="Freeform 24">
            <a:extLst>
              <a:ext uri="{FF2B5EF4-FFF2-40B4-BE49-F238E27FC236}">
                <a16:creationId xmlns:a16="http://schemas.microsoft.com/office/drawing/2014/main" id="{3D53115A-339C-A739-3009-C3275ABC338D}"/>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27231FB5-9844-4649-D299-A2A1496F5420}"/>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9883A6C3-31F6-7154-84DA-8CF8D1D0F8A6}"/>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651E0244-E923-2853-AAF1-CD401D0741C3}"/>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DB04E577-A25B-91F0-0B97-55C818FEE65B}"/>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1BDD1C11-71C6-FCE9-5918-9E4CE674A148}"/>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4B7AED09-AB66-1D59-CC48-4F72DF993F9F}"/>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CF030488-68E9-4AED-8E42-9EE203664A50}"/>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A714DB33-3143-CF06-8F61-3CD39577FFA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E6088B3F-C47C-A2A7-BEB0-DEEC61FF75A1}"/>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E8487BE2-01F4-695D-63A2-E53F60DEA4A1}"/>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458D05E3-266A-DD6C-FB40-9597EED3CEC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BD7BBA75-C638-AB98-9102-885F82DB2BBB}"/>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D7249DE7-1F8A-A124-DBC5-87E2D6137669}"/>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7AB14120-5A6D-AA2C-D097-17AF11F11DC2}"/>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5716934-0DFC-08E1-BE61-EE48202CD718}"/>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B8D3C455-C345-853E-974E-9537C9284F0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9DCF458A-F1FC-976C-5B81-06567CB53055}"/>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9E96382A-3298-0E66-0027-3C8165545022}"/>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1DEB56BC-B531-CD8E-E478-82F0034A32B7}"/>
              </a:ext>
            </a:extLst>
          </p:cNvPr>
          <p:cNvSpPr txBox="1">
            <a:spLocks noChangeArrowheads="1"/>
          </p:cNvSpPr>
          <p:nvPr/>
        </p:nvSpPr>
        <p:spPr bwMode="auto">
          <a:xfrm>
            <a:off x="794480" y="1297352"/>
            <a:ext cx="10717966"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hierarchical addressing allows efficient advertisement of routing  information:</a:t>
            </a:r>
          </a:p>
        </p:txBody>
      </p:sp>
      <p:sp>
        <p:nvSpPr>
          <p:cNvPr id="44" name="Slide Number Placeholder 3">
            <a:extLst>
              <a:ext uri="{FF2B5EF4-FFF2-40B4-BE49-F238E27FC236}">
                <a16:creationId xmlns:a16="http://schemas.microsoft.com/office/drawing/2014/main" id="{96851AF7-AEEA-2D5E-C3E5-AA2CA28500C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64</a:t>
            </a:fld>
            <a:endParaRPr lang="en-US" dirty="0"/>
          </a:p>
        </p:txBody>
      </p:sp>
    </p:spTree>
    <p:extLst>
      <p:ext uri="{BB962C8B-B14F-4D97-AF65-F5344CB8AC3E}">
        <p14:creationId xmlns:p14="http://schemas.microsoft.com/office/powerpoint/2010/main" val="1815771231"/>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D3A39E-E031-97D0-39CE-5F71C2E27570}"/>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274EE466-A0C3-7E53-A3DF-029E6725240B}"/>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B28F1309-7F0A-63E4-3C9E-52A76E942D2E}"/>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FB8AACFF-DE72-8EB0-C037-CD694B20FB18}"/>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5DE1C756-EEEF-110A-595A-211504195C25}"/>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834F39A6-BECA-D9EA-EC05-2AB4492B2DB5}"/>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D250326D-7957-0F0A-69C4-E5B8C3322ABF}"/>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19E887E4-A3E4-7C4F-5C39-11C9D6422AFB}"/>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56161427-9579-8B5D-C2E2-DA8849313C75}"/>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BCBB5F96-7B74-8C63-1FC7-535E51C63C2C}"/>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9B08BCE3-04BD-ADEB-3B72-D9108FB68B4F}"/>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09C17CFF-0359-79CB-BD92-31D4B667D402}"/>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CBE13499-31BD-A0A5-BA20-040693624271}"/>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D8F66511-2D1E-3644-108E-4997BF33575F}"/>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B2A313FC-C4A4-74DC-9772-C7CAE199D173}"/>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E61C8F8B-4C0D-494B-7838-2A4E90D35F89}"/>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6B986BFB-B4EA-F9A8-B765-63D2F1A0EDB5}"/>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B5A6B6FA-C4C8-9DE6-0E18-B8FFC4DD94E5}"/>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grpSp>
        <p:nvGrpSpPr>
          <p:cNvPr id="5" name="Group 4">
            <a:extLst>
              <a:ext uri="{FF2B5EF4-FFF2-40B4-BE49-F238E27FC236}">
                <a16:creationId xmlns:a16="http://schemas.microsoft.com/office/drawing/2014/main" id="{2FA15158-6C1B-25BF-3DB1-774BE0EF4E91}"/>
              </a:ext>
            </a:extLst>
          </p:cNvPr>
          <p:cNvGrpSpPr/>
          <p:nvPr/>
        </p:nvGrpSpPr>
        <p:grpSpPr>
          <a:xfrm>
            <a:off x="1847642" y="3241129"/>
            <a:ext cx="2844800" cy="788987"/>
            <a:chOff x="1847642" y="3241129"/>
            <a:chExt cx="2844800" cy="788987"/>
          </a:xfrm>
        </p:grpSpPr>
        <p:sp>
          <p:nvSpPr>
            <p:cNvPr id="49" name="Line 5">
              <a:extLst>
                <a:ext uri="{FF2B5EF4-FFF2-40B4-BE49-F238E27FC236}">
                  <a16:creationId xmlns:a16="http://schemas.microsoft.com/office/drawing/2014/main" id="{1D2B0D5C-F2AC-5977-0909-A32E35007A31}"/>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6" name="Group 12">
              <a:extLst>
                <a:ext uri="{FF2B5EF4-FFF2-40B4-BE49-F238E27FC236}">
                  <a16:creationId xmlns:a16="http://schemas.microsoft.com/office/drawing/2014/main" id="{B024DC28-6B2B-5721-5572-2E4A60D109D1}"/>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D83B5DE6-6CEE-4A53-8277-3ADFAFE51D1F}"/>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99FDD1A8-EEA0-1F2F-E4ED-AB384186124E}"/>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 name="Text Box 23">
              <a:extLst>
                <a:ext uri="{FF2B5EF4-FFF2-40B4-BE49-F238E27FC236}">
                  <a16:creationId xmlns:a16="http://schemas.microsoft.com/office/drawing/2014/main" id="{97333A60-F4A3-B72D-550D-588C22695684}"/>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68" name="Freeform 24">
            <a:extLst>
              <a:ext uri="{FF2B5EF4-FFF2-40B4-BE49-F238E27FC236}">
                <a16:creationId xmlns:a16="http://schemas.microsoft.com/office/drawing/2014/main" id="{BE1D06B2-9D62-C679-1CEC-607E1CD01B23}"/>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A63D765F-15BA-5779-B30F-2F620D641BF9}"/>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F90161B8-23F2-CAAB-A34B-CB67C4FFF888}"/>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C0224A62-22CB-5B29-826F-D9E51CC7891C}"/>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898CE6A8-8B96-430A-D115-311D2056E3D9}"/>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DF2498E0-6F8E-5CB0-4051-15A5E9A5A0D4}"/>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688B6A0D-1539-03F3-12D8-73122B418DAC}"/>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DB695F9A-472E-3534-F44D-A3B98651A3B6}"/>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550B4D6F-8405-492C-1CED-D6C9672787C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B733E558-2616-45E2-6BAB-266390ECA8B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949EF350-8EFB-8D66-EE91-D78AE85B0FB2}"/>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19224FD8-E00C-5482-5D85-6CF6C8BFB208}"/>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5B2A3AB2-4A9D-FABE-D3CB-B615B7FB0CFE}"/>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D25B6E29-02FF-E784-BDCB-9A2F6BD25A1E}"/>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482E772A-08B3-1647-120C-F43B2C3A012F}"/>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210E277C-9569-B5FA-0AB1-1EB319463C3C}"/>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97F6200B-E7C7-F69E-ACFB-5FD80A2259C7}"/>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70D6F231-A804-01A7-AED9-5E8313979746}"/>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43200031-DA2C-0300-07D5-97FBD7A74E1A}"/>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6C89079-6EC2-1134-AB23-C3D52E2A5A1B}"/>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80566BAA-583A-F401-5B37-58A83DD710BD}"/>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97DAE49C-9803-452F-6915-47CB29D8531C}"/>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EE1DCF59-0D1E-C3EB-E383-1270206EEDEE}"/>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B67E9304-830B-4C61-02A1-4696E98F9B4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A32536A3-CF04-2CFA-652A-960E7FFDD79A}"/>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CB9AB30D-11E7-80B6-0609-F92EF2EFAF95}"/>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0BB4AB6D-880B-B811-327E-78A7CE991B1B}"/>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2" name="Slide Number Placeholder 3">
            <a:extLst>
              <a:ext uri="{FF2B5EF4-FFF2-40B4-BE49-F238E27FC236}">
                <a16:creationId xmlns:a16="http://schemas.microsoft.com/office/drawing/2014/main" id="{3B9AB5A4-360B-D0C8-D75D-14E383EE6AB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65</a:t>
            </a:fld>
            <a:endParaRPr lang="en-US" dirty="0"/>
          </a:p>
        </p:txBody>
      </p:sp>
    </p:spTree>
    <p:extLst>
      <p:ext uri="{BB962C8B-B14F-4D97-AF65-F5344CB8AC3E}">
        <p14:creationId xmlns:p14="http://schemas.microsoft.com/office/powerpoint/2010/main" val="3579316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99F558-8DA2-116E-B97F-45DB56EE5865}"/>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A2A855DF-28D9-EB46-07C5-358C7DA4F219}"/>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8B76FE1B-69F3-D7D3-F16D-651C46043E7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FCAD811D-D7CA-7A4E-ECC6-603EBBC95CB5}"/>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CB4775ED-453F-0E07-76A1-D55AA3B8D4AC}"/>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C33A4B58-8815-E7DC-D6C5-235184340FF2}"/>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0A58B67-F1E1-E752-ED52-050B1E7EEDE3}"/>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AB4C68A0-AF9B-331C-6F27-53EE9F8DA12D}"/>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1EAAB3AF-3D44-991C-8504-CFADC237FA29}"/>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26E8E9AD-5270-83A9-F066-D915EE519743}"/>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069CAED3-1F49-060B-EA5E-86B31224C2EB}"/>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72995C44-30DB-BA26-946C-01FC6067DEF3}"/>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42BFB86D-A507-1346-83DF-7FAFA3837746}"/>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A418522E-5D19-1F95-74A0-013A18693D79}"/>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AD06412E-EC7D-ABB8-BDCD-F99622183557}"/>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695CD424-F92F-BE03-CA60-D0C7062AE328}"/>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6A899DEE-63EE-7DD1-8BEB-3646538A27A6}"/>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BA5DE0C5-88D6-8FF3-983D-57446A3D6899}"/>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8" name="Freeform 24">
            <a:extLst>
              <a:ext uri="{FF2B5EF4-FFF2-40B4-BE49-F238E27FC236}">
                <a16:creationId xmlns:a16="http://schemas.microsoft.com/office/drawing/2014/main" id="{02F6EBC9-F9C8-FF63-9167-60CE7D26B2DA}"/>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E6B6858A-2630-26D3-DE70-5A0BED251216}"/>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A74E2D0-9952-9E8A-576F-B3469CFC4551}"/>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E4E7647D-B3FF-5232-C7D4-559A0BEE9E75}"/>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0324D759-A65F-6662-0CB8-705C10865728}"/>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4BC9A84C-C63B-E3D5-254C-8FD1F6BCCEC7}"/>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D4264763-A658-73CC-C145-9FD25388753F}"/>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7AC47826-2203-F701-8EC9-0848AB3664CE}"/>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E5E06A88-CF46-0B20-C8DB-0413F637159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40CD95D8-98FC-BD9A-DF39-1A8374D79DCE}"/>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A794B862-D893-1456-13EA-4E5DEAD3EF5C}"/>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A4B5E2FB-1122-5874-F74C-B0EFDE416EFB}"/>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62A08EA8-EF99-B3A5-25E5-BF57408C3337}"/>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CDA9A9C8-A654-F659-39FE-1B3C68C660CA}"/>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FF8E7A19-EEB4-0ED8-395A-56C2BFBA5B9A}"/>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533527E8-BCA5-61D5-F35F-20FA9008267C}"/>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6F6D124B-C5DD-74E5-732D-154EC9F2F14B}"/>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9B2A57C7-7967-FA07-5DEB-BBB14EF684C4}"/>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B32B153C-85EE-E8B5-92A1-EF96E6B90AE2}"/>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E87DFC5C-4593-14A3-79D3-3DA6ECB1AA52}"/>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501EBB62-3D94-6FD8-F652-05ABACBFC083}"/>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8B56ABAB-336A-2187-FF66-AF6A7328FF05}"/>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440D59B-C1F6-042E-4C29-043149A0561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4867E287-149D-A919-21F8-7C48F38DF4FE}"/>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4C8CE002-7E4B-3CCF-B700-A8048F034E4E}"/>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7B57E314-EEC8-6626-DC08-A30F4F2D5B2C}"/>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2E544E76-43F6-40F9-CB95-3E8467725BD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 name="Freeform 3">
            <a:extLst>
              <a:ext uri="{FF2B5EF4-FFF2-40B4-BE49-F238E27FC236}">
                <a16:creationId xmlns:a16="http://schemas.microsoft.com/office/drawing/2014/main" id="{6AD5C8BA-5749-847A-A415-43964AF605BD}"/>
              </a:ext>
            </a:extLst>
          </p:cNvPr>
          <p:cNvSpPr/>
          <p:nvPr/>
        </p:nvSpPr>
        <p:spPr>
          <a:xfrm>
            <a:off x="4049486" y="4865915"/>
            <a:ext cx="5274129" cy="1257299"/>
          </a:xfrm>
          <a:custGeom>
            <a:avLst/>
            <a:gdLst>
              <a:gd name="connsiteX0" fmla="*/ 5225143 w 5225143"/>
              <a:gd name="connsiteY0" fmla="*/ 0 h 1322614"/>
              <a:gd name="connsiteX1" fmla="*/ 1583871 w 5225143"/>
              <a:gd name="connsiteY1" fmla="*/ 587829 h 1322614"/>
              <a:gd name="connsiteX2" fmla="*/ 718457 w 5225143"/>
              <a:gd name="connsiteY2" fmla="*/ 963386 h 1322614"/>
              <a:gd name="connsiteX3" fmla="*/ 0 w 5225143"/>
              <a:gd name="connsiteY3" fmla="*/ 1322614 h 1322614"/>
              <a:gd name="connsiteX0" fmla="*/ 5225143 w 5225143"/>
              <a:gd name="connsiteY0" fmla="*/ 0 h 1322614"/>
              <a:gd name="connsiteX1" fmla="*/ 1583871 w 5225143"/>
              <a:gd name="connsiteY1" fmla="*/ 587829 h 1322614"/>
              <a:gd name="connsiteX2" fmla="*/ 849085 w 5225143"/>
              <a:gd name="connsiteY2" fmla="*/ 783772 h 1322614"/>
              <a:gd name="connsiteX3" fmla="*/ 0 w 5225143"/>
              <a:gd name="connsiteY3" fmla="*/ 1322614 h 1322614"/>
              <a:gd name="connsiteX0" fmla="*/ 5225143 w 5225143"/>
              <a:gd name="connsiteY0" fmla="*/ 0 h 1322614"/>
              <a:gd name="connsiteX1" fmla="*/ 849085 w 5225143"/>
              <a:gd name="connsiteY1" fmla="*/ 783772 h 1322614"/>
              <a:gd name="connsiteX2" fmla="*/ 0 w 5225143"/>
              <a:gd name="connsiteY2" fmla="*/ 1322614 h 1322614"/>
              <a:gd name="connsiteX0" fmla="*/ 5274129 w 5274129"/>
              <a:gd name="connsiteY0" fmla="*/ 0 h 1257299"/>
              <a:gd name="connsiteX1" fmla="*/ 849085 w 5274129"/>
              <a:gd name="connsiteY1" fmla="*/ 718457 h 1257299"/>
              <a:gd name="connsiteX2" fmla="*/ 0 w 5274129"/>
              <a:gd name="connsiteY2" fmla="*/ 1257299 h 1257299"/>
            </a:gdLst>
            <a:ahLst/>
            <a:cxnLst>
              <a:cxn ang="0">
                <a:pos x="connsiteX0" y="connsiteY0"/>
              </a:cxn>
              <a:cxn ang="0">
                <a:pos x="connsiteX1" y="connsiteY1"/>
              </a:cxn>
              <a:cxn ang="0">
                <a:pos x="connsiteX2" y="connsiteY2"/>
              </a:cxn>
            </a:cxnLst>
            <a:rect l="l" t="t" r="r" b="b"/>
            <a:pathLst>
              <a:path w="5274129" h="1257299">
                <a:moveTo>
                  <a:pt x="5274129" y="0"/>
                </a:moveTo>
                <a:lnTo>
                  <a:pt x="849085" y="718457"/>
                </a:lnTo>
                <a:lnTo>
                  <a:pt x="0" y="1257299"/>
                </a:lnTo>
              </a:path>
            </a:pathLst>
          </a:custGeom>
          <a:noFill/>
          <a:ln w="76200">
            <a:solidFill>
              <a:srgbClr val="3333CC"/>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Slide Number Placeholder 3">
            <a:extLst>
              <a:ext uri="{FF2B5EF4-FFF2-40B4-BE49-F238E27FC236}">
                <a16:creationId xmlns:a16="http://schemas.microsoft.com/office/drawing/2014/main" id="{52AB97E2-4489-36F6-0B50-72C16D604EA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66</a:t>
            </a:fld>
            <a:endParaRPr lang="en-US" dirty="0"/>
          </a:p>
        </p:txBody>
      </p:sp>
    </p:spTree>
    <p:extLst>
      <p:ext uri="{BB962C8B-B14F-4D97-AF65-F5344CB8AC3E}">
        <p14:creationId xmlns:p14="http://schemas.microsoft.com/office/powerpoint/2010/main" val="4946955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That’s actually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two</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questions: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 How does a network obtain an IP address block (network prefix)?</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endPar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44525" indent="-346075">
              <a:buFont typeface="+mj-lt"/>
              <a:buAutoNum type="arabicPeriod"/>
              <a:defRPr/>
            </a:pPr>
            <a:r>
              <a:rPr kumimoji="0" lang="en-US" altLang="en-US" sz="3000" b="1"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host obtain an IP address within that network (host part)?</a:t>
            </a:r>
          </a:p>
          <a:p>
            <a:pPr marL="644525" indent="-346075">
              <a:buFont typeface="+mj-lt"/>
              <a:buAutoNum type="arabicPeriod"/>
              <a:defRPr/>
            </a:pPr>
            <a:endParaRPr kumimoji="0" lang="en-US" altLang="en-US" sz="3000" b="1"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endPar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0BA2288-FC78-F84B-AA24-40801EC93568}"/>
              </a:ext>
            </a:extLst>
          </p:cNvPr>
          <p:cNvSpPr/>
          <p:nvPr/>
        </p:nvSpPr>
        <p:spPr>
          <a:xfrm>
            <a:off x="1104900" y="4234164"/>
            <a:ext cx="10533088" cy="224676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hard-coded by sysadmin in config file (e.g.,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/etc/rc.config in UNIX)</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DHCP: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ynamic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ost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C</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onfiguration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rotocol: dynamically get address from as server</a:t>
            </a:r>
          </a:p>
          <a:p>
            <a:pPr marL="800100" marR="0" lvl="1"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“plug-and-play”</a:t>
            </a:r>
          </a:p>
        </p:txBody>
      </p:sp>
      <p:sp>
        <p:nvSpPr>
          <p:cNvPr id="5" name="Slide Number Placeholder 3">
            <a:extLst>
              <a:ext uri="{FF2B5EF4-FFF2-40B4-BE49-F238E27FC236}">
                <a16:creationId xmlns:a16="http://schemas.microsoft.com/office/drawing/2014/main" id="{9084C300-711D-1C4E-A81B-733D1F5A7E6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67</a:t>
            </a:fld>
            <a:endParaRPr lang="en-US" dirty="0"/>
          </a:p>
        </p:txBody>
      </p:sp>
    </p:spTree>
    <p:extLst>
      <p:ext uri="{BB962C8B-B14F-4D97-AF65-F5344CB8AC3E}">
        <p14:creationId xmlns:p14="http://schemas.microsoft.com/office/powerpoint/2010/main" val="2363231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Dynamic Host Configuration Protocol</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1096157" cy="2317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goal: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dynamically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obtains IP address from network server when it “joins” network</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can renew its lease on address in use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allows reuse of addresses (only hold address while connected/</a:t>
            </a:r>
            <a:r>
              <a:rPr kumimoji="0" lang="en-US" altLang="ja-JP"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on)</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support for mobile users who join/leave network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A1A4878C-1BFB-0D4A-B7ED-0141B1F98B2A}"/>
              </a:ext>
            </a:extLst>
          </p:cNvPr>
          <p:cNvSpPr txBox="1">
            <a:spLocks noChangeArrowheads="1"/>
          </p:cNvSpPr>
          <p:nvPr/>
        </p:nvSpPr>
        <p:spPr>
          <a:xfrm>
            <a:off x="869430" y="3920499"/>
            <a:ext cx="11096157" cy="2345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06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DHCP overview:</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broadcasts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discover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responds with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offer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requests IP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request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msg</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sends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ack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 name="Slide Number Placeholder 3">
            <a:extLst>
              <a:ext uri="{FF2B5EF4-FFF2-40B4-BE49-F238E27FC236}">
                <a16:creationId xmlns:a16="http://schemas.microsoft.com/office/drawing/2014/main" id="{656901C4-5463-CC4D-A8BA-E1B660D5615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68</a:t>
            </a:fld>
            <a:endParaRPr lang="en-US" dirty="0"/>
          </a:p>
        </p:txBody>
      </p:sp>
    </p:spTree>
    <p:extLst>
      <p:ext uri="{BB962C8B-B14F-4D97-AF65-F5344CB8AC3E}">
        <p14:creationId xmlns:p14="http://schemas.microsoft.com/office/powerpoint/2010/main" val="812812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6" name="Freeform 140">
            <a:extLst>
              <a:ext uri="{FF2B5EF4-FFF2-40B4-BE49-F238E27FC236}">
                <a16:creationId xmlns:a16="http://schemas.microsoft.com/office/drawing/2014/main" id="{31DAAA25-5A53-F648-BB18-AC788729F193}"/>
              </a:ext>
            </a:extLst>
          </p:cNvPr>
          <p:cNvSpPr>
            <a:spLocks/>
          </p:cNvSpPr>
          <p:nvPr/>
        </p:nvSpPr>
        <p:spPr bwMode="auto">
          <a:xfrm rot="16200000">
            <a:off x="3939641" y="4185782"/>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Freeform 140">
            <a:extLst>
              <a:ext uri="{FF2B5EF4-FFF2-40B4-BE49-F238E27FC236}">
                <a16:creationId xmlns:a16="http://schemas.microsoft.com/office/drawing/2014/main" id="{69E13419-1E45-0F46-879F-C381AD412BFC}"/>
              </a:ext>
            </a:extLst>
          </p:cNvPr>
          <p:cNvSpPr>
            <a:spLocks/>
          </p:cNvSpPr>
          <p:nvPr/>
        </p:nvSpPr>
        <p:spPr bwMode="auto">
          <a:xfrm rot="10800000">
            <a:off x="4937385" y="2859425"/>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 name="Freeform 140">
            <a:extLst>
              <a:ext uri="{FF2B5EF4-FFF2-40B4-BE49-F238E27FC236}">
                <a16:creationId xmlns:a16="http://schemas.microsoft.com/office/drawing/2014/main" id="{3EAEF544-5AF2-EB4B-803E-855EBA054CB2}"/>
              </a:ext>
            </a:extLst>
          </p:cNvPr>
          <p:cNvSpPr>
            <a:spLocks/>
          </p:cNvSpPr>
          <p:nvPr/>
        </p:nvSpPr>
        <p:spPr bwMode="auto">
          <a:xfrm>
            <a:off x="2902210" y="2441913"/>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Text Box 26">
            <a:extLst>
              <a:ext uri="{FF2B5EF4-FFF2-40B4-BE49-F238E27FC236}">
                <a16:creationId xmlns:a16="http://schemas.microsoft.com/office/drawing/2014/main" id="{D36DACCB-29DB-4E4F-ABF1-53C696E50312}"/>
              </a:ext>
            </a:extLst>
          </p:cNvPr>
          <p:cNvSpPr txBox="1">
            <a:spLocks noChangeArrowheads="1"/>
          </p:cNvSpPr>
          <p:nvPr/>
        </p:nvSpPr>
        <p:spPr bwMode="auto">
          <a:xfrm>
            <a:off x="2284673" y="22720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10" name="Group 27">
            <a:extLst>
              <a:ext uri="{FF2B5EF4-FFF2-40B4-BE49-F238E27FC236}">
                <a16:creationId xmlns:a16="http://schemas.microsoft.com/office/drawing/2014/main" id="{5D1A4459-0744-6248-B463-A419CA5BCEDA}"/>
              </a:ext>
            </a:extLst>
          </p:cNvPr>
          <p:cNvGrpSpPr>
            <a:grpSpLocks/>
          </p:cNvGrpSpPr>
          <p:nvPr/>
        </p:nvGrpSpPr>
        <p:grpSpPr bwMode="auto">
          <a:xfrm>
            <a:off x="1460763" y="3097551"/>
            <a:ext cx="1011238" cy="393700"/>
            <a:chOff x="3194" y="523"/>
            <a:chExt cx="637" cy="248"/>
          </a:xfrm>
        </p:grpSpPr>
        <p:sp>
          <p:nvSpPr>
            <p:cNvPr id="11" name="Rectangle 28">
              <a:extLst>
                <a:ext uri="{FF2B5EF4-FFF2-40B4-BE49-F238E27FC236}">
                  <a16:creationId xmlns:a16="http://schemas.microsoft.com/office/drawing/2014/main" id="{7BCFF031-6D67-D540-B6AC-0305463820C6}"/>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Text Box 29">
              <a:extLst>
                <a:ext uri="{FF2B5EF4-FFF2-40B4-BE49-F238E27FC236}">
                  <a16:creationId xmlns:a16="http://schemas.microsoft.com/office/drawing/2014/main" id="{535E211A-A4D0-EB48-8374-6DF2345B95B5}"/>
                </a:ext>
              </a:extLst>
            </p:cNvPr>
            <p:cNvSpPr txBox="1">
              <a:spLocks noChangeArrowheads="1"/>
            </p:cNvSpPr>
            <p:nvPr/>
          </p:nvSpPr>
          <p:spPr bwMode="auto">
            <a:xfrm>
              <a:off x="3194" y="523"/>
              <a:ext cx="5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3" name="Text Box 30">
            <a:extLst>
              <a:ext uri="{FF2B5EF4-FFF2-40B4-BE49-F238E27FC236}">
                <a16:creationId xmlns:a16="http://schemas.microsoft.com/office/drawing/2014/main" id="{C69E9848-9E5D-8D4C-97D2-4B27341DD8DA}"/>
              </a:ext>
            </a:extLst>
          </p:cNvPr>
          <p:cNvSpPr txBox="1">
            <a:spLocks noChangeArrowheads="1"/>
          </p:cNvSpPr>
          <p:nvPr/>
        </p:nvSpPr>
        <p:spPr bwMode="auto">
          <a:xfrm>
            <a:off x="2389448" y="42278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4" name="Text Box 31">
            <a:extLst>
              <a:ext uri="{FF2B5EF4-FFF2-40B4-BE49-F238E27FC236}">
                <a16:creationId xmlns:a16="http://schemas.microsoft.com/office/drawing/2014/main" id="{DF8FBE0F-CE5D-3F4C-8724-A2B65CD63802}"/>
              </a:ext>
            </a:extLst>
          </p:cNvPr>
          <p:cNvSpPr txBox="1">
            <a:spLocks noChangeArrowheads="1"/>
          </p:cNvSpPr>
          <p:nvPr/>
        </p:nvSpPr>
        <p:spPr bwMode="auto">
          <a:xfrm>
            <a:off x="3209055" y="3445031"/>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33">
            <a:extLst>
              <a:ext uri="{FF2B5EF4-FFF2-40B4-BE49-F238E27FC236}">
                <a16:creationId xmlns:a16="http://schemas.microsoft.com/office/drawing/2014/main" id="{E1BAC4A0-E14C-B347-93DA-120559030826}"/>
              </a:ext>
            </a:extLst>
          </p:cNvPr>
          <p:cNvSpPr txBox="1">
            <a:spLocks noChangeArrowheads="1"/>
          </p:cNvSpPr>
          <p:nvPr/>
        </p:nvSpPr>
        <p:spPr bwMode="auto">
          <a:xfrm>
            <a:off x="4572034" y="3416409"/>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6" name="Text Box 41">
            <a:extLst>
              <a:ext uri="{FF2B5EF4-FFF2-40B4-BE49-F238E27FC236}">
                <a16:creationId xmlns:a16="http://schemas.microsoft.com/office/drawing/2014/main" id="{39006EDA-7902-FA40-B143-CA8341816B19}"/>
              </a:ext>
            </a:extLst>
          </p:cNvPr>
          <p:cNvSpPr txBox="1">
            <a:spLocks noChangeArrowheads="1"/>
          </p:cNvSpPr>
          <p:nvPr/>
        </p:nvSpPr>
        <p:spPr bwMode="auto">
          <a:xfrm>
            <a:off x="5576206" y="4449327"/>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44">
            <a:extLst>
              <a:ext uri="{FF2B5EF4-FFF2-40B4-BE49-F238E27FC236}">
                <a16:creationId xmlns:a16="http://schemas.microsoft.com/office/drawing/2014/main" id="{BE89C22D-CB46-8549-82D3-9E9741AFCA6B}"/>
              </a:ext>
            </a:extLst>
          </p:cNvPr>
          <p:cNvSpPr txBox="1">
            <a:spLocks noChangeArrowheads="1"/>
          </p:cNvSpPr>
          <p:nvPr/>
        </p:nvSpPr>
        <p:spPr bwMode="auto">
          <a:xfrm>
            <a:off x="5700504" y="240792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Line 45">
            <a:extLst>
              <a:ext uri="{FF2B5EF4-FFF2-40B4-BE49-F238E27FC236}">
                <a16:creationId xmlns:a16="http://schemas.microsoft.com/office/drawing/2014/main" id="{3C0F2103-31E3-1E4B-8C1F-C448C2CA4488}"/>
              </a:ext>
            </a:extLst>
          </p:cNvPr>
          <p:cNvSpPr>
            <a:spLocks noChangeShapeType="1"/>
          </p:cNvSpPr>
          <p:nvPr/>
        </p:nvSpPr>
        <p:spPr bwMode="auto">
          <a:xfrm>
            <a:off x="4353185" y="3874288"/>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 name="Text Box 53">
            <a:extLst>
              <a:ext uri="{FF2B5EF4-FFF2-40B4-BE49-F238E27FC236}">
                <a16:creationId xmlns:a16="http://schemas.microsoft.com/office/drawing/2014/main" id="{DC27773B-AE4D-7B44-82B4-8EF0DEDE0A3C}"/>
              </a:ext>
            </a:extLst>
          </p:cNvPr>
          <p:cNvSpPr txBox="1">
            <a:spLocks noChangeArrowheads="1"/>
          </p:cNvSpPr>
          <p:nvPr/>
        </p:nvSpPr>
        <p:spPr bwMode="auto">
          <a:xfrm>
            <a:off x="4965677" y="5374255"/>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0" name="Text Box 56">
            <a:extLst>
              <a:ext uri="{FF2B5EF4-FFF2-40B4-BE49-F238E27FC236}">
                <a16:creationId xmlns:a16="http://schemas.microsoft.com/office/drawing/2014/main" id="{21E62D77-73B8-9647-9335-F6704548295D}"/>
              </a:ext>
            </a:extLst>
          </p:cNvPr>
          <p:cNvSpPr txBox="1">
            <a:spLocks noChangeArrowheads="1"/>
          </p:cNvSpPr>
          <p:nvPr/>
        </p:nvSpPr>
        <p:spPr bwMode="auto">
          <a:xfrm>
            <a:off x="3900694" y="535964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21" name="Group 57">
            <a:extLst>
              <a:ext uri="{FF2B5EF4-FFF2-40B4-BE49-F238E27FC236}">
                <a16:creationId xmlns:a16="http://schemas.microsoft.com/office/drawing/2014/main" id="{E4FF3E6C-0BB8-1442-B3E6-762239BB9684}"/>
              </a:ext>
            </a:extLst>
          </p:cNvPr>
          <p:cNvGrpSpPr>
            <a:grpSpLocks/>
          </p:cNvGrpSpPr>
          <p:nvPr/>
        </p:nvGrpSpPr>
        <p:grpSpPr bwMode="auto">
          <a:xfrm>
            <a:off x="3878520" y="4135775"/>
            <a:ext cx="1028699" cy="307975"/>
            <a:chOff x="4550" y="1257"/>
            <a:chExt cx="648" cy="194"/>
          </a:xfrm>
        </p:grpSpPr>
        <p:sp>
          <p:nvSpPr>
            <p:cNvPr id="22" name="Rectangle 58">
              <a:extLst>
                <a:ext uri="{FF2B5EF4-FFF2-40B4-BE49-F238E27FC236}">
                  <a16:creationId xmlns:a16="http://schemas.microsoft.com/office/drawing/2014/main" id="{AFEEB12C-DC96-6E46-B1D6-71F1FEEFD1BD}"/>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Text Box 59">
              <a:extLst>
                <a:ext uri="{FF2B5EF4-FFF2-40B4-BE49-F238E27FC236}">
                  <a16:creationId xmlns:a16="http://schemas.microsoft.com/office/drawing/2014/main" id="{7B5F402D-07D3-1A44-B12D-5A96C1DBFC6F}"/>
                </a:ext>
              </a:extLst>
            </p:cNvPr>
            <p:cNvSpPr txBox="1">
              <a:spLocks noChangeArrowheads="1"/>
            </p:cNvSpPr>
            <p:nvPr/>
          </p:nvSpPr>
          <p:spPr bwMode="auto">
            <a:xfrm>
              <a:off x="4550" y="1257"/>
              <a:ext cx="64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24" name="Group 73">
            <a:extLst>
              <a:ext uri="{FF2B5EF4-FFF2-40B4-BE49-F238E27FC236}">
                <a16:creationId xmlns:a16="http://schemas.microsoft.com/office/drawing/2014/main" id="{935720AA-DFA8-6C4D-A9DF-F1AEC40955CA}"/>
              </a:ext>
            </a:extLst>
          </p:cNvPr>
          <p:cNvGrpSpPr>
            <a:grpSpLocks/>
          </p:cNvGrpSpPr>
          <p:nvPr/>
        </p:nvGrpSpPr>
        <p:grpSpPr bwMode="auto">
          <a:xfrm>
            <a:off x="2110048" y="2518113"/>
            <a:ext cx="641350" cy="558800"/>
            <a:chOff x="-44" y="1473"/>
            <a:chExt cx="981" cy="1105"/>
          </a:xfrm>
        </p:grpSpPr>
        <p:pic>
          <p:nvPicPr>
            <p:cNvPr id="25" name="Picture 74" descr="desktop_computer_stylized_medium">
              <a:extLst>
                <a:ext uri="{FF2B5EF4-FFF2-40B4-BE49-F238E27FC236}">
                  <a16:creationId xmlns:a16="http://schemas.microsoft.com/office/drawing/2014/main" id="{35E83BBA-8877-014F-A226-CC9A3A908C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75">
              <a:extLst>
                <a:ext uri="{FF2B5EF4-FFF2-40B4-BE49-F238E27FC236}">
                  <a16:creationId xmlns:a16="http://schemas.microsoft.com/office/drawing/2014/main" id="{EEB02E84-9186-3B42-AAC9-859A194F99D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0">
            <a:extLst>
              <a:ext uri="{FF2B5EF4-FFF2-40B4-BE49-F238E27FC236}">
                <a16:creationId xmlns:a16="http://schemas.microsoft.com/office/drawing/2014/main" id="{61E37396-6C3D-BF43-B8E2-EC2B8A5E6147}"/>
              </a:ext>
            </a:extLst>
          </p:cNvPr>
          <p:cNvGrpSpPr>
            <a:grpSpLocks/>
          </p:cNvGrpSpPr>
          <p:nvPr/>
        </p:nvGrpSpPr>
        <p:grpSpPr bwMode="auto">
          <a:xfrm>
            <a:off x="2105285" y="3116600"/>
            <a:ext cx="641350" cy="558800"/>
            <a:chOff x="-44" y="1473"/>
            <a:chExt cx="981" cy="1105"/>
          </a:xfrm>
        </p:grpSpPr>
        <p:pic>
          <p:nvPicPr>
            <p:cNvPr id="28" name="Picture 81" descr="desktop_computer_stylized_medium">
              <a:extLst>
                <a:ext uri="{FF2B5EF4-FFF2-40B4-BE49-F238E27FC236}">
                  <a16:creationId xmlns:a16="http://schemas.microsoft.com/office/drawing/2014/main" id="{94B1919C-737D-9843-A32B-4611678EE9D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reeform 82">
              <a:extLst>
                <a:ext uri="{FF2B5EF4-FFF2-40B4-BE49-F238E27FC236}">
                  <a16:creationId xmlns:a16="http://schemas.microsoft.com/office/drawing/2014/main" id="{831A54DA-BC03-904F-9EC5-5B377957BD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 name="Group 83">
            <a:extLst>
              <a:ext uri="{FF2B5EF4-FFF2-40B4-BE49-F238E27FC236}">
                <a16:creationId xmlns:a16="http://schemas.microsoft.com/office/drawing/2014/main" id="{E0C94097-9317-BE45-A584-4C61CB5C706E}"/>
              </a:ext>
            </a:extLst>
          </p:cNvPr>
          <p:cNvGrpSpPr>
            <a:grpSpLocks/>
          </p:cNvGrpSpPr>
          <p:nvPr/>
        </p:nvGrpSpPr>
        <p:grpSpPr bwMode="auto">
          <a:xfrm>
            <a:off x="2133860" y="3726200"/>
            <a:ext cx="641350" cy="558800"/>
            <a:chOff x="-44" y="1473"/>
            <a:chExt cx="981" cy="1105"/>
          </a:xfrm>
        </p:grpSpPr>
        <p:pic>
          <p:nvPicPr>
            <p:cNvPr id="31" name="Picture 84" descr="desktop_computer_stylized_medium">
              <a:extLst>
                <a:ext uri="{FF2B5EF4-FFF2-40B4-BE49-F238E27FC236}">
                  <a16:creationId xmlns:a16="http://schemas.microsoft.com/office/drawing/2014/main" id="{95635DB0-2F79-F74E-8399-E2F3FC747C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Freeform 85">
              <a:extLst>
                <a:ext uri="{FF2B5EF4-FFF2-40B4-BE49-F238E27FC236}">
                  <a16:creationId xmlns:a16="http://schemas.microsoft.com/office/drawing/2014/main" id="{0D36091B-285B-5148-ABB5-689E65169CB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87">
            <a:extLst>
              <a:ext uri="{FF2B5EF4-FFF2-40B4-BE49-F238E27FC236}">
                <a16:creationId xmlns:a16="http://schemas.microsoft.com/office/drawing/2014/main" id="{B04BEE98-0C49-EF4A-A93C-CEEDF2563E9E}"/>
              </a:ext>
            </a:extLst>
          </p:cNvPr>
          <p:cNvGrpSpPr>
            <a:grpSpLocks/>
          </p:cNvGrpSpPr>
          <p:nvPr/>
        </p:nvGrpSpPr>
        <p:grpSpPr bwMode="auto">
          <a:xfrm flipH="1">
            <a:off x="5793048" y="2675275"/>
            <a:ext cx="641350" cy="558800"/>
            <a:chOff x="-44" y="1473"/>
            <a:chExt cx="981" cy="1105"/>
          </a:xfrm>
        </p:grpSpPr>
        <p:pic>
          <p:nvPicPr>
            <p:cNvPr id="34" name="Picture 88" descr="desktop_computer_stylized_medium">
              <a:extLst>
                <a:ext uri="{FF2B5EF4-FFF2-40B4-BE49-F238E27FC236}">
                  <a16:creationId xmlns:a16="http://schemas.microsoft.com/office/drawing/2014/main" id="{E696DA5C-EBB6-DD4E-B7A6-B2101BC8DD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89">
              <a:extLst>
                <a:ext uri="{FF2B5EF4-FFF2-40B4-BE49-F238E27FC236}">
                  <a16:creationId xmlns:a16="http://schemas.microsoft.com/office/drawing/2014/main" id="{DCA1EB25-A45A-7F41-8718-77AAFFAC28A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90">
            <a:extLst>
              <a:ext uri="{FF2B5EF4-FFF2-40B4-BE49-F238E27FC236}">
                <a16:creationId xmlns:a16="http://schemas.microsoft.com/office/drawing/2014/main" id="{0654A4CA-EB3A-F04B-B0EC-F3BAB4EC9996}"/>
              </a:ext>
            </a:extLst>
          </p:cNvPr>
          <p:cNvGrpSpPr>
            <a:grpSpLocks/>
          </p:cNvGrpSpPr>
          <p:nvPr/>
        </p:nvGrpSpPr>
        <p:grpSpPr bwMode="auto">
          <a:xfrm flipH="1">
            <a:off x="5807335" y="3954800"/>
            <a:ext cx="641350" cy="558800"/>
            <a:chOff x="-44" y="1473"/>
            <a:chExt cx="981" cy="1105"/>
          </a:xfrm>
        </p:grpSpPr>
        <p:pic>
          <p:nvPicPr>
            <p:cNvPr id="37" name="Picture 91" descr="desktop_computer_stylized_medium">
              <a:extLst>
                <a:ext uri="{FF2B5EF4-FFF2-40B4-BE49-F238E27FC236}">
                  <a16:creationId xmlns:a16="http://schemas.microsoft.com/office/drawing/2014/main" id="{1FE2F863-2385-884E-80D8-6DBCCB97C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92">
              <a:extLst>
                <a:ext uri="{FF2B5EF4-FFF2-40B4-BE49-F238E27FC236}">
                  <a16:creationId xmlns:a16="http://schemas.microsoft.com/office/drawing/2014/main" id="{45C0E3E0-B4B3-D440-989F-58666FD89A8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93">
            <a:extLst>
              <a:ext uri="{FF2B5EF4-FFF2-40B4-BE49-F238E27FC236}">
                <a16:creationId xmlns:a16="http://schemas.microsoft.com/office/drawing/2014/main" id="{BDAC79F7-89A0-314F-9731-BEF20F5C4E78}"/>
              </a:ext>
            </a:extLst>
          </p:cNvPr>
          <p:cNvGrpSpPr>
            <a:grpSpLocks/>
          </p:cNvGrpSpPr>
          <p:nvPr/>
        </p:nvGrpSpPr>
        <p:grpSpPr bwMode="auto">
          <a:xfrm flipH="1">
            <a:off x="5193019" y="4884750"/>
            <a:ext cx="641350" cy="558800"/>
            <a:chOff x="-44" y="1473"/>
            <a:chExt cx="981" cy="1105"/>
          </a:xfrm>
        </p:grpSpPr>
        <p:pic>
          <p:nvPicPr>
            <p:cNvPr id="40" name="Picture 94" descr="desktop_computer_stylized_medium">
              <a:extLst>
                <a:ext uri="{FF2B5EF4-FFF2-40B4-BE49-F238E27FC236}">
                  <a16:creationId xmlns:a16="http://schemas.microsoft.com/office/drawing/2014/main" id="{ED726F1D-6554-FA43-BFFB-A644B1257B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95">
              <a:extLst>
                <a:ext uri="{FF2B5EF4-FFF2-40B4-BE49-F238E27FC236}">
                  <a16:creationId xmlns:a16="http://schemas.microsoft.com/office/drawing/2014/main" id="{72833A31-BB7C-C546-B481-EF3FD82946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 name="Group 96">
            <a:extLst>
              <a:ext uri="{FF2B5EF4-FFF2-40B4-BE49-F238E27FC236}">
                <a16:creationId xmlns:a16="http://schemas.microsoft.com/office/drawing/2014/main" id="{DC7645FE-448B-A341-B973-11CC7F695077}"/>
              </a:ext>
            </a:extLst>
          </p:cNvPr>
          <p:cNvGrpSpPr>
            <a:grpSpLocks/>
          </p:cNvGrpSpPr>
          <p:nvPr/>
        </p:nvGrpSpPr>
        <p:grpSpPr bwMode="auto">
          <a:xfrm flipH="1">
            <a:off x="3683849" y="5545761"/>
            <a:ext cx="641350" cy="558800"/>
            <a:chOff x="-44" y="1473"/>
            <a:chExt cx="981" cy="1105"/>
          </a:xfrm>
        </p:grpSpPr>
        <p:pic>
          <p:nvPicPr>
            <p:cNvPr id="43" name="Picture 97" descr="desktop_computer_stylized_medium">
              <a:extLst>
                <a:ext uri="{FF2B5EF4-FFF2-40B4-BE49-F238E27FC236}">
                  <a16:creationId xmlns:a16="http://schemas.microsoft.com/office/drawing/2014/main" id="{6F5B829D-406E-7D40-A729-595FDA08C1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98">
              <a:extLst>
                <a:ext uri="{FF2B5EF4-FFF2-40B4-BE49-F238E27FC236}">
                  <a16:creationId xmlns:a16="http://schemas.microsoft.com/office/drawing/2014/main" id="{DBFC272D-F29F-7045-8DB1-3AADCA25B99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45" name="Straight Connector 44">
            <a:extLst>
              <a:ext uri="{FF2B5EF4-FFF2-40B4-BE49-F238E27FC236}">
                <a16:creationId xmlns:a16="http://schemas.microsoft.com/office/drawing/2014/main" id="{9F0B14AF-BE14-BA42-B837-EF27889EE38D}"/>
              </a:ext>
            </a:extLst>
          </p:cNvPr>
          <p:cNvCxnSpPr/>
          <p:nvPr/>
        </p:nvCxnSpPr>
        <p:spPr>
          <a:xfrm>
            <a:off x="2690676" y="2925190"/>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0E58F0A-DE3C-5547-8D0D-A1907B822F60}"/>
              </a:ext>
            </a:extLst>
          </p:cNvPr>
          <p:cNvCxnSpPr/>
          <p:nvPr/>
        </p:nvCxnSpPr>
        <p:spPr>
          <a:xfrm>
            <a:off x="2692109" y="352407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2C980BD-EF83-9F4E-B244-C6C6F3D90313}"/>
              </a:ext>
            </a:extLst>
          </p:cNvPr>
          <p:cNvCxnSpPr/>
          <p:nvPr/>
        </p:nvCxnSpPr>
        <p:spPr>
          <a:xfrm>
            <a:off x="2699264" y="4137247"/>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56681D6-2EB2-B04A-8D8B-A6A1CB731912}"/>
              </a:ext>
            </a:extLst>
          </p:cNvPr>
          <p:cNvCxnSpPr>
            <a:cxnSpLocks/>
          </p:cNvCxnSpPr>
          <p:nvPr/>
        </p:nvCxnSpPr>
        <p:spPr>
          <a:xfrm>
            <a:off x="5623185" y="3081673"/>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E859720-97E8-5B48-99CA-305481B5731F}"/>
              </a:ext>
            </a:extLst>
          </p:cNvPr>
          <p:cNvCxnSpPr>
            <a:cxnSpLocks/>
          </p:cNvCxnSpPr>
          <p:nvPr/>
        </p:nvCxnSpPr>
        <p:spPr>
          <a:xfrm>
            <a:off x="5624546" y="436078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65B0BC6-6E2C-8948-899C-C852708C6A20}"/>
              </a:ext>
            </a:extLst>
          </p:cNvPr>
          <p:cNvCxnSpPr/>
          <p:nvPr/>
        </p:nvCxnSpPr>
        <p:spPr>
          <a:xfrm>
            <a:off x="3883139" y="5341789"/>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C1CBF63-9CC3-0E4B-9CBB-7AE038D0DD0C}"/>
              </a:ext>
            </a:extLst>
          </p:cNvPr>
          <p:cNvCxnSpPr>
            <a:cxnSpLocks/>
          </p:cNvCxnSpPr>
          <p:nvPr/>
        </p:nvCxnSpPr>
        <p:spPr>
          <a:xfrm>
            <a:off x="4911047" y="5304616"/>
            <a:ext cx="3801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06BCE1BA-2CCC-5641-AE63-0BC42C1DD252}"/>
              </a:ext>
            </a:extLst>
          </p:cNvPr>
          <p:cNvCxnSpPr>
            <a:cxnSpLocks/>
          </p:cNvCxnSpPr>
          <p:nvPr/>
        </p:nvCxnSpPr>
        <p:spPr>
          <a:xfrm>
            <a:off x="3357797" y="3717874"/>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0B61164-CB17-DE4D-B24C-361019C04182}"/>
              </a:ext>
            </a:extLst>
          </p:cNvPr>
          <p:cNvCxnSpPr>
            <a:cxnSpLocks/>
          </p:cNvCxnSpPr>
          <p:nvPr/>
        </p:nvCxnSpPr>
        <p:spPr>
          <a:xfrm>
            <a:off x="4540907" y="3723826"/>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6918EF7F-B4FA-FA43-9A8F-43852A652D77}"/>
              </a:ext>
            </a:extLst>
          </p:cNvPr>
          <p:cNvGrpSpPr/>
          <p:nvPr/>
        </p:nvGrpSpPr>
        <p:grpSpPr>
          <a:xfrm>
            <a:off x="4046926" y="3577753"/>
            <a:ext cx="632991" cy="300938"/>
            <a:chOff x="7493876" y="2774731"/>
            <a:chExt cx="1481958" cy="894622"/>
          </a:xfrm>
        </p:grpSpPr>
        <p:sp>
          <p:nvSpPr>
            <p:cNvPr id="55" name="Freeform 54">
              <a:extLst>
                <a:ext uri="{FF2B5EF4-FFF2-40B4-BE49-F238E27FC236}">
                  <a16:creationId xmlns:a16="http://schemas.microsoft.com/office/drawing/2014/main" id="{027EFDF7-79C3-D749-83A5-52EBF8D8C9D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 name="Oval 55">
              <a:extLst>
                <a:ext uri="{FF2B5EF4-FFF2-40B4-BE49-F238E27FC236}">
                  <a16:creationId xmlns:a16="http://schemas.microsoft.com/office/drawing/2014/main" id="{29726ED5-7E21-F742-9225-0765716E3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 name="Group 56">
              <a:extLst>
                <a:ext uri="{FF2B5EF4-FFF2-40B4-BE49-F238E27FC236}">
                  <a16:creationId xmlns:a16="http://schemas.microsoft.com/office/drawing/2014/main" id="{1385899F-863F-C248-A7F6-A0044E4CC6E9}"/>
                </a:ext>
              </a:extLst>
            </p:cNvPr>
            <p:cNvGrpSpPr/>
            <p:nvPr/>
          </p:nvGrpSpPr>
          <p:grpSpPr>
            <a:xfrm>
              <a:off x="7713663" y="2848339"/>
              <a:ext cx="1042107" cy="425543"/>
              <a:chOff x="7786941" y="2884917"/>
              <a:chExt cx="897649" cy="353919"/>
            </a:xfrm>
          </p:grpSpPr>
          <p:sp>
            <p:nvSpPr>
              <p:cNvPr id="58" name="Freeform 57">
                <a:extLst>
                  <a:ext uri="{FF2B5EF4-FFF2-40B4-BE49-F238E27FC236}">
                    <a16:creationId xmlns:a16="http://schemas.microsoft.com/office/drawing/2014/main" id="{0116806E-754B-3442-BBDE-7771700E93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091B82BB-768A-DC4E-A911-FFB5B8C8412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64DECB39-792F-8B4A-866B-2654CAC3A8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324B35FF-A729-F647-AEC0-72562E4EDD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B09F7B2E-D5B8-BB4E-8759-AB827AE6F160}"/>
              </a:ext>
            </a:extLst>
          </p:cNvPr>
          <p:cNvGrpSpPr/>
          <p:nvPr/>
        </p:nvGrpSpPr>
        <p:grpSpPr>
          <a:xfrm>
            <a:off x="4199467" y="1861963"/>
            <a:ext cx="1778000" cy="1399961"/>
            <a:chOff x="4199467" y="1861963"/>
            <a:chExt cx="1778000" cy="1399961"/>
          </a:xfrm>
        </p:grpSpPr>
        <p:sp>
          <p:nvSpPr>
            <p:cNvPr id="82" name="Text Box 168">
              <a:extLst>
                <a:ext uri="{FF2B5EF4-FFF2-40B4-BE49-F238E27FC236}">
                  <a16:creationId xmlns:a16="http://schemas.microsoft.com/office/drawing/2014/main" id="{749D76C1-253F-7E4C-99D3-C389D0FFFB97}"/>
                </a:ext>
              </a:extLst>
            </p:cNvPr>
            <p:cNvSpPr txBox="1">
              <a:spLocks noChangeArrowheads="1"/>
            </p:cNvSpPr>
            <p:nvPr/>
          </p:nvSpPr>
          <p:spPr bwMode="auto">
            <a:xfrm>
              <a:off x="4199467" y="1861963"/>
              <a:ext cx="177800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server</a:t>
              </a:r>
            </a:p>
          </p:txBody>
        </p:sp>
        <p:grpSp>
          <p:nvGrpSpPr>
            <p:cNvPr id="2" name="Group 1">
              <a:extLst>
                <a:ext uri="{FF2B5EF4-FFF2-40B4-BE49-F238E27FC236}">
                  <a16:creationId xmlns:a16="http://schemas.microsoft.com/office/drawing/2014/main" id="{49F111B8-3FCA-FC4C-BF5D-F65380BA1918}"/>
                </a:ext>
              </a:extLst>
            </p:cNvPr>
            <p:cNvGrpSpPr/>
            <p:nvPr/>
          </p:nvGrpSpPr>
          <p:grpSpPr>
            <a:xfrm>
              <a:off x="4496295" y="2275617"/>
              <a:ext cx="1061308" cy="986307"/>
              <a:chOff x="4496295" y="2275617"/>
              <a:chExt cx="1061308" cy="986307"/>
            </a:xfrm>
          </p:grpSpPr>
          <p:grpSp>
            <p:nvGrpSpPr>
              <p:cNvPr id="83" name="Group 195">
                <a:extLst>
                  <a:ext uri="{FF2B5EF4-FFF2-40B4-BE49-F238E27FC236}">
                    <a16:creationId xmlns:a16="http://schemas.microsoft.com/office/drawing/2014/main" id="{92C401A3-F193-CA42-B665-D7D45D1E2842}"/>
                  </a:ext>
                </a:extLst>
              </p:cNvPr>
              <p:cNvGrpSpPr>
                <a:grpSpLocks/>
              </p:cNvGrpSpPr>
              <p:nvPr/>
            </p:nvGrpSpPr>
            <p:grpSpPr bwMode="auto">
              <a:xfrm>
                <a:off x="4733925" y="2275617"/>
                <a:ext cx="365672" cy="681037"/>
                <a:chOff x="4140" y="429"/>
                <a:chExt cx="1425" cy="2396"/>
              </a:xfrm>
            </p:grpSpPr>
            <p:sp>
              <p:nvSpPr>
                <p:cNvPr id="84" name="Freeform 196">
                  <a:extLst>
                    <a:ext uri="{FF2B5EF4-FFF2-40B4-BE49-F238E27FC236}">
                      <a16:creationId xmlns:a16="http://schemas.microsoft.com/office/drawing/2014/main" id="{F996EE8E-AAFF-DC43-A262-7E2D6797D51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197">
                  <a:extLst>
                    <a:ext uri="{FF2B5EF4-FFF2-40B4-BE49-F238E27FC236}">
                      <a16:creationId xmlns:a16="http://schemas.microsoft.com/office/drawing/2014/main" id="{D97D7B28-0756-2245-817F-8856E2707529}"/>
                    </a:ext>
                  </a:extLst>
                </p:cNvPr>
                <p:cNvSpPr>
                  <a:spLocks noChangeArrowheads="1"/>
                </p:cNvSpPr>
                <p:nvPr/>
              </p:nvSpPr>
              <p:spPr bwMode="auto">
                <a:xfrm>
                  <a:off x="4208"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6" name="Freeform 198">
                  <a:extLst>
                    <a:ext uri="{FF2B5EF4-FFF2-40B4-BE49-F238E27FC236}">
                      <a16:creationId xmlns:a16="http://schemas.microsoft.com/office/drawing/2014/main" id="{4C04780A-1D8C-3848-920B-640B79B0C86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99">
                  <a:extLst>
                    <a:ext uri="{FF2B5EF4-FFF2-40B4-BE49-F238E27FC236}">
                      <a16:creationId xmlns:a16="http://schemas.microsoft.com/office/drawing/2014/main" id="{D5EF4AD6-5273-B04C-A408-1EE9352D51A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200">
                  <a:extLst>
                    <a:ext uri="{FF2B5EF4-FFF2-40B4-BE49-F238E27FC236}">
                      <a16:creationId xmlns:a16="http://schemas.microsoft.com/office/drawing/2014/main" id="{8EF7317E-B5CF-944B-B3A0-73BD27602234}"/>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9" name="Group 201">
                  <a:extLst>
                    <a:ext uri="{FF2B5EF4-FFF2-40B4-BE49-F238E27FC236}">
                      <a16:creationId xmlns:a16="http://schemas.microsoft.com/office/drawing/2014/main" id="{BB7E36FC-FE93-9145-8F58-AC065CA43A93}"/>
                    </a:ext>
                  </a:extLst>
                </p:cNvPr>
                <p:cNvGrpSpPr>
                  <a:grpSpLocks/>
                </p:cNvGrpSpPr>
                <p:nvPr/>
              </p:nvGrpSpPr>
              <p:grpSpPr bwMode="auto">
                <a:xfrm>
                  <a:off x="4749" y="668"/>
                  <a:ext cx="581" cy="145"/>
                  <a:chOff x="614" y="2568"/>
                  <a:chExt cx="725" cy="139"/>
                </a:xfrm>
              </p:grpSpPr>
              <p:sp>
                <p:nvSpPr>
                  <p:cNvPr id="114" name="AutoShape 202">
                    <a:extLst>
                      <a:ext uri="{FF2B5EF4-FFF2-40B4-BE49-F238E27FC236}">
                        <a16:creationId xmlns:a16="http://schemas.microsoft.com/office/drawing/2014/main" id="{C6A2DDA6-6A3E-CA42-A8E9-9548184E4340}"/>
                      </a:ext>
                    </a:extLst>
                  </p:cNvPr>
                  <p:cNvSpPr>
                    <a:spLocks noChangeArrowheads="1"/>
                  </p:cNvSpPr>
                  <p:nvPr/>
                </p:nvSpPr>
                <p:spPr bwMode="auto">
                  <a:xfrm>
                    <a:off x="613" y="2569"/>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5" name="AutoShape 203">
                    <a:extLst>
                      <a:ext uri="{FF2B5EF4-FFF2-40B4-BE49-F238E27FC236}">
                        <a16:creationId xmlns:a16="http://schemas.microsoft.com/office/drawing/2014/main" id="{9D9CC773-4E5B-4A41-9674-9AC4E8DE3AE6}"/>
                      </a:ext>
                    </a:extLst>
                  </p:cNvPr>
                  <p:cNvSpPr>
                    <a:spLocks noChangeArrowheads="1"/>
                  </p:cNvSpPr>
                  <p:nvPr/>
                </p:nvSpPr>
                <p:spPr bwMode="auto">
                  <a:xfrm>
                    <a:off x="627" y="2585"/>
                    <a:ext cx="689"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Rectangle 204">
                  <a:extLst>
                    <a:ext uri="{FF2B5EF4-FFF2-40B4-BE49-F238E27FC236}">
                      <a16:creationId xmlns:a16="http://schemas.microsoft.com/office/drawing/2014/main" id="{3F22A4C9-56F2-DE48-B8D9-3895E3ACE2D4}"/>
                    </a:ext>
                  </a:extLst>
                </p:cNvPr>
                <p:cNvSpPr>
                  <a:spLocks noChangeArrowheads="1"/>
                </p:cNvSpPr>
                <p:nvPr/>
              </p:nvSpPr>
              <p:spPr bwMode="auto">
                <a:xfrm>
                  <a:off x="4224" y="1021"/>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1" name="Group 205">
                  <a:extLst>
                    <a:ext uri="{FF2B5EF4-FFF2-40B4-BE49-F238E27FC236}">
                      <a16:creationId xmlns:a16="http://schemas.microsoft.com/office/drawing/2014/main" id="{75863D69-5E86-6246-B7FE-8384C4BFE60C}"/>
                    </a:ext>
                  </a:extLst>
                </p:cNvPr>
                <p:cNvGrpSpPr>
                  <a:grpSpLocks/>
                </p:cNvGrpSpPr>
                <p:nvPr/>
              </p:nvGrpSpPr>
              <p:grpSpPr bwMode="auto">
                <a:xfrm>
                  <a:off x="4747" y="994"/>
                  <a:ext cx="581" cy="134"/>
                  <a:chOff x="614" y="2568"/>
                  <a:chExt cx="725" cy="139"/>
                </a:xfrm>
              </p:grpSpPr>
              <p:sp>
                <p:nvSpPr>
                  <p:cNvPr id="112" name="AutoShape 206">
                    <a:extLst>
                      <a:ext uri="{FF2B5EF4-FFF2-40B4-BE49-F238E27FC236}">
                        <a16:creationId xmlns:a16="http://schemas.microsoft.com/office/drawing/2014/main" id="{B2956786-E03A-6D41-9641-A3AEE3CEF591}"/>
                      </a:ext>
                    </a:extLst>
                  </p:cNvPr>
                  <p:cNvSpPr>
                    <a:spLocks noChangeArrowheads="1"/>
                  </p:cNvSpPr>
                  <p:nvPr/>
                </p:nvSpPr>
                <p:spPr bwMode="auto">
                  <a:xfrm>
                    <a:off x="616" y="2567"/>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3" name="AutoShape 207">
                    <a:extLst>
                      <a:ext uri="{FF2B5EF4-FFF2-40B4-BE49-F238E27FC236}">
                        <a16:creationId xmlns:a16="http://schemas.microsoft.com/office/drawing/2014/main" id="{6FFFFB0F-D98B-FF4D-B155-AACF1383E446}"/>
                      </a:ext>
                    </a:extLst>
                  </p:cNvPr>
                  <p:cNvSpPr>
                    <a:spLocks noChangeArrowheads="1"/>
                  </p:cNvSpPr>
                  <p:nvPr/>
                </p:nvSpPr>
                <p:spPr bwMode="auto">
                  <a:xfrm>
                    <a:off x="630"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2" name="Rectangle 208">
                  <a:extLst>
                    <a:ext uri="{FF2B5EF4-FFF2-40B4-BE49-F238E27FC236}">
                      <a16:creationId xmlns:a16="http://schemas.microsoft.com/office/drawing/2014/main" id="{E903EB04-2402-184D-AF52-7C1CCD526119}"/>
                    </a:ext>
                  </a:extLst>
                </p:cNvPr>
                <p:cNvSpPr>
                  <a:spLocks noChangeArrowheads="1"/>
                </p:cNvSpPr>
                <p:nvPr/>
              </p:nvSpPr>
              <p:spPr bwMode="auto">
                <a:xfrm>
                  <a:off x="4219" y="1356"/>
                  <a:ext cx="59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3" name="Rectangle 209">
                  <a:extLst>
                    <a:ext uri="{FF2B5EF4-FFF2-40B4-BE49-F238E27FC236}">
                      <a16:creationId xmlns:a16="http://schemas.microsoft.com/office/drawing/2014/main" id="{2500B436-7576-9D45-9FE0-290A8354C825}"/>
                    </a:ext>
                  </a:extLst>
                </p:cNvPr>
                <p:cNvSpPr>
                  <a:spLocks noChangeArrowheads="1"/>
                </p:cNvSpPr>
                <p:nvPr/>
              </p:nvSpPr>
              <p:spPr bwMode="auto">
                <a:xfrm>
                  <a:off x="4230" y="1658"/>
                  <a:ext cx="591"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4" name="Group 210">
                  <a:extLst>
                    <a:ext uri="{FF2B5EF4-FFF2-40B4-BE49-F238E27FC236}">
                      <a16:creationId xmlns:a16="http://schemas.microsoft.com/office/drawing/2014/main" id="{507BA385-393B-9D43-A31A-2DDD6019EF97}"/>
                    </a:ext>
                  </a:extLst>
                </p:cNvPr>
                <p:cNvGrpSpPr>
                  <a:grpSpLocks/>
                </p:cNvGrpSpPr>
                <p:nvPr/>
              </p:nvGrpSpPr>
              <p:grpSpPr bwMode="auto">
                <a:xfrm>
                  <a:off x="4735" y="1627"/>
                  <a:ext cx="582" cy="151"/>
                  <a:chOff x="614" y="2568"/>
                  <a:chExt cx="725" cy="139"/>
                </a:xfrm>
              </p:grpSpPr>
              <p:sp>
                <p:nvSpPr>
                  <p:cNvPr id="110" name="AutoShape 211">
                    <a:extLst>
                      <a:ext uri="{FF2B5EF4-FFF2-40B4-BE49-F238E27FC236}">
                        <a16:creationId xmlns:a16="http://schemas.microsoft.com/office/drawing/2014/main" id="{256D59F0-4973-1244-ADBD-A73C0137CF42}"/>
                      </a:ext>
                    </a:extLst>
                  </p:cNvPr>
                  <p:cNvSpPr>
                    <a:spLocks noChangeArrowheads="1"/>
                  </p:cNvSpPr>
                  <p:nvPr/>
                </p:nvSpPr>
                <p:spPr bwMode="auto">
                  <a:xfrm>
                    <a:off x="617" y="2576"/>
                    <a:ext cx="723"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212">
                    <a:extLst>
                      <a:ext uri="{FF2B5EF4-FFF2-40B4-BE49-F238E27FC236}">
                        <a16:creationId xmlns:a16="http://schemas.microsoft.com/office/drawing/2014/main" id="{F29A5B2E-8C02-2546-B3B1-7E91A82DEA0C}"/>
                      </a:ext>
                    </a:extLst>
                  </p:cNvPr>
                  <p:cNvSpPr>
                    <a:spLocks noChangeArrowheads="1"/>
                  </p:cNvSpPr>
                  <p:nvPr/>
                </p:nvSpPr>
                <p:spPr bwMode="auto">
                  <a:xfrm>
                    <a:off x="631" y="2586"/>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5" name="Freeform 213">
                  <a:extLst>
                    <a:ext uri="{FF2B5EF4-FFF2-40B4-BE49-F238E27FC236}">
                      <a16:creationId xmlns:a16="http://schemas.microsoft.com/office/drawing/2014/main" id="{EC84988B-E040-C045-830F-089AF6FEEF2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96" name="Group 214">
                  <a:extLst>
                    <a:ext uri="{FF2B5EF4-FFF2-40B4-BE49-F238E27FC236}">
                      <a16:creationId xmlns:a16="http://schemas.microsoft.com/office/drawing/2014/main" id="{7A047F44-5A09-E24B-9DF0-F6CE20B24BF1}"/>
                    </a:ext>
                  </a:extLst>
                </p:cNvPr>
                <p:cNvGrpSpPr>
                  <a:grpSpLocks/>
                </p:cNvGrpSpPr>
                <p:nvPr/>
              </p:nvGrpSpPr>
              <p:grpSpPr bwMode="auto">
                <a:xfrm>
                  <a:off x="4739" y="1327"/>
                  <a:ext cx="582" cy="139"/>
                  <a:chOff x="614" y="2568"/>
                  <a:chExt cx="725" cy="139"/>
                </a:xfrm>
              </p:grpSpPr>
              <p:sp>
                <p:nvSpPr>
                  <p:cNvPr id="108" name="AutoShape 215">
                    <a:extLst>
                      <a:ext uri="{FF2B5EF4-FFF2-40B4-BE49-F238E27FC236}">
                        <a16:creationId xmlns:a16="http://schemas.microsoft.com/office/drawing/2014/main" id="{17DAD139-F7D2-D74C-AE2D-D6BFC617D7C0}"/>
                      </a:ext>
                    </a:extLst>
                  </p:cNvPr>
                  <p:cNvSpPr>
                    <a:spLocks noChangeArrowheads="1"/>
                  </p:cNvSpPr>
                  <p:nvPr/>
                </p:nvSpPr>
                <p:spPr bwMode="auto">
                  <a:xfrm>
                    <a:off x="612" y="2569"/>
                    <a:ext cx="730"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9" name="AutoShape 216">
                    <a:extLst>
                      <a:ext uri="{FF2B5EF4-FFF2-40B4-BE49-F238E27FC236}">
                        <a16:creationId xmlns:a16="http://schemas.microsoft.com/office/drawing/2014/main" id="{999E63AB-7139-F74C-BCF7-6549DA2A9951}"/>
                      </a:ext>
                    </a:extLst>
                  </p:cNvPr>
                  <p:cNvSpPr>
                    <a:spLocks noChangeArrowheads="1"/>
                  </p:cNvSpPr>
                  <p:nvPr/>
                </p:nvSpPr>
                <p:spPr bwMode="auto">
                  <a:xfrm>
                    <a:off x="626"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7" name="Rectangle 217">
                  <a:extLst>
                    <a:ext uri="{FF2B5EF4-FFF2-40B4-BE49-F238E27FC236}">
                      <a16:creationId xmlns:a16="http://schemas.microsoft.com/office/drawing/2014/main" id="{92484BC0-E78C-4A41-A8A7-76E737A41143}"/>
                    </a:ext>
                  </a:extLst>
                </p:cNvPr>
                <p:cNvSpPr>
                  <a:spLocks noChangeArrowheads="1"/>
                </p:cNvSpPr>
                <p:nvPr/>
              </p:nvSpPr>
              <p:spPr bwMode="auto">
                <a:xfrm>
                  <a:off x="5250"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8" name="Freeform 218">
                  <a:extLst>
                    <a:ext uri="{FF2B5EF4-FFF2-40B4-BE49-F238E27FC236}">
                      <a16:creationId xmlns:a16="http://schemas.microsoft.com/office/drawing/2014/main" id="{EFB0F20F-1957-B542-90DC-B26A746D79C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9">
                  <a:extLst>
                    <a:ext uri="{FF2B5EF4-FFF2-40B4-BE49-F238E27FC236}">
                      <a16:creationId xmlns:a16="http://schemas.microsoft.com/office/drawing/2014/main" id="{307311BD-196C-6041-ACFC-FDD880DA5B5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220">
                  <a:extLst>
                    <a:ext uri="{FF2B5EF4-FFF2-40B4-BE49-F238E27FC236}">
                      <a16:creationId xmlns:a16="http://schemas.microsoft.com/office/drawing/2014/main" id="{89A7E0BB-C394-EE49-9A0A-C99B05729413}"/>
                    </a:ext>
                  </a:extLst>
                </p:cNvPr>
                <p:cNvSpPr>
                  <a:spLocks noChangeArrowheads="1"/>
                </p:cNvSpPr>
                <p:nvPr/>
              </p:nvSpPr>
              <p:spPr bwMode="auto">
                <a:xfrm>
                  <a:off x="5514" y="2613"/>
                  <a:ext cx="51"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1" name="Freeform 221">
                  <a:extLst>
                    <a:ext uri="{FF2B5EF4-FFF2-40B4-BE49-F238E27FC236}">
                      <a16:creationId xmlns:a16="http://schemas.microsoft.com/office/drawing/2014/main" id="{98AFBD94-761C-9F44-92F1-52E2961E5CA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AutoShape 222">
                  <a:extLst>
                    <a:ext uri="{FF2B5EF4-FFF2-40B4-BE49-F238E27FC236}">
                      <a16:creationId xmlns:a16="http://schemas.microsoft.com/office/drawing/2014/main" id="{E14DC574-9CD1-DE4F-B70E-0A4A3A939D86}"/>
                    </a:ext>
                  </a:extLst>
                </p:cNvPr>
                <p:cNvSpPr>
                  <a:spLocks noChangeArrowheads="1"/>
                </p:cNvSpPr>
                <p:nvPr/>
              </p:nvSpPr>
              <p:spPr bwMode="auto">
                <a:xfrm>
                  <a:off x="4140" y="2680"/>
                  <a:ext cx="1200" cy="145"/>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3" name="AutoShape 223">
                  <a:extLst>
                    <a:ext uri="{FF2B5EF4-FFF2-40B4-BE49-F238E27FC236}">
                      <a16:creationId xmlns:a16="http://schemas.microsoft.com/office/drawing/2014/main" id="{20532455-FB0B-0540-8065-55BA87738867}"/>
                    </a:ext>
                  </a:extLst>
                </p:cNvPr>
                <p:cNvSpPr>
                  <a:spLocks noChangeArrowheads="1"/>
                </p:cNvSpPr>
                <p:nvPr/>
              </p:nvSpPr>
              <p:spPr bwMode="auto">
                <a:xfrm>
                  <a:off x="4208" y="2713"/>
                  <a:ext cx="1070"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4" name="Oval 224">
                  <a:extLst>
                    <a:ext uri="{FF2B5EF4-FFF2-40B4-BE49-F238E27FC236}">
                      <a16:creationId xmlns:a16="http://schemas.microsoft.com/office/drawing/2014/main" id="{5C39E517-1478-774A-83FE-92EE98C41B1C}"/>
                    </a:ext>
                  </a:extLst>
                </p:cNvPr>
                <p:cNvSpPr>
                  <a:spLocks noChangeArrowheads="1"/>
                </p:cNvSpPr>
                <p:nvPr/>
              </p:nvSpPr>
              <p:spPr bwMode="auto">
                <a:xfrm>
                  <a:off x="4309"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5" name="Oval 225">
                  <a:extLst>
                    <a:ext uri="{FF2B5EF4-FFF2-40B4-BE49-F238E27FC236}">
                      <a16:creationId xmlns:a16="http://schemas.microsoft.com/office/drawing/2014/main" id="{18CDBC59-1599-3E4F-B0C2-F7221503E00D}"/>
                    </a:ext>
                  </a:extLst>
                </p:cNvPr>
                <p:cNvSpPr>
                  <a:spLocks noChangeArrowheads="1"/>
                </p:cNvSpPr>
                <p:nvPr/>
              </p:nvSpPr>
              <p:spPr bwMode="auto">
                <a:xfrm>
                  <a:off x="4484" y="2384"/>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06" name="Oval 226">
                  <a:extLst>
                    <a:ext uri="{FF2B5EF4-FFF2-40B4-BE49-F238E27FC236}">
                      <a16:creationId xmlns:a16="http://schemas.microsoft.com/office/drawing/2014/main" id="{7BBEDBA4-536F-D24E-8D45-C258629A4200}"/>
                    </a:ext>
                  </a:extLst>
                </p:cNvPr>
                <p:cNvSpPr>
                  <a:spLocks noChangeArrowheads="1"/>
                </p:cNvSpPr>
                <p:nvPr/>
              </p:nvSpPr>
              <p:spPr bwMode="auto">
                <a:xfrm>
                  <a:off x="4664"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227">
                  <a:extLst>
                    <a:ext uri="{FF2B5EF4-FFF2-40B4-BE49-F238E27FC236}">
                      <a16:creationId xmlns:a16="http://schemas.microsoft.com/office/drawing/2014/main" id="{510D808B-F86B-E24A-9C3B-9D966384A3F7}"/>
                    </a:ext>
                  </a:extLst>
                </p:cNvPr>
                <p:cNvSpPr>
                  <a:spLocks noChangeArrowheads="1"/>
                </p:cNvSpPr>
                <p:nvPr/>
              </p:nvSpPr>
              <p:spPr bwMode="auto">
                <a:xfrm>
                  <a:off x="5064" y="1836"/>
                  <a:ext cx="84"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cxnSp>
            <p:nvCxnSpPr>
              <p:cNvPr id="116" name="Straight Connector 115">
                <a:extLst>
                  <a:ext uri="{FF2B5EF4-FFF2-40B4-BE49-F238E27FC236}">
                    <a16:creationId xmlns:a16="http://schemas.microsoft.com/office/drawing/2014/main" id="{E34833AD-3FDA-3947-8DF2-AE907CC8F603}"/>
                  </a:ext>
                </a:extLst>
              </p:cNvPr>
              <p:cNvCxnSpPr>
                <a:cxnSpLocks/>
              </p:cNvCxnSpPr>
              <p:nvPr/>
            </p:nvCxnSpPr>
            <p:spPr>
              <a:xfrm flipH="1">
                <a:off x="5013585" y="2937914"/>
                <a:ext cx="54401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Text Box 44">
                <a:extLst>
                  <a:ext uri="{FF2B5EF4-FFF2-40B4-BE49-F238E27FC236}">
                    <a16:creationId xmlns:a16="http://schemas.microsoft.com/office/drawing/2014/main" id="{BF841610-9748-1F4A-BBAE-236890875A06}"/>
                  </a:ext>
                </a:extLst>
              </p:cNvPr>
              <p:cNvSpPr txBox="1">
                <a:spLocks noChangeArrowheads="1"/>
              </p:cNvSpPr>
              <p:nvPr/>
            </p:nvSpPr>
            <p:spPr bwMode="auto">
              <a:xfrm>
                <a:off x="4496295" y="2923370"/>
                <a:ext cx="1040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223.1.2.5</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pic>
        <p:nvPicPr>
          <p:cNvPr id="144" name="Picture 777" descr="access_point_stylized_small">
            <a:extLst>
              <a:ext uri="{FF2B5EF4-FFF2-40B4-BE49-F238E27FC236}">
                <a16:creationId xmlns:a16="http://schemas.microsoft.com/office/drawing/2014/main" id="{D6280BFC-D50B-FF42-B442-CFFACB19A2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0205" y="3404249"/>
            <a:ext cx="587412" cy="486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18DE279B-D384-6A49-853D-D5D2C0C604CC}"/>
              </a:ext>
            </a:extLst>
          </p:cNvPr>
          <p:cNvGrpSpPr/>
          <p:nvPr/>
        </p:nvGrpSpPr>
        <p:grpSpPr>
          <a:xfrm>
            <a:off x="6417296" y="3245381"/>
            <a:ext cx="4688026" cy="1596861"/>
            <a:chOff x="6417296" y="3245381"/>
            <a:chExt cx="4688026" cy="1596861"/>
          </a:xfrm>
        </p:grpSpPr>
        <p:grpSp>
          <p:nvGrpSpPr>
            <p:cNvPr id="118" name="Group 117">
              <a:extLst>
                <a:ext uri="{FF2B5EF4-FFF2-40B4-BE49-F238E27FC236}">
                  <a16:creationId xmlns:a16="http://schemas.microsoft.com/office/drawing/2014/main" id="{DBB58AB4-0278-FC48-8D1F-C8A99E4BC8BA}"/>
                </a:ext>
              </a:extLst>
            </p:cNvPr>
            <p:cNvGrpSpPr/>
            <p:nvPr/>
          </p:nvGrpSpPr>
          <p:grpSpPr>
            <a:xfrm>
              <a:off x="7290172" y="3245381"/>
              <a:ext cx="1015378" cy="911243"/>
              <a:chOff x="7432700" y="2327293"/>
              <a:chExt cx="534987" cy="407988"/>
            </a:xfrm>
          </p:grpSpPr>
          <p:pic>
            <p:nvPicPr>
              <p:cNvPr id="119" name="Picture 1017" descr="antenna_stylized">
                <a:extLst>
                  <a:ext uri="{FF2B5EF4-FFF2-40B4-BE49-F238E27FC236}">
                    <a16:creationId xmlns:a16="http://schemas.microsoft.com/office/drawing/2014/main" id="{96AE46AF-D187-024B-9813-6861E1B1C40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018" descr="laptop_keyboard">
                <a:extLst>
                  <a:ext uri="{FF2B5EF4-FFF2-40B4-BE49-F238E27FC236}">
                    <a16:creationId xmlns:a16="http://schemas.microsoft.com/office/drawing/2014/main" id="{DEE713BC-3AB0-1146-9875-F720BC451C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9">
                <a:extLst>
                  <a:ext uri="{FF2B5EF4-FFF2-40B4-BE49-F238E27FC236}">
                    <a16:creationId xmlns:a16="http://schemas.microsoft.com/office/drawing/2014/main" id="{ADD08C09-9D4E-3140-8493-5E37E7D212F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2" name="Picture 1020" descr="screen">
                <a:extLst>
                  <a:ext uri="{FF2B5EF4-FFF2-40B4-BE49-F238E27FC236}">
                    <a16:creationId xmlns:a16="http://schemas.microsoft.com/office/drawing/2014/main" id="{23643802-834B-1744-BF24-48583F7582B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Freeform 1021">
                <a:extLst>
                  <a:ext uri="{FF2B5EF4-FFF2-40B4-BE49-F238E27FC236}">
                    <a16:creationId xmlns:a16="http://schemas.microsoft.com/office/drawing/2014/main" id="{46751D15-9F44-BB45-A218-50CBA7C64B7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022">
                <a:extLst>
                  <a:ext uri="{FF2B5EF4-FFF2-40B4-BE49-F238E27FC236}">
                    <a16:creationId xmlns:a16="http://schemas.microsoft.com/office/drawing/2014/main" id="{81BEFF9C-A85E-3243-8942-C441D8BD1AB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023">
                <a:extLst>
                  <a:ext uri="{FF2B5EF4-FFF2-40B4-BE49-F238E27FC236}">
                    <a16:creationId xmlns:a16="http://schemas.microsoft.com/office/drawing/2014/main" id="{95B931A5-208B-3245-8B0B-4322107EA5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024">
                <a:extLst>
                  <a:ext uri="{FF2B5EF4-FFF2-40B4-BE49-F238E27FC236}">
                    <a16:creationId xmlns:a16="http://schemas.microsoft.com/office/drawing/2014/main" id="{8A37FA06-635C-7248-A24E-828A10A304B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025">
                <a:extLst>
                  <a:ext uri="{FF2B5EF4-FFF2-40B4-BE49-F238E27FC236}">
                    <a16:creationId xmlns:a16="http://schemas.microsoft.com/office/drawing/2014/main" id="{98BDA320-1180-CD48-A7F5-44608C76C19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026">
                <a:extLst>
                  <a:ext uri="{FF2B5EF4-FFF2-40B4-BE49-F238E27FC236}">
                    <a16:creationId xmlns:a16="http://schemas.microsoft.com/office/drawing/2014/main" id="{FB1CA5BD-7158-A04F-9508-790E5CCB816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9" name="Group 1027">
                <a:extLst>
                  <a:ext uri="{FF2B5EF4-FFF2-40B4-BE49-F238E27FC236}">
                    <a16:creationId xmlns:a16="http://schemas.microsoft.com/office/drawing/2014/main" id="{908D6274-67A1-C345-8CBA-D3B16E2149C0}"/>
                  </a:ext>
                </a:extLst>
              </p:cNvPr>
              <p:cNvGrpSpPr>
                <a:grpSpLocks/>
              </p:cNvGrpSpPr>
              <p:nvPr/>
            </p:nvGrpSpPr>
            <p:grpSpPr bwMode="auto">
              <a:xfrm>
                <a:off x="7594735" y="2642220"/>
                <a:ext cx="98740" cy="36846"/>
                <a:chOff x="1740" y="2642"/>
                <a:chExt cx="752" cy="327"/>
              </a:xfrm>
            </p:grpSpPr>
            <p:sp>
              <p:nvSpPr>
                <p:cNvPr id="136" name="Freeform 1028">
                  <a:extLst>
                    <a:ext uri="{FF2B5EF4-FFF2-40B4-BE49-F238E27FC236}">
                      <a16:creationId xmlns:a16="http://schemas.microsoft.com/office/drawing/2014/main" id="{E9365248-FD41-3849-AA52-340146C7B09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029">
                  <a:extLst>
                    <a:ext uri="{FF2B5EF4-FFF2-40B4-BE49-F238E27FC236}">
                      <a16:creationId xmlns:a16="http://schemas.microsoft.com/office/drawing/2014/main" id="{78250CDF-115E-EB40-8085-7A36B5B4070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030">
                  <a:extLst>
                    <a:ext uri="{FF2B5EF4-FFF2-40B4-BE49-F238E27FC236}">
                      <a16:creationId xmlns:a16="http://schemas.microsoft.com/office/drawing/2014/main" id="{988C5293-1575-4548-ABDA-D579495C971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1">
                  <a:extLst>
                    <a:ext uri="{FF2B5EF4-FFF2-40B4-BE49-F238E27FC236}">
                      <a16:creationId xmlns:a16="http://schemas.microsoft.com/office/drawing/2014/main" id="{9AE60629-4F3A-0D40-93D3-C403AB27E3D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2">
                  <a:extLst>
                    <a:ext uri="{FF2B5EF4-FFF2-40B4-BE49-F238E27FC236}">
                      <a16:creationId xmlns:a16="http://schemas.microsoft.com/office/drawing/2014/main" id="{DC69D46B-F982-FA4F-988B-C914EB1CF42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3">
                  <a:extLst>
                    <a:ext uri="{FF2B5EF4-FFF2-40B4-BE49-F238E27FC236}">
                      <a16:creationId xmlns:a16="http://schemas.microsoft.com/office/drawing/2014/main" id="{CAD1A2DA-1C1E-8E47-B9D1-9F88DE7FFB6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Freeform 1034">
                <a:extLst>
                  <a:ext uri="{FF2B5EF4-FFF2-40B4-BE49-F238E27FC236}">
                    <a16:creationId xmlns:a16="http://schemas.microsoft.com/office/drawing/2014/main" id="{111933AC-AC01-4849-940B-5F48841200C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35">
                <a:extLst>
                  <a:ext uri="{FF2B5EF4-FFF2-40B4-BE49-F238E27FC236}">
                    <a16:creationId xmlns:a16="http://schemas.microsoft.com/office/drawing/2014/main" id="{1907A8A7-5839-9D45-8891-4ACAF3640449}"/>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36">
                <a:extLst>
                  <a:ext uri="{FF2B5EF4-FFF2-40B4-BE49-F238E27FC236}">
                    <a16:creationId xmlns:a16="http://schemas.microsoft.com/office/drawing/2014/main" id="{347DB38E-AC53-D346-90F3-7B633E54A687}"/>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37">
                <a:extLst>
                  <a:ext uri="{FF2B5EF4-FFF2-40B4-BE49-F238E27FC236}">
                    <a16:creationId xmlns:a16="http://schemas.microsoft.com/office/drawing/2014/main" id="{482826B7-9642-934F-A41F-EC45A8EDB29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38">
                <a:extLst>
                  <a:ext uri="{FF2B5EF4-FFF2-40B4-BE49-F238E27FC236}">
                    <a16:creationId xmlns:a16="http://schemas.microsoft.com/office/drawing/2014/main" id="{C70BEE19-F00C-3646-A7CE-9487D7BD307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9">
                <a:extLst>
                  <a:ext uri="{FF2B5EF4-FFF2-40B4-BE49-F238E27FC236}">
                    <a16:creationId xmlns:a16="http://schemas.microsoft.com/office/drawing/2014/main" id="{F081DB6F-6F88-2A45-945A-31D4FCEA0B5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7" name="Text Box 170">
              <a:extLst>
                <a:ext uri="{FF2B5EF4-FFF2-40B4-BE49-F238E27FC236}">
                  <a16:creationId xmlns:a16="http://schemas.microsoft.com/office/drawing/2014/main" id="{F105D957-81EB-E14C-BDDB-F128807155A8}"/>
                </a:ext>
              </a:extLst>
            </p:cNvPr>
            <p:cNvSpPr txBox="1">
              <a:spLocks noChangeArrowheads="1"/>
            </p:cNvSpPr>
            <p:nvPr/>
          </p:nvSpPr>
          <p:spPr bwMode="auto">
            <a:xfrm>
              <a:off x="7489203" y="4119287"/>
              <a:ext cx="361611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arriving </a:t>
              </a:r>
              <a:r>
                <a:rPr kumimoji="0" lang="en-US" altLang="en-US" sz="24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client</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needs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address in this network</a:t>
              </a:r>
            </a:p>
          </p:txBody>
        </p:sp>
        <p:sp>
          <p:nvSpPr>
            <p:cNvPr id="148" name="AutoShape 232">
              <a:extLst>
                <a:ext uri="{FF2B5EF4-FFF2-40B4-BE49-F238E27FC236}">
                  <a16:creationId xmlns:a16="http://schemas.microsoft.com/office/drawing/2014/main" id="{379B57A5-C9FD-C14F-BE82-93189A5CF97E}"/>
                </a:ext>
              </a:extLst>
            </p:cNvPr>
            <p:cNvSpPr>
              <a:spLocks noChangeArrowheads="1"/>
            </p:cNvSpPr>
            <p:nvPr/>
          </p:nvSpPr>
          <p:spPr bwMode="auto">
            <a:xfrm>
              <a:off x="6417296" y="3433832"/>
              <a:ext cx="976312" cy="374650"/>
            </a:xfrm>
            <a:prstGeom prst="leftArrow">
              <a:avLst>
                <a:gd name="adj1" fmla="val 50000"/>
                <a:gd name="adj2" fmla="val 65148"/>
              </a:avLst>
            </a:prstGeom>
            <a:gradFill rotWithShape="1">
              <a:gsLst>
                <a:gs pos="0">
                  <a:srgbClr val="CC0000"/>
                </a:gs>
                <a:gs pos="100000">
                  <a:srgbClr val="FFFFF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3" name="TextBox 62">
            <a:extLst>
              <a:ext uri="{FF2B5EF4-FFF2-40B4-BE49-F238E27FC236}">
                <a16:creationId xmlns:a16="http://schemas.microsoft.com/office/drawing/2014/main" id="{8F849E6C-1D79-8C49-A7AC-4249EA5279D4}"/>
              </a:ext>
            </a:extLst>
          </p:cNvPr>
          <p:cNvSpPr txBox="1"/>
          <p:nvPr/>
        </p:nvSpPr>
        <p:spPr>
          <a:xfrm>
            <a:off x="7145867" y="1456267"/>
            <a:ext cx="4690533"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Typically, DHCP server will be  co-located in router, serving all subnets to which router is attached</a:t>
            </a:r>
          </a:p>
        </p:txBody>
      </p:sp>
      <p:sp>
        <p:nvSpPr>
          <p:cNvPr id="142" name="Slide Number Placeholder 3">
            <a:extLst>
              <a:ext uri="{FF2B5EF4-FFF2-40B4-BE49-F238E27FC236}">
                <a16:creationId xmlns:a16="http://schemas.microsoft.com/office/drawing/2014/main" id="{82258E5F-1609-7347-929D-06DE602C64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69</a:t>
            </a:fld>
            <a:endParaRPr lang="en-US" dirty="0"/>
          </a:p>
        </p:txBody>
      </p:sp>
    </p:spTree>
    <p:extLst>
      <p:ext uri="{BB962C8B-B14F-4D97-AF65-F5344CB8AC3E}">
        <p14:creationId xmlns:p14="http://schemas.microsoft.com/office/powerpoint/2010/main" val="4268637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dissolve">
                                      <p:cBhvr>
                                        <p:cTn id="12" dur="5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right)">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142" name="Text Box 7">
            <a:extLst>
              <a:ext uri="{FF2B5EF4-FFF2-40B4-BE49-F238E27FC236}">
                <a16:creationId xmlns:a16="http://schemas.microsoft.com/office/drawing/2014/main" id="{1D19189E-02B8-0541-BE55-44833EE82B3C}"/>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25DF7EEB-9720-284A-92D7-2D1E47C29AAD}"/>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67EC9EDF-79D3-EB4F-9099-CA78BCA4C230}"/>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6034E136-EDC6-8643-B115-9FC7BB4F95DB}"/>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2" name="Group 471">
            <a:extLst>
              <a:ext uri="{FF2B5EF4-FFF2-40B4-BE49-F238E27FC236}">
                <a16:creationId xmlns:a16="http://schemas.microsoft.com/office/drawing/2014/main" id="{38426D92-459D-A14B-B97A-8F5E44CEFDDE}"/>
              </a:ext>
            </a:extLst>
          </p:cNvPr>
          <p:cNvGrpSpPr>
            <a:grpSpLocks/>
          </p:cNvGrpSpPr>
          <p:nvPr/>
        </p:nvGrpSpPr>
        <p:grpSpPr bwMode="auto">
          <a:xfrm>
            <a:off x="4617002" y="1435788"/>
            <a:ext cx="4395788" cy="1401763"/>
            <a:chOff x="1860550" y="1343025"/>
            <a:chExt cx="4395788" cy="1401763"/>
          </a:xfrm>
        </p:grpSpPr>
        <p:sp>
          <p:nvSpPr>
            <p:cNvPr id="473" name="Line 9">
              <a:extLst>
                <a:ext uri="{FF2B5EF4-FFF2-40B4-BE49-F238E27FC236}">
                  <a16:creationId xmlns:a16="http://schemas.microsoft.com/office/drawing/2014/main" id="{9AB82C2F-07EF-864E-A283-49BB59741A62}"/>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4" name="Group 23">
              <a:extLst>
                <a:ext uri="{FF2B5EF4-FFF2-40B4-BE49-F238E27FC236}">
                  <a16:creationId xmlns:a16="http://schemas.microsoft.com/office/drawing/2014/main" id="{D0C9D13C-9859-B043-ADC4-125DFAF1B92B}"/>
                </a:ext>
              </a:extLst>
            </p:cNvPr>
            <p:cNvGrpSpPr>
              <a:grpSpLocks/>
            </p:cNvGrpSpPr>
            <p:nvPr/>
          </p:nvGrpSpPr>
          <p:grpSpPr bwMode="auto">
            <a:xfrm>
              <a:off x="3389313" y="1343025"/>
              <a:ext cx="2673350" cy="1116013"/>
              <a:chOff x="11865" y="3885"/>
              <a:chExt cx="3720" cy="1260"/>
            </a:xfrm>
          </p:grpSpPr>
          <p:sp>
            <p:nvSpPr>
              <p:cNvPr id="475" name="Text Box 24">
                <a:extLst>
                  <a:ext uri="{FF2B5EF4-FFF2-40B4-BE49-F238E27FC236}">
                    <a16:creationId xmlns:a16="http://schemas.microsoft.com/office/drawing/2014/main" id="{A1CB1351-B081-1A4A-B8E2-96D920A48989}"/>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76" name="Text Box 25">
                <a:extLst>
                  <a:ext uri="{FF2B5EF4-FFF2-40B4-BE49-F238E27FC236}">
                    <a16:creationId xmlns:a16="http://schemas.microsoft.com/office/drawing/2014/main" id="{D75D19C8-9AF4-5D4E-B0BC-7079C2738B31}"/>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477" name="Line 26">
            <a:extLst>
              <a:ext uri="{FF2B5EF4-FFF2-40B4-BE49-F238E27FC236}">
                <a16:creationId xmlns:a16="http://schemas.microsoft.com/office/drawing/2014/main" id="{EB5D2AEF-1102-C74A-AD3D-1E9590F3FE47}"/>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8" name="Group 477">
            <a:extLst>
              <a:ext uri="{FF2B5EF4-FFF2-40B4-BE49-F238E27FC236}">
                <a16:creationId xmlns:a16="http://schemas.microsoft.com/office/drawing/2014/main" id="{EA0A4D15-81C4-D44B-B9EE-CDD499A517AD}"/>
              </a:ext>
            </a:extLst>
          </p:cNvPr>
          <p:cNvGrpSpPr>
            <a:grpSpLocks/>
          </p:cNvGrpSpPr>
          <p:nvPr/>
        </p:nvGrpSpPr>
        <p:grpSpPr bwMode="auto">
          <a:xfrm>
            <a:off x="6318802" y="2672451"/>
            <a:ext cx="2520950" cy="1217612"/>
            <a:chOff x="3562350" y="2579688"/>
            <a:chExt cx="2520950" cy="1217612"/>
          </a:xfrm>
        </p:grpSpPr>
        <p:sp>
          <p:nvSpPr>
            <p:cNvPr id="479" name="Text Box 27">
              <a:extLst>
                <a:ext uri="{FF2B5EF4-FFF2-40B4-BE49-F238E27FC236}">
                  <a16:creationId xmlns:a16="http://schemas.microsoft.com/office/drawing/2014/main" id="{6E299010-BB21-704E-A840-28D9C8C7A2E4}"/>
                </a:ext>
              </a:extLst>
            </p:cNvPr>
            <p:cNvSpPr txBox="1">
              <a:spLocks noChangeArrowheads="1"/>
            </p:cNvSpPr>
            <p:nvPr/>
          </p:nvSpPr>
          <p:spPr bwMode="auto">
            <a:xfrm>
              <a:off x="3562350" y="2579688"/>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0" name="Text Box 28">
              <a:extLst>
                <a:ext uri="{FF2B5EF4-FFF2-40B4-BE49-F238E27FC236}">
                  <a16:creationId xmlns:a16="http://schemas.microsoft.com/office/drawing/2014/main" id="{9EEF2D13-4B17-764F-BAB8-4EA518AE26D9}"/>
                </a:ext>
              </a:extLst>
            </p:cNvPr>
            <p:cNvSpPr txBox="1">
              <a:spLocks noChangeArrowheads="1"/>
            </p:cNvSpPr>
            <p:nvPr/>
          </p:nvSpPr>
          <p:spPr bwMode="auto">
            <a:xfrm>
              <a:off x="3659188" y="2832100"/>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1" name="Line 29">
            <a:extLst>
              <a:ext uri="{FF2B5EF4-FFF2-40B4-BE49-F238E27FC236}">
                <a16:creationId xmlns:a16="http://schemas.microsoft.com/office/drawing/2014/main" id="{5EA35BF7-C937-0542-A060-15EB6930F6E9}"/>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2" name="Group 481">
            <a:extLst>
              <a:ext uri="{FF2B5EF4-FFF2-40B4-BE49-F238E27FC236}">
                <a16:creationId xmlns:a16="http://schemas.microsoft.com/office/drawing/2014/main" id="{198087C9-C76C-F249-A1FC-333C608112E9}"/>
              </a:ext>
            </a:extLst>
          </p:cNvPr>
          <p:cNvGrpSpPr>
            <a:grpSpLocks/>
          </p:cNvGrpSpPr>
          <p:nvPr/>
        </p:nvGrpSpPr>
        <p:grpSpPr bwMode="auto">
          <a:xfrm>
            <a:off x="4723365" y="3858313"/>
            <a:ext cx="2887662" cy="1260475"/>
            <a:chOff x="1966913" y="3765550"/>
            <a:chExt cx="2887662" cy="1260475"/>
          </a:xfrm>
        </p:grpSpPr>
        <p:sp>
          <p:nvSpPr>
            <p:cNvPr id="483" name="Text Box 30">
              <a:extLst>
                <a:ext uri="{FF2B5EF4-FFF2-40B4-BE49-F238E27FC236}">
                  <a16:creationId xmlns:a16="http://schemas.microsoft.com/office/drawing/2014/main" id="{F5A6EAB0-078C-FF40-8770-174AB434FCA6}"/>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4" name="Text Box 31">
              <a:extLst>
                <a:ext uri="{FF2B5EF4-FFF2-40B4-BE49-F238E27FC236}">
                  <a16:creationId xmlns:a16="http://schemas.microsoft.com/office/drawing/2014/main" id="{E7B19BFD-A847-E948-9664-EB16430F2AFA}"/>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5" name="Line 32">
            <a:extLst>
              <a:ext uri="{FF2B5EF4-FFF2-40B4-BE49-F238E27FC236}">
                <a16:creationId xmlns:a16="http://schemas.microsoft.com/office/drawing/2014/main" id="{5E63DBBD-3511-514F-88D5-CFDCF69B2C7C}"/>
              </a:ext>
            </a:extLst>
          </p:cNvPr>
          <p:cNvSpPr>
            <a:spLocks noChangeShapeType="1"/>
          </p:cNvSpPr>
          <p:nvPr/>
        </p:nvSpPr>
        <p:spPr bwMode="auto">
          <a:xfrm>
            <a:off x="4637640" y="5545826"/>
            <a:ext cx="4395787"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6" name="Group 485">
            <a:extLst>
              <a:ext uri="{FF2B5EF4-FFF2-40B4-BE49-F238E27FC236}">
                <a16:creationId xmlns:a16="http://schemas.microsoft.com/office/drawing/2014/main" id="{9BEFF555-8D52-0D42-B0AC-4C88682D833A}"/>
              </a:ext>
            </a:extLst>
          </p:cNvPr>
          <p:cNvGrpSpPr>
            <a:grpSpLocks/>
          </p:cNvGrpSpPr>
          <p:nvPr/>
        </p:nvGrpSpPr>
        <p:grpSpPr bwMode="auto">
          <a:xfrm>
            <a:off x="6275940" y="5261663"/>
            <a:ext cx="2509837" cy="1271588"/>
            <a:chOff x="3519488" y="5168900"/>
            <a:chExt cx="2509837" cy="1271588"/>
          </a:xfrm>
        </p:grpSpPr>
        <p:sp>
          <p:nvSpPr>
            <p:cNvPr id="487" name="Text Box 33">
              <a:extLst>
                <a:ext uri="{FF2B5EF4-FFF2-40B4-BE49-F238E27FC236}">
                  <a16:creationId xmlns:a16="http://schemas.microsoft.com/office/drawing/2014/main" id="{9734D3E6-F193-224F-93B7-9AE5FEEBD195}"/>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ACK</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8" name="Text Box 34">
              <a:extLst>
                <a:ext uri="{FF2B5EF4-FFF2-40B4-BE49-F238E27FC236}">
                  <a16:creationId xmlns:a16="http://schemas.microsoft.com/office/drawing/2014/main" id="{8CCF2AD5-42BC-EB4D-9843-598045B200F8}"/>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0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489" name="Group 36">
            <a:extLst>
              <a:ext uri="{FF2B5EF4-FFF2-40B4-BE49-F238E27FC236}">
                <a16:creationId xmlns:a16="http://schemas.microsoft.com/office/drawing/2014/main" id="{DDA304FE-683B-C540-9662-F3C9E42D7C24}"/>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9B9197C9-1554-DF4A-A3A5-13303B7A37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3CEEFAEC-E6D4-754E-B460-11780E17C3EE}"/>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535A5633-7E08-844E-B952-D12BDD50CF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FAF29451-50FC-AF4F-9D77-8E406E4CCB9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AB5F558D-D72B-C94B-ABCB-75DB393B6266}"/>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6FCBBD59-B228-E14A-A145-E6631FAB64D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C7413249-3C4D-154E-A91C-29F81E278344}"/>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13419BE1-2303-7A4D-B314-211FAB86F618}"/>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7CBB616E-4E19-0141-9E55-B7C3EDEBD734}"/>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2C426AC1-7762-654A-BEF9-55BAAE207A85}"/>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20C47DDD-FE02-E749-9AA1-2FBD0C30FAD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6ED821EF-8430-2542-A2D6-26688DA2C50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6ECF3443-3FB6-2146-93F2-C195C237057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58F8D30A-9147-E143-BE46-0707CDDBC53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1D9E76F7-16AA-704D-87DF-B1E7083AE6D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D102CB70-46E8-D443-B0E8-7B55407F17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5DB511BB-BE8A-A24A-8968-E376658D58B3}"/>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51218ECC-E5D2-3C49-AE6D-728D6BD2A3B5}"/>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6017F7AC-8B44-594B-8564-8A9458DE92EC}"/>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0C2AD974-91D3-2641-8717-BAB1FFCF5B4E}"/>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8E605DFB-3D6A-8644-889D-8D78EB63B8B5}"/>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C9454A62-EFD4-4842-BDB4-9167447FB36F}"/>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C89092F2-40EB-CA4B-9914-EDB9F432EC25}"/>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C4D1F856-D0C5-8245-BF39-74DA98AA7E6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02ECE6C5-F170-D441-BB55-1550F6B978BC}"/>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23AEE7C3-93B0-ED4E-B5E3-77842845EB1F}"/>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1C7552E8-DC2F-7B42-88EE-967788F78ED2}"/>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0A732733-BF5B-EA4C-93C3-997A369780D2}"/>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1DDB70F3-88C9-0D45-A073-0C618A902595}"/>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407648D8-3846-C946-BE0E-AD189E31AC92}"/>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9C1393AC-4F59-A140-B3FE-D76BBDA8663D}"/>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D4F421F6-5ABA-8A4E-850C-0A20E21D7F97}"/>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122420A6-892C-6147-82A1-9FA97C9EAF1B}"/>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F4D4B5FC-F559-2D44-BB15-3903B0D34A81}"/>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5D11095A-67FB-2C49-9FCB-604D7F1B5955}"/>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6B80893E-2A7A-3E4A-A765-F5103F57ACFA}"/>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59E70BAD-81EE-FB43-AAE9-9C23A4CC880B}"/>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2D7101F8-65B9-B64F-9597-585896101DCD}"/>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72DAE8B1-00F0-8F4E-85F2-017335520E1A}"/>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B8972EB1-3D8C-E741-8CA7-CEE8A227B0F1}"/>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CD1D8E14-267A-6444-9063-EB1F1862895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573ECD83-B804-7D41-A24A-4EC6E03F2C0A}"/>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345346A2-EDB4-3345-9541-A536D23A78EF}"/>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0C788F34-D15F-AE48-8E72-E6E61DF2E7B3}"/>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304F6268-0673-C54D-887D-0F2CA521B47E}"/>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A5F77209-A777-3846-8F04-92A957624C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A1C8D7A3-F2FE-D048-87A5-3600F69A7A1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984F6990-26E2-3B44-8A96-631AD0AD0E89}"/>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AA98173F-F674-3643-AD21-1BEF33EE36F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1D41B50C-D66B-9B4A-83CD-AB55C8279B7D}"/>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32E5938F-4662-3640-8D7F-9D2EC7107E2B}"/>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D1B3F3BD-AA74-C644-900E-3D3A1EBBB0DF}"/>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5202C3EE-C6CE-2043-AB0D-9F3374DD5830}"/>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A0906333-3009-664B-864A-139C40165757}"/>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ED65C473-E87F-1F4F-A457-9ABBA86E28F1}"/>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5" name="Group 544">
            <a:extLst>
              <a:ext uri="{FF2B5EF4-FFF2-40B4-BE49-F238E27FC236}">
                <a16:creationId xmlns:a16="http://schemas.microsoft.com/office/drawing/2014/main" id="{2191C70B-17E3-9A46-B404-6925905AE4F1}"/>
              </a:ext>
            </a:extLst>
          </p:cNvPr>
          <p:cNvGrpSpPr>
            <a:grpSpLocks/>
          </p:cNvGrpSpPr>
          <p:nvPr/>
        </p:nvGrpSpPr>
        <p:grpSpPr bwMode="auto">
          <a:xfrm>
            <a:off x="6261653" y="1756463"/>
            <a:ext cx="2540000" cy="733425"/>
            <a:chOff x="7333086" y="2736938"/>
            <a:chExt cx="2539755" cy="733428"/>
          </a:xfrm>
        </p:grpSpPr>
        <p:sp>
          <p:nvSpPr>
            <p:cNvPr id="546" name="Rectangle 2">
              <a:extLst>
                <a:ext uri="{FF2B5EF4-FFF2-40B4-BE49-F238E27FC236}">
                  <a16:creationId xmlns:a16="http://schemas.microsoft.com/office/drawing/2014/main" id="{AB493127-C9AE-1A44-8D2B-ECDD8261B73B}"/>
                </a:ext>
              </a:extLst>
            </p:cNvPr>
            <p:cNvSpPr>
              <a:spLocks noChangeArrowheads="1"/>
            </p:cNvSpPr>
            <p:nvPr/>
          </p:nvSpPr>
          <p:spPr bwMode="auto">
            <a:xfrm>
              <a:off x="7333086" y="2736938"/>
              <a:ext cx="2521866" cy="733428"/>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7" name="TextBox 1">
              <a:extLst>
                <a:ext uri="{FF2B5EF4-FFF2-40B4-BE49-F238E27FC236}">
                  <a16:creationId xmlns:a16="http://schemas.microsoft.com/office/drawing/2014/main" id="{BBBAA953-174E-B044-9DCC-04A88210E75D}"/>
                </a:ext>
              </a:extLst>
            </p:cNvPr>
            <p:cNvSpPr txBox="1">
              <a:spLocks noChangeArrowheads="1"/>
            </p:cNvSpPr>
            <p:nvPr/>
          </p:nvSpPr>
          <p:spPr bwMode="auto">
            <a:xfrm>
              <a:off x="7344918" y="279739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is there a DHCP server out there?</a:t>
              </a:r>
            </a:p>
          </p:txBody>
        </p:sp>
      </p:grpSp>
      <p:grpSp>
        <p:nvGrpSpPr>
          <p:cNvPr id="548" name="Group 547">
            <a:extLst>
              <a:ext uri="{FF2B5EF4-FFF2-40B4-BE49-F238E27FC236}">
                <a16:creationId xmlns:a16="http://schemas.microsoft.com/office/drawing/2014/main" id="{4A16A070-3144-234A-BC59-B856B6C33DC5}"/>
              </a:ext>
            </a:extLst>
          </p:cNvPr>
          <p:cNvGrpSpPr>
            <a:grpSpLocks/>
          </p:cNvGrpSpPr>
          <p:nvPr/>
        </p:nvGrpSpPr>
        <p:grpSpPr bwMode="auto">
          <a:xfrm>
            <a:off x="6426752" y="2964551"/>
            <a:ext cx="2528888" cy="884237"/>
            <a:chOff x="9144000" y="3229217"/>
            <a:chExt cx="2527923" cy="885135"/>
          </a:xfrm>
        </p:grpSpPr>
        <p:sp>
          <p:nvSpPr>
            <p:cNvPr id="549" name="Rectangle 87">
              <a:extLst>
                <a:ext uri="{FF2B5EF4-FFF2-40B4-BE49-F238E27FC236}">
                  <a16:creationId xmlns:a16="http://schemas.microsoft.com/office/drawing/2014/main" id="{57E9AF5E-372A-8E40-94BE-47B0B6193EB6}"/>
                </a:ext>
              </a:extLst>
            </p:cNvPr>
            <p:cNvSpPr>
              <a:spLocks noChangeArrowheads="1"/>
            </p:cNvSpPr>
            <p:nvPr/>
          </p:nvSpPr>
          <p:spPr bwMode="auto">
            <a:xfrm>
              <a:off x="9144000" y="32292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TextBox 88">
              <a:extLst>
                <a:ext uri="{FF2B5EF4-FFF2-40B4-BE49-F238E27FC236}">
                  <a16:creationId xmlns:a16="http://schemas.microsoft.com/office/drawing/2014/main" id="{A4D749F2-8BAC-AC4E-9A53-15BE9562F4C4}"/>
                </a:ext>
              </a:extLst>
            </p:cNvPr>
            <p:cNvSpPr txBox="1">
              <a:spLocks noChangeArrowheads="1"/>
            </p:cNvSpPr>
            <p:nvPr/>
          </p:nvSpPr>
          <p:spPr bwMode="auto">
            <a:xfrm>
              <a:off x="9144000" y="3271783"/>
              <a:ext cx="252792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I’m a DHCP server! Here’s an IP address you can use </a:t>
              </a:r>
            </a:p>
          </p:txBody>
        </p:sp>
      </p:grpSp>
      <p:grpSp>
        <p:nvGrpSpPr>
          <p:cNvPr id="551" name="Group 550">
            <a:extLst>
              <a:ext uri="{FF2B5EF4-FFF2-40B4-BE49-F238E27FC236}">
                <a16:creationId xmlns:a16="http://schemas.microsoft.com/office/drawing/2014/main" id="{66E1A7F4-6FCF-3E43-AE21-6DF4BC478A9A}"/>
              </a:ext>
            </a:extLst>
          </p:cNvPr>
          <p:cNvGrpSpPr>
            <a:grpSpLocks/>
          </p:cNvGrpSpPr>
          <p:nvPr/>
        </p:nvGrpSpPr>
        <p:grpSpPr bwMode="auto">
          <a:xfrm>
            <a:off x="4944534" y="4190101"/>
            <a:ext cx="2625219" cy="884237"/>
            <a:chOff x="8858631" y="4615923"/>
            <a:chExt cx="2625866" cy="885135"/>
          </a:xfrm>
        </p:grpSpPr>
        <p:sp>
          <p:nvSpPr>
            <p:cNvPr id="552" name="Rectangle 89">
              <a:extLst>
                <a:ext uri="{FF2B5EF4-FFF2-40B4-BE49-F238E27FC236}">
                  <a16:creationId xmlns:a16="http://schemas.microsoft.com/office/drawing/2014/main" id="{3AEC4322-FA91-D143-9139-A2CB1B4C7E0D}"/>
                </a:ext>
              </a:extLst>
            </p:cNvPr>
            <p:cNvSpPr>
              <a:spLocks noChangeArrowheads="1"/>
            </p:cNvSpPr>
            <p:nvPr/>
          </p:nvSpPr>
          <p:spPr bwMode="auto">
            <a:xfrm>
              <a:off x="8956574" y="4615923"/>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TextBox 90">
              <a:extLst>
                <a:ext uri="{FF2B5EF4-FFF2-40B4-BE49-F238E27FC236}">
                  <a16:creationId xmlns:a16="http://schemas.microsoft.com/office/drawing/2014/main" id="{3FCB64EB-0F2E-B14B-B848-193DF470A692}"/>
                </a:ext>
              </a:extLst>
            </p:cNvPr>
            <p:cNvSpPr txBox="1">
              <a:spLocks noChangeArrowheads="1"/>
            </p:cNvSpPr>
            <p:nvPr/>
          </p:nvSpPr>
          <p:spPr bwMode="auto">
            <a:xfrm>
              <a:off x="8858631" y="4765817"/>
              <a:ext cx="2625866" cy="585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I would like to use this IP address!</a:t>
              </a:r>
            </a:p>
          </p:txBody>
        </p:sp>
      </p:grpSp>
      <p:grpSp>
        <p:nvGrpSpPr>
          <p:cNvPr id="554" name="Group 553">
            <a:extLst>
              <a:ext uri="{FF2B5EF4-FFF2-40B4-BE49-F238E27FC236}">
                <a16:creationId xmlns:a16="http://schemas.microsoft.com/office/drawing/2014/main" id="{65062FC4-666B-6342-A70D-7A1D16B7049C}"/>
              </a:ext>
            </a:extLst>
          </p:cNvPr>
          <p:cNvGrpSpPr>
            <a:grpSpLocks/>
          </p:cNvGrpSpPr>
          <p:nvPr/>
        </p:nvGrpSpPr>
        <p:grpSpPr bwMode="auto">
          <a:xfrm>
            <a:off x="6409290" y="5558526"/>
            <a:ext cx="2528887" cy="885825"/>
            <a:chOff x="9144000" y="5555417"/>
            <a:chExt cx="2527923" cy="885135"/>
          </a:xfrm>
        </p:grpSpPr>
        <p:sp>
          <p:nvSpPr>
            <p:cNvPr id="555" name="Rectangle 91">
              <a:extLst>
                <a:ext uri="{FF2B5EF4-FFF2-40B4-BE49-F238E27FC236}">
                  <a16:creationId xmlns:a16="http://schemas.microsoft.com/office/drawing/2014/main" id="{9E7B23F1-96DD-8C46-9D6F-820B88B8806A}"/>
                </a:ext>
              </a:extLst>
            </p:cNvPr>
            <p:cNvSpPr>
              <a:spLocks noChangeArrowheads="1"/>
            </p:cNvSpPr>
            <p:nvPr/>
          </p:nvSpPr>
          <p:spPr bwMode="auto">
            <a:xfrm>
              <a:off x="9144000" y="55554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6" name="TextBox 92">
              <a:extLst>
                <a:ext uri="{FF2B5EF4-FFF2-40B4-BE49-F238E27FC236}">
                  <a16:creationId xmlns:a16="http://schemas.microsoft.com/office/drawing/2014/main" id="{E908630C-0C3F-8545-B890-E8A9600EBD7E}"/>
                </a:ext>
              </a:extLst>
            </p:cNvPr>
            <p:cNvSpPr txBox="1">
              <a:spLocks noChangeArrowheads="1"/>
            </p:cNvSpPr>
            <p:nvPr/>
          </p:nvSpPr>
          <p:spPr bwMode="auto">
            <a:xfrm>
              <a:off x="9144000" y="570531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You’ve got that IP address!</a:t>
              </a:r>
            </a:p>
          </p:txBody>
        </p:sp>
      </p:grpSp>
      <p:sp>
        <p:nvSpPr>
          <p:cNvPr id="5" name="TextBox 4">
            <a:extLst>
              <a:ext uri="{FF2B5EF4-FFF2-40B4-BE49-F238E27FC236}">
                <a16:creationId xmlns:a16="http://schemas.microsoft.com/office/drawing/2014/main" id="{7F26FE35-19E8-7046-8DE2-04C21540DCCD}"/>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Slide Number Placeholder 3">
            <a:extLst>
              <a:ext uri="{FF2B5EF4-FFF2-40B4-BE49-F238E27FC236}">
                <a16:creationId xmlns:a16="http://schemas.microsoft.com/office/drawing/2014/main" id="{99BE7567-423B-664A-A45B-22166DBEDBB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70</a:t>
            </a:fld>
            <a:endParaRPr lang="en-US" dirty="0"/>
          </a:p>
        </p:txBody>
      </p:sp>
    </p:spTree>
    <p:extLst>
      <p:ext uri="{BB962C8B-B14F-4D97-AF65-F5344CB8AC3E}">
        <p14:creationId xmlns:p14="http://schemas.microsoft.com/office/powerpoint/2010/main" val="92390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72"/>
                                        </p:tgtEl>
                                        <p:attrNameLst>
                                          <p:attrName>style.visibility</p:attrName>
                                        </p:attrNameLst>
                                      </p:cBhvr>
                                      <p:to>
                                        <p:strVal val="visible"/>
                                      </p:to>
                                    </p:set>
                                    <p:animEffect transition="in" filter="wipe(right)">
                                      <p:cBhvr>
                                        <p:cTn id="7" dur="500"/>
                                        <p:tgtEl>
                                          <p:spTgt spid="472"/>
                                        </p:tgtEl>
                                      </p:cBhvr>
                                    </p:animEffect>
                                  </p:childTnLst>
                                </p:cTn>
                              </p:par>
                              <p:par>
                                <p:cTn id="8" presetID="9" presetClass="entr" presetSubtype="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Effect transition="in" filter="dissolve">
                                      <p:cBhvr>
                                        <p:cTn id="10" dur="500"/>
                                        <p:tgtEl>
                                          <p:spTgt spid="54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545"/>
                                        </p:tgtEl>
                                      </p:cBhvr>
                                    </p:animEffect>
                                    <p:set>
                                      <p:cBhvr>
                                        <p:cTn id="15" dur="1" fill="hold">
                                          <p:stCondLst>
                                            <p:cond delay="499"/>
                                          </p:stCondLst>
                                        </p:cTn>
                                        <p:tgtEl>
                                          <p:spTgt spid="54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78"/>
                                        </p:tgtEl>
                                        <p:attrNameLst>
                                          <p:attrName>style.visibility</p:attrName>
                                        </p:attrNameLst>
                                      </p:cBhvr>
                                      <p:to>
                                        <p:strVal val="visible"/>
                                      </p:to>
                                    </p:set>
                                    <p:animEffect transition="in" filter="wipe(left)">
                                      <p:cBhvr>
                                        <p:cTn id="20" dur="500"/>
                                        <p:tgtEl>
                                          <p:spTgt spid="478"/>
                                        </p:tgtEl>
                                      </p:cBhvr>
                                    </p:animEffect>
                                  </p:childTnLst>
                                </p:cTn>
                              </p:par>
                              <p:par>
                                <p:cTn id="21" presetID="22" presetClass="entr" presetSubtype="8" fill="hold" nodeType="withEffect">
                                  <p:stCondLst>
                                    <p:cond delay="0"/>
                                  </p:stCondLst>
                                  <p:childTnLst>
                                    <p:set>
                                      <p:cBhvr>
                                        <p:cTn id="22" dur="1" fill="hold">
                                          <p:stCondLst>
                                            <p:cond delay="0"/>
                                          </p:stCondLst>
                                        </p:cTn>
                                        <p:tgtEl>
                                          <p:spTgt spid="477"/>
                                        </p:tgtEl>
                                        <p:attrNameLst>
                                          <p:attrName>style.visibility</p:attrName>
                                        </p:attrNameLst>
                                      </p:cBhvr>
                                      <p:to>
                                        <p:strVal val="visible"/>
                                      </p:to>
                                    </p:set>
                                    <p:animEffect transition="in" filter="wipe(left)">
                                      <p:cBhvr>
                                        <p:cTn id="23" dur="500"/>
                                        <p:tgtEl>
                                          <p:spTgt spid="477"/>
                                        </p:tgtEl>
                                      </p:cBhvr>
                                    </p:animEffect>
                                  </p:childTnLst>
                                </p:cTn>
                              </p:par>
                              <p:par>
                                <p:cTn id="24" presetID="9" presetClass="entr" presetSubtype="0" fill="hold"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xit" presetSubtype="0" fill="hold" nodeType="clickEffect">
                                  <p:stCondLst>
                                    <p:cond delay="0"/>
                                  </p:stCondLst>
                                  <p:childTnLst>
                                    <p:animEffect transition="out" filter="dissolve">
                                      <p:cBhvr>
                                        <p:cTn id="30" dur="500"/>
                                        <p:tgtEl>
                                          <p:spTgt spid="548"/>
                                        </p:tgtEl>
                                      </p:cBhvr>
                                    </p:animEffect>
                                    <p:set>
                                      <p:cBhvr>
                                        <p:cTn id="31" dur="1" fill="hold">
                                          <p:stCondLst>
                                            <p:cond delay="499"/>
                                          </p:stCondLst>
                                        </p:cTn>
                                        <p:tgtEl>
                                          <p:spTgt spid="548"/>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dissolve">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2" fill="hold" nodeType="clickEffect">
                                  <p:stCondLst>
                                    <p:cond delay="0"/>
                                  </p:stCondLst>
                                  <p:childTnLst>
                                    <p:set>
                                      <p:cBhvr>
                                        <p:cTn id="40" dur="1" fill="hold">
                                          <p:stCondLst>
                                            <p:cond delay="0"/>
                                          </p:stCondLst>
                                        </p:cTn>
                                        <p:tgtEl>
                                          <p:spTgt spid="482"/>
                                        </p:tgtEl>
                                        <p:attrNameLst>
                                          <p:attrName>style.visibility</p:attrName>
                                        </p:attrNameLst>
                                      </p:cBhvr>
                                      <p:to>
                                        <p:strVal val="visible"/>
                                      </p:to>
                                    </p:set>
                                    <p:animEffect transition="in" filter="wipe(right)">
                                      <p:cBhvr>
                                        <p:cTn id="41" dur="500"/>
                                        <p:tgtEl>
                                          <p:spTgt spid="482"/>
                                        </p:tgtEl>
                                      </p:cBhvr>
                                    </p:animEffect>
                                  </p:childTnLst>
                                </p:cTn>
                              </p:par>
                              <p:par>
                                <p:cTn id="42" presetID="9" presetClass="exit" presetSubtype="0" fill="hold" grpId="1" nodeType="withEffect">
                                  <p:stCondLst>
                                    <p:cond delay="0"/>
                                  </p:stCondLst>
                                  <p:childTnLst>
                                    <p:animEffect transition="out" filter="dissolve">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par>
                                <p:cTn id="45" presetID="22" presetClass="entr" presetSubtype="2" fill="hold" nodeType="withEffect">
                                  <p:stCondLst>
                                    <p:cond delay="0"/>
                                  </p:stCondLst>
                                  <p:childTnLst>
                                    <p:set>
                                      <p:cBhvr>
                                        <p:cTn id="46" dur="1" fill="hold">
                                          <p:stCondLst>
                                            <p:cond delay="0"/>
                                          </p:stCondLst>
                                        </p:cTn>
                                        <p:tgtEl>
                                          <p:spTgt spid="481"/>
                                        </p:tgtEl>
                                        <p:attrNameLst>
                                          <p:attrName>style.visibility</p:attrName>
                                        </p:attrNameLst>
                                      </p:cBhvr>
                                      <p:to>
                                        <p:strVal val="visible"/>
                                      </p:to>
                                    </p:set>
                                    <p:animEffect transition="in" filter="wipe(right)">
                                      <p:cBhvr>
                                        <p:cTn id="47" dur="500"/>
                                        <p:tgtEl>
                                          <p:spTgt spid="481"/>
                                        </p:tgtEl>
                                      </p:cBhvr>
                                    </p:animEffect>
                                  </p:childTnLst>
                                </p:cTn>
                              </p:par>
                              <p:par>
                                <p:cTn id="48" presetID="9" presetClass="entr" presetSubtype="0" fill="hold" nodeType="withEffect">
                                  <p:stCondLst>
                                    <p:cond delay="0"/>
                                  </p:stCondLst>
                                  <p:childTnLst>
                                    <p:set>
                                      <p:cBhvr>
                                        <p:cTn id="49" dur="1" fill="hold">
                                          <p:stCondLst>
                                            <p:cond delay="0"/>
                                          </p:stCondLst>
                                        </p:cTn>
                                        <p:tgtEl>
                                          <p:spTgt spid="551"/>
                                        </p:tgtEl>
                                        <p:attrNameLst>
                                          <p:attrName>style.visibility</p:attrName>
                                        </p:attrNameLst>
                                      </p:cBhvr>
                                      <p:to>
                                        <p:strVal val="visible"/>
                                      </p:to>
                                    </p:set>
                                    <p:animEffect transition="in" filter="dissolve">
                                      <p:cBhvr>
                                        <p:cTn id="50" dur="500"/>
                                        <p:tgtEl>
                                          <p:spTgt spid="551"/>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xit" presetSubtype="0" fill="hold" nodeType="clickEffect">
                                  <p:stCondLst>
                                    <p:cond delay="0"/>
                                  </p:stCondLst>
                                  <p:childTnLst>
                                    <p:animEffect transition="out" filter="dissolve">
                                      <p:cBhvr>
                                        <p:cTn id="54" dur="500"/>
                                        <p:tgtEl>
                                          <p:spTgt spid="551"/>
                                        </p:tgtEl>
                                      </p:cBhvr>
                                    </p:animEffect>
                                    <p:set>
                                      <p:cBhvr>
                                        <p:cTn id="55" dur="1" fill="hold">
                                          <p:stCondLst>
                                            <p:cond delay="499"/>
                                          </p:stCondLst>
                                        </p:cTn>
                                        <p:tgtEl>
                                          <p:spTgt spid="551"/>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486"/>
                                        </p:tgtEl>
                                        <p:attrNameLst>
                                          <p:attrName>style.visibility</p:attrName>
                                        </p:attrNameLst>
                                      </p:cBhvr>
                                      <p:to>
                                        <p:strVal val="visible"/>
                                      </p:to>
                                    </p:set>
                                    <p:animEffect transition="in" filter="wipe(left)">
                                      <p:cBhvr>
                                        <p:cTn id="60" dur="500"/>
                                        <p:tgtEl>
                                          <p:spTgt spid="486"/>
                                        </p:tgtEl>
                                      </p:cBhvr>
                                    </p:animEffect>
                                  </p:childTnLst>
                                </p:cTn>
                              </p:par>
                              <p:par>
                                <p:cTn id="61" presetID="22" presetClass="entr" presetSubtype="8" fill="hold" nodeType="withEffect">
                                  <p:stCondLst>
                                    <p:cond delay="0"/>
                                  </p:stCondLst>
                                  <p:childTnLst>
                                    <p:set>
                                      <p:cBhvr>
                                        <p:cTn id="62" dur="1" fill="hold">
                                          <p:stCondLst>
                                            <p:cond delay="0"/>
                                          </p:stCondLst>
                                        </p:cTn>
                                        <p:tgtEl>
                                          <p:spTgt spid="485"/>
                                        </p:tgtEl>
                                        <p:attrNameLst>
                                          <p:attrName>style.visibility</p:attrName>
                                        </p:attrNameLst>
                                      </p:cBhvr>
                                      <p:to>
                                        <p:strVal val="visible"/>
                                      </p:to>
                                    </p:set>
                                    <p:animEffect transition="in" filter="wipe(left)">
                                      <p:cBhvr>
                                        <p:cTn id="63" dur="500"/>
                                        <p:tgtEl>
                                          <p:spTgt spid="485"/>
                                        </p:tgtEl>
                                      </p:cBhvr>
                                    </p:animEffect>
                                  </p:childTnLst>
                                </p:cTn>
                              </p:par>
                              <p:par>
                                <p:cTn id="64" presetID="9" presetClass="entr" presetSubtype="0" fill="hold" nodeType="withEffect">
                                  <p:stCondLst>
                                    <p:cond delay="0"/>
                                  </p:stCondLst>
                                  <p:childTnLst>
                                    <p:set>
                                      <p:cBhvr>
                                        <p:cTn id="65" dur="1" fill="hold">
                                          <p:stCondLst>
                                            <p:cond delay="0"/>
                                          </p:stCondLst>
                                        </p:cTn>
                                        <p:tgtEl>
                                          <p:spTgt spid="554"/>
                                        </p:tgtEl>
                                        <p:attrNameLst>
                                          <p:attrName>style.visibility</p:attrName>
                                        </p:attrNameLst>
                                      </p:cBhvr>
                                      <p:to>
                                        <p:strVal val="visible"/>
                                      </p:to>
                                    </p:set>
                                    <p:animEffect transition="in" filter="dissolve">
                                      <p:cBhvr>
                                        <p:cTn id="66" dur="500"/>
                                        <p:tgtEl>
                                          <p:spTgt spid="554"/>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xit" presetSubtype="0" fill="hold" nodeType="clickEffect">
                                  <p:stCondLst>
                                    <p:cond delay="0"/>
                                  </p:stCondLst>
                                  <p:childTnLst>
                                    <p:animEffect transition="out" filter="dissolve">
                                      <p:cBhvr>
                                        <p:cTn id="70" dur="500"/>
                                        <p:tgtEl>
                                          <p:spTgt spid="554"/>
                                        </p:tgtEl>
                                      </p:cBhvr>
                                    </p:animEffect>
                                    <p:set>
                                      <p:cBhvr>
                                        <p:cTn id="71" dur="1" fill="hold">
                                          <p:stCondLst>
                                            <p:cond delay="499"/>
                                          </p:stCondLst>
                                        </p:cTn>
                                        <p:tgtEl>
                                          <p:spTgt spid="5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more than IP addresses</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0751383" cy="439502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DHCP can return more than just allocated IP address on subnet: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address of first-hop router for client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name and IP address of DNS sever</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 mask (indicating network versus host portion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 name="Slide Number Placeholder 3">
            <a:extLst>
              <a:ext uri="{FF2B5EF4-FFF2-40B4-BE49-F238E27FC236}">
                <a16:creationId xmlns:a16="http://schemas.microsoft.com/office/drawing/2014/main" id="{B9F69507-B032-9349-846C-1B33A12C788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71</a:t>
            </a:fld>
            <a:endParaRPr lang="en-US" dirty="0"/>
          </a:p>
        </p:txBody>
      </p:sp>
    </p:spTree>
    <p:extLst>
      <p:ext uri="{BB962C8B-B14F-4D97-AF65-F5344CB8AC3E}">
        <p14:creationId xmlns:p14="http://schemas.microsoft.com/office/powerpoint/2010/main" val="1320525980"/>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9B6D6A-A77C-092E-CF53-4DD025CB87D5}"/>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8848594A-EBB0-3A9B-5876-13F9F79A3BC6}"/>
              </a:ext>
            </a:extLst>
          </p:cNvPr>
          <p:cNvSpPr>
            <a:spLocks noGrp="1"/>
          </p:cNvSpPr>
          <p:nvPr>
            <p:ph type="title"/>
          </p:nvPr>
        </p:nvSpPr>
        <p:spPr>
          <a:xfrm>
            <a:off x="838200" y="311144"/>
            <a:ext cx="10515600" cy="894622"/>
          </a:xfrm>
        </p:spPr>
        <p:txBody>
          <a:bodyPr/>
          <a:lstStyle/>
          <a:p>
            <a:r>
              <a:rPr lang="en-US" dirty="0"/>
              <a:t>First-hop Router (aka Gateway Router)</a:t>
            </a:r>
          </a:p>
        </p:txBody>
      </p:sp>
      <p:sp>
        <p:nvSpPr>
          <p:cNvPr id="81" name="Rectangle 3">
            <a:extLst>
              <a:ext uri="{FF2B5EF4-FFF2-40B4-BE49-F238E27FC236}">
                <a16:creationId xmlns:a16="http://schemas.microsoft.com/office/drawing/2014/main" id="{CD609485-4C4B-5E1B-5032-C069766FB99B}"/>
              </a:ext>
            </a:extLst>
          </p:cNvPr>
          <p:cNvSpPr txBox="1">
            <a:spLocks noChangeArrowheads="1"/>
          </p:cNvSpPr>
          <p:nvPr/>
        </p:nvSpPr>
        <p:spPr>
          <a:xfrm>
            <a:off x="895974" y="1369673"/>
            <a:ext cx="10751383" cy="439502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 name="Slide Number Placeholder 3">
            <a:extLst>
              <a:ext uri="{FF2B5EF4-FFF2-40B4-BE49-F238E27FC236}">
                <a16:creationId xmlns:a16="http://schemas.microsoft.com/office/drawing/2014/main" id="{5DB56D59-CF70-7A70-321D-3CC689AAAC0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72</a:t>
            </a:fld>
            <a:endParaRPr lang="en-US" dirty="0"/>
          </a:p>
        </p:txBody>
      </p:sp>
      <p:sp>
        <p:nvSpPr>
          <p:cNvPr id="2" name="TextBox 1">
            <a:extLst>
              <a:ext uri="{FF2B5EF4-FFF2-40B4-BE49-F238E27FC236}">
                <a16:creationId xmlns:a16="http://schemas.microsoft.com/office/drawing/2014/main" id="{87308E3F-1D78-60E5-2567-AD95CAEDF87E}"/>
              </a:ext>
            </a:extLst>
          </p:cNvPr>
          <p:cNvSpPr txBox="1"/>
          <p:nvPr/>
        </p:nvSpPr>
        <p:spPr>
          <a:xfrm>
            <a:off x="9190439" y="3479610"/>
            <a:ext cx="1364989" cy="523220"/>
          </a:xfrm>
          <a:prstGeom prst="rect">
            <a:avLst/>
          </a:prstGeom>
          <a:noFill/>
        </p:spPr>
        <p:txBody>
          <a:bodyPr wrap="none" rtlCol="0">
            <a:spAutoFit/>
          </a:bodyPr>
          <a:lstStyle/>
          <a:p>
            <a:r>
              <a:rPr lang="en-US" sz="2800" dirty="0"/>
              <a:t>Internet</a:t>
            </a:r>
          </a:p>
        </p:txBody>
      </p:sp>
      <p:sp>
        <p:nvSpPr>
          <p:cNvPr id="5" name="Rectangle 4">
            <a:extLst>
              <a:ext uri="{FF2B5EF4-FFF2-40B4-BE49-F238E27FC236}">
                <a16:creationId xmlns:a16="http://schemas.microsoft.com/office/drawing/2014/main" id="{C91BA63E-6722-076A-C573-5F984296FEE6}"/>
              </a:ext>
            </a:extLst>
          </p:cNvPr>
          <p:cNvSpPr/>
          <p:nvPr/>
        </p:nvSpPr>
        <p:spPr>
          <a:xfrm>
            <a:off x="9250302" y="3526527"/>
            <a:ext cx="1558255" cy="5389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5">
            <a:extLst>
              <a:ext uri="{FF2B5EF4-FFF2-40B4-BE49-F238E27FC236}">
                <a16:creationId xmlns:a16="http://schemas.microsoft.com/office/drawing/2014/main" id="{FD205C45-60C9-B7FE-CCFF-5A22102170BF}"/>
              </a:ext>
            </a:extLst>
          </p:cNvPr>
          <p:cNvGrpSpPr/>
          <p:nvPr/>
        </p:nvGrpSpPr>
        <p:grpSpPr>
          <a:xfrm>
            <a:off x="7205350" y="1488461"/>
            <a:ext cx="4525460" cy="4859961"/>
            <a:chOff x="7268561" y="1458365"/>
            <a:chExt cx="4525460" cy="4859961"/>
          </a:xfrm>
        </p:grpSpPr>
        <p:sp>
          <p:nvSpPr>
            <p:cNvPr id="7" name="Freeform 370">
              <a:extLst>
                <a:ext uri="{FF2B5EF4-FFF2-40B4-BE49-F238E27FC236}">
                  <a16:creationId xmlns:a16="http://schemas.microsoft.com/office/drawing/2014/main" id="{67B34F3B-7A58-976B-2EEC-3C7F66D00033}"/>
                </a:ext>
              </a:extLst>
            </p:cNvPr>
            <p:cNvSpPr/>
            <p:nvPr/>
          </p:nvSpPr>
          <p:spPr>
            <a:xfrm>
              <a:off x="9048399" y="3035682"/>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Freeform 417">
              <a:extLst>
                <a:ext uri="{FF2B5EF4-FFF2-40B4-BE49-F238E27FC236}">
                  <a16:creationId xmlns:a16="http://schemas.microsoft.com/office/drawing/2014/main" id="{670CDEAD-2C17-E5EB-9308-1F1CE5F87B5D}"/>
                </a:ext>
              </a:extLst>
            </p:cNvPr>
            <p:cNvSpPr>
              <a:spLocks/>
            </p:cNvSpPr>
            <p:nvPr/>
          </p:nvSpPr>
          <p:spPr bwMode="auto">
            <a:xfrm>
              <a:off x="7337287" y="1795939"/>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grpSp>
          <p:nvGrpSpPr>
            <p:cNvPr id="9" name="Group 418">
              <a:extLst>
                <a:ext uri="{FF2B5EF4-FFF2-40B4-BE49-F238E27FC236}">
                  <a16:creationId xmlns:a16="http://schemas.microsoft.com/office/drawing/2014/main" id="{DC27C867-8A35-6644-E678-F0285C0B5A0C}"/>
                </a:ext>
              </a:extLst>
            </p:cNvPr>
            <p:cNvGrpSpPr>
              <a:grpSpLocks/>
            </p:cNvGrpSpPr>
            <p:nvPr/>
          </p:nvGrpSpPr>
          <p:grpSpPr bwMode="auto">
            <a:xfrm>
              <a:off x="7268561" y="3259155"/>
              <a:ext cx="1458912" cy="933450"/>
              <a:chOff x="2889" y="1631"/>
              <a:chExt cx="980" cy="743"/>
            </a:xfrm>
          </p:grpSpPr>
          <p:sp>
            <p:nvSpPr>
              <p:cNvPr id="39" name="Rectangle 419">
                <a:extLst>
                  <a:ext uri="{FF2B5EF4-FFF2-40B4-BE49-F238E27FC236}">
                    <a16:creationId xmlns:a16="http://schemas.microsoft.com/office/drawing/2014/main" id="{3FBCFCAF-4F5B-E6BE-60D9-5D91C1D0BA80}"/>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40" name="AutoShape 420">
                <a:extLst>
                  <a:ext uri="{FF2B5EF4-FFF2-40B4-BE49-F238E27FC236}">
                    <a16:creationId xmlns:a16="http://schemas.microsoft.com/office/drawing/2014/main" id="{C38219CD-CC52-39A1-C8F6-9AA7F1028374}"/>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dirty="0">
                  <a:solidFill>
                    <a:srgbClr val="00CCFF"/>
                  </a:solidFill>
                  <a:latin typeface="Arial" panose="020B0604020202020204" pitchFamily="34" charset="0"/>
                </a:endParaRPr>
              </a:p>
            </p:txBody>
          </p:sp>
        </p:grpSp>
        <p:sp>
          <p:nvSpPr>
            <p:cNvPr id="10" name="Freeform 427">
              <a:extLst>
                <a:ext uri="{FF2B5EF4-FFF2-40B4-BE49-F238E27FC236}">
                  <a16:creationId xmlns:a16="http://schemas.microsoft.com/office/drawing/2014/main" id="{1FEAC2F1-2F1B-9153-CA5D-D7FE64576ADA}"/>
                </a:ext>
              </a:extLst>
            </p:cNvPr>
            <p:cNvSpPr>
              <a:spLocks/>
            </p:cNvSpPr>
            <p:nvPr/>
          </p:nvSpPr>
          <p:spPr bwMode="auto">
            <a:xfrm>
              <a:off x="7775612" y="4653038"/>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dirty="0"/>
            </a:p>
          </p:txBody>
        </p:sp>
        <p:sp>
          <p:nvSpPr>
            <p:cNvPr id="11" name="Text Box 580">
              <a:extLst>
                <a:ext uri="{FF2B5EF4-FFF2-40B4-BE49-F238E27FC236}">
                  <a16:creationId xmlns:a16="http://schemas.microsoft.com/office/drawing/2014/main" id="{91125B3E-95E2-561F-1351-93109601828E}"/>
                </a:ext>
              </a:extLst>
            </p:cNvPr>
            <p:cNvSpPr txBox="1">
              <a:spLocks noChangeArrowheads="1"/>
            </p:cNvSpPr>
            <p:nvPr/>
          </p:nvSpPr>
          <p:spPr bwMode="auto">
            <a:xfrm>
              <a:off x="7742485" y="1458365"/>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p>
          </p:txBody>
        </p:sp>
        <p:sp>
          <p:nvSpPr>
            <p:cNvPr id="12" name="Text Box 580">
              <a:extLst>
                <a:ext uri="{FF2B5EF4-FFF2-40B4-BE49-F238E27FC236}">
                  <a16:creationId xmlns:a16="http://schemas.microsoft.com/office/drawing/2014/main" id="{0A3435BF-2640-65F2-057A-F4BC73BCDBEE}"/>
                </a:ext>
              </a:extLst>
            </p:cNvPr>
            <p:cNvSpPr txBox="1">
              <a:spLocks noChangeArrowheads="1"/>
            </p:cNvSpPr>
            <p:nvPr/>
          </p:nvSpPr>
          <p:spPr bwMode="auto">
            <a:xfrm>
              <a:off x="7394046" y="4161826"/>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p>
          </p:txBody>
        </p:sp>
        <p:sp>
          <p:nvSpPr>
            <p:cNvPr id="13" name="Text Box 580">
              <a:extLst>
                <a:ext uri="{FF2B5EF4-FFF2-40B4-BE49-F238E27FC236}">
                  <a16:creationId xmlns:a16="http://schemas.microsoft.com/office/drawing/2014/main" id="{17925D3D-23BE-8ACB-3B67-5D22982BDCB5}"/>
                </a:ext>
              </a:extLst>
            </p:cNvPr>
            <p:cNvSpPr txBox="1">
              <a:spLocks noChangeArrowheads="1"/>
            </p:cNvSpPr>
            <p:nvPr/>
          </p:nvSpPr>
          <p:spPr bwMode="auto">
            <a:xfrm>
              <a:off x="7370119" y="5749679"/>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p>
            <a:p>
              <a:pPr>
                <a:lnSpc>
                  <a:spcPct val="80000"/>
                </a:lnSpc>
                <a:spcBef>
                  <a:spcPct val="0"/>
                </a:spcBef>
                <a:buClrTx/>
                <a:buSzTx/>
                <a:buFontTx/>
                <a:buNone/>
              </a:pPr>
              <a:r>
                <a:rPr lang="en-US" altLang="en-US" sz="1400" dirty="0">
                  <a:latin typeface="+mn-lt"/>
                </a:rPr>
                <a:t>          network</a:t>
              </a:r>
            </a:p>
          </p:txBody>
        </p:sp>
        <p:sp>
          <p:nvSpPr>
            <p:cNvPr id="14" name="Freeform 371">
              <a:extLst>
                <a:ext uri="{FF2B5EF4-FFF2-40B4-BE49-F238E27FC236}">
                  <a16:creationId xmlns:a16="http://schemas.microsoft.com/office/drawing/2014/main" id="{7EB7BE93-8692-7BCE-54D2-0C47D08925A2}"/>
                </a:ext>
              </a:extLst>
            </p:cNvPr>
            <p:cNvSpPr/>
            <p:nvPr/>
          </p:nvSpPr>
          <p:spPr>
            <a:xfrm>
              <a:off x="10285357" y="3149444"/>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5" name="Group 14">
              <a:extLst>
                <a:ext uri="{FF2B5EF4-FFF2-40B4-BE49-F238E27FC236}">
                  <a16:creationId xmlns:a16="http://schemas.microsoft.com/office/drawing/2014/main" id="{496B3105-D961-9610-2070-6847860F9E06}"/>
                </a:ext>
              </a:extLst>
            </p:cNvPr>
            <p:cNvGrpSpPr/>
            <p:nvPr/>
          </p:nvGrpSpPr>
          <p:grpSpPr>
            <a:xfrm>
              <a:off x="10900911" y="3897954"/>
              <a:ext cx="687393" cy="721548"/>
              <a:chOff x="5203089" y="1751190"/>
              <a:chExt cx="858331" cy="662414"/>
            </a:xfrm>
          </p:grpSpPr>
          <p:sp>
            <p:nvSpPr>
              <p:cNvPr id="31" name="Freeform 381">
                <a:extLst>
                  <a:ext uri="{FF2B5EF4-FFF2-40B4-BE49-F238E27FC236}">
                    <a16:creationId xmlns:a16="http://schemas.microsoft.com/office/drawing/2014/main" id="{1A9F328C-E172-8DCF-B5F5-BB2EC8F2E0DC}"/>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 name="Freeform 382">
                <a:extLst>
                  <a:ext uri="{FF2B5EF4-FFF2-40B4-BE49-F238E27FC236}">
                    <a16:creationId xmlns:a16="http://schemas.microsoft.com/office/drawing/2014/main" id="{AF7DFB74-FA40-0317-C714-891E15B1CE42}"/>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3" name="Straight Connector 32">
                <a:extLst>
                  <a:ext uri="{FF2B5EF4-FFF2-40B4-BE49-F238E27FC236}">
                    <a16:creationId xmlns:a16="http://schemas.microsoft.com/office/drawing/2014/main" id="{0863477A-C956-9984-101D-95AE5CF9EF00}"/>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C03BAAE7-B688-8746-E0CE-C106D4B5F49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904F68EA-2360-86F3-4E32-8C5D930DD728}"/>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284626A5-C905-3F90-299A-7ACDFA46700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C5AAEBB7-4AA0-A674-D045-F0DD0D61BDFB}"/>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0EDD34F7-EEC1-E546-FA83-366B21F596B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16" name="Group 15">
              <a:extLst>
                <a:ext uri="{FF2B5EF4-FFF2-40B4-BE49-F238E27FC236}">
                  <a16:creationId xmlns:a16="http://schemas.microsoft.com/office/drawing/2014/main" id="{E1F24C63-C764-4B78-0A37-21BF2BD4AF70}"/>
                </a:ext>
              </a:extLst>
            </p:cNvPr>
            <p:cNvGrpSpPr/>
            <p:nvPr/>
          </p:nvGrpSpPr>
          <p:grpSpPr>
            <a:xfrm>
              <a:off x="10834382" y="3164075"/>
              <a:ext cx="594613" cy="648336"/>
              <a:chOff x="5203089" y="1751190"/>
              <a:chExt cx="858331" cy="662414"/>
            </a:xfrm>
          </p:grpSpPr>
          <p:sp>
            <p:nvSpPr>
              <p:cNvPr id="23" name="Freeform 398">
                <a:extLst>
                  <a:ext uri="{FF2B5EF4-FFF2-40B4-BE49-F238E27FC236}">
                    <a16:creationId xmlns:a16="http://schemas.microsoft.com/office/drawing/2014/main" id="{08ACBD26-A0A0-CA4E-C876-0B93667A7F91}"/>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Freeform 399">
                <a:extLst>
                  <a:ext uri="{FF2B5EF4-FFF2-40B4-BE49-F238E27FC236}">
                    <a16:creationId xmlns:a16="http://schemas.microsoft.com/office/drawing/2014/main" id="{691170DB-50E6-489B-A21C-EA147EA0164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25" name="Straight Connector 24">
                <a:extLst>
                  <a:ext uri="{FF2B5EF4-FFF2-40B4-BE49-F238E27FC236}">
                    <a16:creationId xmlns:a16="http://schemas.microsoft.com/office/drawing/2014/main" id="{0A9C72A6-466D-E882-2453-FA300BE5C16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6D68975A-BF51-FE5C-49A4-D9D0E98360A6}"/>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0C5FCAA9-2CD6-7867-D550-66703B0026E2}"/>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5098D47F-3DC1-6212-EDA6-1819D2857EB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F2571C1F-1FC4-19FB-FE95-FD641F21DF73}"/>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C7CE5396-A5EA-D81C-0B52-1617BC81ECF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17" name="Freeform 561">
              <a:extLst>
                <a:ext uri="{FF2B5EF4-FFF2-40B4-BE49-F238E27FC236}">
                  <a16:creationId xmlns:a16="http://schemas.microsoft.com/office/drawing/2014/main" id="{AAEC3990-07A7-9941-85B0-1C22611010F8}"/>
                </a:ext>
              </a:extLst>
            </p:cNvPr>
            <p:cNvSpPr/>
            <p:nvPr/>
          </p:nvSpPr>
          <p:spPr>
            <a:xfrm>
              <a:off x="9604024" y="1751946"/>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TextBox 17">
              <a:extLst>
                <a:ext uri="{FF2B5EF4-FFF2-40B4-BE49-F238E27FC236}">
                  <a16:creationId xmlns:a16="http://schemas.microsoft.com/office/drawing/2014/main" id="{D39A3655-55BB-E773-C31D-F23EFC9545DB}"/>
                </a:ext>
              </a:extLst>
            </p:cNvPr>
            <p:cNvSpPr txBox="1"/>
            <p:nvPr/>
          </p:nvSpPr>
          <p:spPr>
            <a:xfrm>
              <a:off x="9490412" y="1821099"/>
              <a:ext cx="1725088" cy="286232"/>
            </a:xfrm>
            <a:prstGeom prst="rect">
              <a:avLst/>
            </a:prstGeom>
            <a:noFill/>
          </p:spPr>
          <p:txBody>
            <a:bodyPr wrap="none" rtlCol="0">
              <a:spAutoFit/>
            </a:bodyPr>
            <a:lstStyle/>
            <a:p>
              <a:pPr>
                <a:lnSpc>
                  <a:spcPct val="90000"/>
                </a:lnSpc>
              </a:pPr>
              <a:r>
                <a:rPr lang="en-US" sz="1400" dirty="0"/>
                <a:t>national or global ISP</a:t>
              </a:r>
            </a:p>
          </p:txBody>
        </p:sp>
        <p:sp>
          <p:nvSpPr>
            <p:cNvPr id="19" name="Rectangle 18">
              <a:extLst>
                <a:ext uri="{FF2B5EF4-FFF2-40B4-BE49-F238E27FC236}">
                  <a16:creationId xmlns:a16="http://schemas.microsoft.com/office/drawing/2014/main" id="{76DF7F44-5F32-A4FD-1187-A824773F8B17}"/>
                </a:ext>
              </a:extLst>
            </p:cNvPr>
            <p:cNvSpPr/>
            <p:nvPr/>
          </p:nvSpPr>
          <p:spPr>
            <a:xfrm>
              <a:off x="9342279" y="3647812"/>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TextBox 19">
              <a:extLst>
                <a:ext uri="{FF2B5EF4-FFF2-40B4-BE49-F238E27FC236}">
                  <a16:creationId xmlns:a16="http://schemas.microsoft.com/office/drawing/2014/main" id="{AF95A034-FADD-2DC7-71EA-B4CAC4437209}"/>
                </a:ext>
              </a:extLst>
            </p:cNvPr>
            <p:cNvSpPr txBox="1"/>
            <p:nvPr/>
          </p:nvSpPr>
          <p:spPr>
            <a:xfrm>
              <a:off x="8829373" y="3417823"/>
              <a:ext cx="1040639" cy="480131"/>
            </a:xfrm>
            <a:prstGeom prst="rect">
              <a:avLst/>
            </a:prstGeom>
            <a:noFill/>
          </p:spPr>
          <p:txBody>
            <a:bodyPr wrap="square" rtlCol="0">
              <a:spAutoFit/>
            </a:bodyPr>
            <a:lstStyle/>
            <a:p>
              <a:pPr>
                <a:lnSpc>
                  <a:spcPct val="90000"/>
                </a:lnSpc>
              </a:pPr>
              <a:r>
                <a:rPr lang="en-US" sz="1400" dirty="0"/>
                <a:t>local or regional ISP</a:t>
              </a:r>
            </a:p>
          </p:txBody>
        </p:sp>
        <p:sp>
          <p:nvSpPr>
            <p:cNvPr id="21" name="TextBox 20">
              <a:extLst>
                <a:ext uri="{FF2B5EF4-FFF2-40B4-BE49-F238E27FC236}">
                  <a16:creationId xmlns:a16="http://schemas.microsoft.com/office/drawing/2014/main" id="{A8EBED5A-8D6F-CBE4-88AD-7478392E57E6}"/>
                </a:ext>
              </a:extLst>
            </p:cNvPr>
            <p:cNvSpPr txBox="1"/>
            <p:nvPr/>
          </p:nvSpPr>
          <p:spPr>
            <a:xfrm>
              <a:off x="10980978" y="4647841"/>
              <a:ext cx="813043" cy="383182"/>
            </a:xfrm>
            <a:prstGeom prst="rect">
              <a:avLst/>
            </a:prstGeom>
            <a:noFill/>
          </p:spPr>
          <p:txBody>
            <a:bodyPr wrap="none" rtlCol="0">
              <a:spAutoFit/>
            </a:bodyPr>
            <a:lstStyle/>
            <a:p>
              <a:pPr>
                <a:lnSpc>
                  <a:spcPct val="90000"/>
                </a:lnSpc>
              </a:pPr>
              <a:r>
                <a:rPr lang="en-US" sz="1050" dirty="0"/>
                <a:t>datacenter </a:t>
              </a:r>
            </a:p>
            <a:p>
              <a:pPr>
                <a:lnSpc>
                  <a:spcPct val="90000"/>
                </a:lnSpc>
              </a:pPr>
              <a:r>
                <a:rPr lang="en-US" sz="1050" dirty="0"/>
                <a:t>network</a:t>
              </a:r>
            </a:p>
          </p:txBody>
        </p:sp>
        <p:sp>
          <p:nvSpPr>
            <p:cNvPr id="22" name="TextBox 21">
              <a:extLst>
                <a:ext uri="{FF2B5EF4-FFF2-40B4-BE49-F238E27FC236}">
                  <a16:creationId xmlns:a16="http://schemas.microsoft.com/office/drawing/2014/main" id="{547D8671-AB23-BC5E-57E4-8DC7578CE649}"/>
                </a:ext>
              </a:extLst>
            </p:cNvPr>
            <p:cNvSpPr txBox="1"/>
            <p:nvPr/>
          </p:nvSpPr>
          <p:spPr>
            <a:xfrm>
              <a:off x="10126229" y="4198152"/>
              <a:ext cx="843051" cy="674031"/>
            </a:xfrm>
            <a:prstGeom prst="rect">
              <a:avLst/>
            </a:prstGeom>
            <a:noFill/>
          </p:spPr>
          <p:txBody>
            <a:bodyPr wrap="none" rtlCol="0">
              <a:spAutoFit/>
            </a:bodyPr>
            <a:lstStyle/>
            <a:p>
              <a:pPr>
                <a:lnSpc>
                  <a:spcPct val="90000"/>
                </a:lnSpc>
              </a:pPr>
              <a:r>
                <a:rPr lang="en-US" sz="1400" dirty="0"/>
                <a:t>content </a:t>
              </a:r>
            </a:p>
            <a:p>
              <a:pPr>
                <a:lnSpc>
                  <a:spcPct val="90000"/>
                </a:lnSpc>
              </a:pPr>
              <a:r>
                <a:rPr lang="en-US" sz="1400" dirty="0"/>
                <a:t>provider </a:t>
              </a:r>
            </a:p>
            <a:p>
              <a:pPr>
                <a:lnSpc>
                  <a:spcPct val="90000"/>
                </a:lnSpc>
              </a:pPr>
              <a:r>
                <a:rPr lang="en-US" sz="1400" dirty="0"/>
                <a:t>network</a:t>
              </a:r>
              <a:endParaRPr lang="en-US" sz="1000" dirty="0"/>
            </a:p>
          </p:txBody>
        </p:sp>
      </p:grpSp>
      <p:grpSp>
        <p:nvGrpSpPr>
          <p:cNvPr id="41" name="Group 40">
            <a:extLst>
              <a:ext uri="{FF2B5EF4-FFF2-40B4-BE49-F238E27FC236}">
                <a16:creationId xmlns:a16="http://schemas.microsoft.com/office/drawing/2014/main" id="{E14E8F41-D18F-9132-11E7-52F66FBC4A62}"/>
              </a:ext>
            </a:extLst>
          </p:cNvPr>
          <p:cNvGrpSpPr/>
          <p:nvPr/>
        </p:nvGrpSpPr>
        <p:grpSpPr>
          <a:xfrm>
            <a:off x="7562238" y="2127325"/>
            <a:ext cx="3578867" cy="3640283"/>
            <a:chOff x="7562238" y="2127325"/>
            <a:chExt cx="3578867" cy="3640283"/>
          </a:xfrm>
        </p:grpSpPr>
        <p:cxnSp>
          <p:nvCxnSpPr>
            <p:cNvPr id="42" name="Straight Connector 41">
              <a:extLst>
                <a:ext uri="{FF2B5EF4-FFF2-40B4-BE49-F238E27FC236}">
                  <a16:creationId xmlns:a16="http://schemas.microsoft.com/office/drawing/2014/main" id="{A17F55FE-792E-0F98-9232-7BD0FCC156B2}"/>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339FB5DE-D241-B6A9-8BC6-36B6DD9944C1}"/>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A86187E7-3316-9F50-DE05-1C6CC39C40B7}"/>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9A940DB-9D7A-1B83-B4BE-7C032584337F}"/>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D1BF7E00-2BDF-DABE-2F69-5DF83C67EC15}"/>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6496359-A9C8-14D7-0AEB-FA55DD2FDBAF}"/>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6C4DC7D-96D2-6093-0B5F-54BCD18CA3D4}"/>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C6E07BF3-5351-5902-6F92-E69D83EEDF0B}"/>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483E0D51-2324-0938-460C-F5D1C9B950E5}"/>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F0F5ACDC-0EE1-5ED3-2B2A-B8617E6CAFC6}"/>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6050ADE4-01ED-19B9-457C-AA09340D4847}"/>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3" name="Group 52">
              <a:extLst>
                <a:ext uri="{FF2B5EF4-FFF2-40B4-BE49-F238E27FC236}">
                  <a16:creationId xmlns:a16="http://schemas.microsoft.com/office/drawing/2014/main" id="{DD446A8D-37D5-7454-7F0D-3F5964CF148E}"/>
                </a:ext>
              </a:extLst>
            </p:cNvPr>
            <p:cNvGrpSpPr/>
            <p:nvPr/>
          </p:nvGrpSpPr>
          <p:grpSpPr>
            <a:xfrm>
              <a:off x="7562238" y="2127325"/>
              <a:ext cx="3578867" cy="3640283"/>
              <a:chOff x="7562238" y="2127325"/>
              <a:chExt cx="3578867" cy="3640283"/>
            </a:xfrm>
          </p:grpSpPr>
          <p:grpSp>
            <p:nvGrpSpPr>
              <p:cNvPr id="54" name="Group 53">
                <a:extLst>
                  <a:ext uri="{FF2B5EF4-FFF2-40B4-BE49-F238E27FC236}">
                    <a16:creationId xmlns:a16="http://schemas.microsoft.com/office/drawing/2014/main" id="{5BA0C2CD-24EC-6B02-1F00-DEDD86EE97C2}"/>
                  </a:ext>
                </a:extLst>
              </p:cNvPr>
              <p:cNvGrpSpPr/>
              <p:nvPr/>
            </p:nvGrpSpPr>
            <p:grpSpPr>
              <a:xfrm>
                <a:off x="7857253" y="2127325"/>
                <a:ext cx="3283852" cy="3640283"/>
                <a:chOff x="7881336" y="2104198"/>
                <a:chExt cx="3283852" cy="3640283"/>
              </a:xfrm>
            </p:grpSpPr>
            <p:sp>
              <p:nvSpPr>
                <p:cNvPr id="59" name="Line 428">
                  <a:extLst>
                    <a:ext uri="{FF2B5EF4-FFF2-40B4-BE49-F238E27FC236}">
                      <a16:creationId xmlns:a16="http://schemas.microsoft.com/office/drawing/2014/main" id="{24C6FB83-D382-CAFE-D8D1-E3069BA4EAC2}"/>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0" name="Line 430">
                  <a:extLst>
                    <a:ext uri="{FF2B5EF4-FFF2-40B4-BE49-F238E27FC236}">
                      <a16:creationId xmlns:a16="http://schemas.microsoft.com/office/drawing/2014/main" id="{57F164FE-36CC-980D-DA4A-5D77D4978FE0}"/>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61" name="Line 431">
                  <a:extLst>
                    <a:ext uri="{FF2B5EF4-FFF2-40B4-BE49-F238E27FC236}">
                      <a16:creationId xmlns:a16="http://schemas.microsoft.com/office/drawing/2014/main" id="{1FA2DB9C-5EFC-6589-AC69-5D0C25C9133A}"/>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62" name="Line 432">
                  <a:extLst>
                    <a:ext uri="{FF2B5EF4-FFF2-40B4-BE49-F238E27FC236}">
                      <a16:creationId xmlns:a16="http://schemas.microsoft.com/office/drawing/2014/main" id="{41A55E32-106A-00F0-8F80-C59915470C3D}"/>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63" name="Line 433">
                  <a:extLst>
                    <a:ext uri="{FF2B5EF4-FFF2-40B4-BE49-F238E27FC236}">
                      <a16:creationId xmlns:a16="http://schemas.microsoft.com/office/drawing/2014/main" id="{E2612867-1F9F-4853-E5B6-70DA5FC4C714}"/>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64" name="Line 435">
                  <a:extLst>
                    <a:ext uri="{FF2B5EF4-FFF2-40B4-BE49-F238E27FC236}">
                      <a16:creationId xmlns:a16="http://schemas.microsoft.com/office/drawing/2014/main" id="{598E4CD0-214C-6361-F77E-98775CDCA68C}"/>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65" name="Line 436">
                  <a:extLst>
                    <a:ext uri="{FF2B5EF4-FFF2-40B4-BE49-F238E27FC236}">
                      <a16:creationId xmlns:a16="http://schemas.microsoft.com/office/drawing/2014/main" id="{48A13677-05C3-1491-8B33-6B0AA38B5D66}"/>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66" name="Line 439">
                  <a:extLst>
                    <a:ext uri="{FF2B5EF4-FFF2-40B4-BE49-F238E27FC236}">
                      <a16:creationId xmlns:a16="http://schemas.microsoft.com/office/drawing/2014/main" id="{98007FD3-D48C-255A-281D-EDA5C3CEE573}"/>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67" name="Line 440">
                  <a:extLst>
                    <a:ext uri="{FF2B5EF4-FFF2-40B4-BE49-F238E27FC236}">
                      <a16:creationId xmlns:a16="http://schemas.microsoft.com/office/drawing/2014/main" id="{C7676866-FB9D-396F-4867-B80CC5576927}"/>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68" name="Line 441">
                  <a:extLst>
                    <a:ext uri="{FF2B5EF4-FFF2-40B4-BE49-F238E27FC236}">
                      <a16:creationId xmlns:a16="http://schemas.microsoft.com/office/drawing/2014/main" id="{D1497459-426F-9368-2CEB-DC8660D318F0}"/>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69" name="Line 443">
                  <a:extLst>
                    <a:ext uri="{FF2B5EF4-FFF2-40B4-BE49-F238E27FC236}">
                      <a16:creationId xmlns:a16="http://schemas.microsoft.com/office/drawing/2014/main" id="{DFCA9ACF-B278-5CF5-AC3C-6FFC768C5AE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70" name="Line 449">
                  <a:extLst>
                    <a:ext uri="{FF2B5EF4-FFF2-40B4-BE49-F238E27FC236}">
                      <a16:creationId xmlns:a16="http://schemas.microsoft.com/office/drawing/2014/main" id="{9E31A8CA-529D-E626-AF55-6136D2E4E24C}"/>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71" name="Line 428">
                  <a:extLst>
                    <a:ext uri="{FF2B5EF4-FFF2-40B4-BE49-F238E27FC236}">
                      <a16:creationId xmlns:a16="http://schemas.microsoft.com/office/drawing/2014/main" id="{61E1C943-3F7B-03FE-4AE9-6463EEA813AB}"/>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72" name="Line 440">
                  <a:extLst>
                    <a:ext uri="{FF2B5EF4-FFF2-40B4-BE49-F238E27FC236}">
                      <a16:creationId xmlns:a16="http://schemas.microsoft.com/office/drawing/2014/main" id="{AA43419F-70D7-BCFE-BA7C-C2113CA9E9F2}"/>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73" name="Straight Connector 72">
                  <a:extLst>
                    <a:ext uri="{FF2B5EF4-FFF2-40B4-BE49-F238E27FC236}">
                      <a16:creationId xmlns:a16="http://schemas.microsoft.com/office/drawing/2014/main" id="{CE24E2DC-F3CD-2FA4-C48E-F7AAFB948437}"/>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311C3A12-3331-ABEF-A274-F4CDE3E0C0C6}"/>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A01B12C8-DA44-8566-2D27-7983F53E4815}"/>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6" name="Straight Connector 75">
                  <a:extLst>
                    <a:ext uri="{FF2B5EF4-FFF2-40B4-BE49-F238E27FC236}">
                      <a16:creationId xmlns:a16="http://schemas.microsoft.com/office/drawing/2014/main" id="{6BA07B27-8AB5-A07E-4DF9-60EE5B5D4E9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4D33574D-0171-23E5-A16B-B2B9ACBCE7F2}"/>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100D8807-E0D8-B7BF-9425-ADE75EDC836C}"/>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4CD67D95-A817-6857-4B88-963EF26BCC1B}"/>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DA25429-BF71-06F4-17C0-387B584E9BE4}"/>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2" name="Line 541">
                  <a:extLst>
                    <a:ext uri="{FF2B5EF4-FFF2-40B4-BE49-F238E27FC236}">
                      <a16:creationId xmlns:a16="http://schemas.microsoft.com/office/drawing/2014/main" id="{D6A21D37-155D-9B64-F0D1-AA8B28E0903E}"/>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83" name="Line 424">
                  <a:extLst>
                    <a:ext uri="{FF2B5EF4-FFF2-40B4-BE49-F238E27FC236}">
                      <a16:creationId xmlns:a16="http://schemas.microsoft.com/office/drawing/2014/main" id="{43F1E168-6679-FFEA-6E04-B512FF4301D5}"/>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pic>
            <p:nvPicPr>
              <p:cNvPr id="55" name="Picture 778" descr="antenna_radiation_stylized">
                <a:extLst>
                  <a:ext uri="{FF2B5EF4-FFF2-40B4-BE49-F238E27FC236}">
                    <a16:creationId xmlns:a16="http://schemas.microsoft.com/office/drawing/2014/main" id="{64F88999-0D85-348E-0D31-7E81FF6C858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781" descr="antenna_radiation_stylized">
                <a:extLst>
                  <a:ext uri="{FF2B5EF4-FFF2-40B4-BE49-F238E27FC236}">
                    <a16:creationId xmlns:a16="http://schemas.microsoft.com/office/drawing/2014/main" id="{9482EE0E-4097-A55A-ED47-05FF62A5A1F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799" descr="cell_tower_radiation copy">
                <a:extLst>
                  <a:ext uri="{FF2B5EF4-FFF2-40B4-BE49-F238E27FC236}">
                    <a16:creationId xmlns:a16="http://schemas.microsoft.com/office/drawing/2014/main" id="{D2A1C8D7-DFCA-AE08-26E1-A858AC26E9B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 name="Oval 800">
                <a:extLst>
                  <a:ext uri="{FF2B5EF4-FFF2-40B4-BE49-F238E27FC236}">
                    <a16:creationId xmlns:a16="http://schemas.microsoft.com/office/drawing/2014/main" id="{66BED9A4-4111-E4F2-9F6C-933B543D7299}"/>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grpSp>
      <p:grpSp>
        <p:nvGrpSpPr>
          <p:cNvPr id="84" name="Group 83">
            <a:extLst>
              <a:ext uri="{FF2B5EF4-FFF2-40B4-BE49-F238E27FC236}">
                <a16:creationId xmlns:a16="http://schemas.microsoft.com/office/drawing/2014/main" id="{BAD746EB-5D78-DBF6-186D-E23862CC576E}"/>
              </a:ext>
            </a:extLst>
          </p:cNvPr>
          <p:cNvGrpSpPr/>
          <p:nvPr/>
        </p:nvGrpSpPr>
        <p:grpSpPr>
          <a:xfrm>
            <a:off x="7414072" y="1891912"/>
            <a:ext cx="4144321" cy="4300892"/>
            <a:chOff x="7432700" y="1830405"/>
            <a:chExt cx="4144321" cy="4300892"/>
          </a:xfrm>
        </p:grpSpPr>
        <p:grpSp>
          <p:nvGrpSpPr>
            <p:cNvPr id="85" name="Group 84">
              <a:extLst>
                <a:ext uri="{FF2B5EF4-FFF2-40B4-BE49-F238E27FC236}">
                  <a16:creationId xmlns:a16="http://schemas.microsoft.com/office/drawing/2014/main" id="{BCA8004F-E0D6-A697-D3B8-EDDC3F92436E}"/>
                </a:ext>
              </a:extLst>
            </p:cNvPr>
            <p:cNvGrpSpPr/>
            <p:nvPr/>
          </p:nvGrpSpPr>
          <p:grpSpPr>
            <a:xfrm>
              <a:off x="7432700" y="1830405"/>
              <a:ext cx="1909777" cy="938011"/>
              <a:chOff x="7432700" y="1830405"/>
              <a:chExt cx="1909777" cy="938011"/>
            </a:xfrm>
          </p:grpSpPr>
          <p:grpSp>
            <p:nvGrpSpPr>
              <p:cNvPr id="258" name="Group 652">
                <a:extLst>
                  <a:ext uri="{FF2B5EF4-FFF2-40B4-BE49-F238E27FC236}">
                    <a16:creationId xmlns:a16="http://schemas.microsoft.com/office/drawing/2014/main" id="{CE63DC2B-3EC1-75C0-9799-074C059F73CD}"/>
                  </a:ext>
                </a:extLst>
              </p:cNvPr>
              <p:cNvGrpSpPr>
                <a:grpSpLocks/>
              </p:cNvGrpSpPr>
              <p:nvPr/>
            </p:nvGrpSpPr>
            <p:grpSpPr bwMode="auto">
              <a:xfrm>
                <a:off x="7743850" y="1830405"/>
                <a:ext cx="415925" cy="385763"/>
                <a:chOff x="2751" y="1851"/>
                <a:chExt cx="462" cy="478"/>
              </a:xfrm>
            </p:grpSpPr>
            <p:pic>
              <p:nvPicPr>
                <p:cNvPr id="289" name="Picture 653" descr="iphone_stylized_small">
                  <a:extLst>
                    <a:ext uri="{FF2B5EF4-FFF2-40B4-BE49-F238E27FC236}">
                      <a16:creationId xmlns:a16="http://schemas.microsoft.com/office/drawing/2014/main" id="{BD52359A-DD25-9DAE-37DF-29E9C8E76E69}"/>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0" name="Picture 654" descr="antenna_radiation_stylized">
                  <a:extLst>
                    <a:ext uri="{FF2B5EF4-FFF2-40B4-BE49-F238E27FC236}">
                      <a16:creationId xmlns:a16="http://schemas.microsoft.com/office/drawing/2014/main" id="{5F1AE9ED-DF2F-8C0B-0539-88A9B920E6B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59" name="Group 258">
                <a:extLst>
                  <a:ext uri="{FF2B5EF4-FFF2-40B4-BE49-F238E27FC236}">
                    <a16:creationId xmlns:a16="http://schemas.microsoft.com/office/drawing/2014/main" id="{0802FA12-EC4E-FBF0-0E21-CD53758FAE7A}"/>
                  </a:ext>
                </a:extLst>
              </p:cNvPr>
              <p:cNvGrpSpPr/>
              <p:nvPr/>
            </p:nvGrpSpPr>
            <p:grpSpPr>
              <a:xfrm>
                <a:off x="7432700" y="2327293"/>
                <a:ext cx="534987" cy="407988"/>
                <a:chOff x="7432700" y="2327293"/>
                <a:chExt cx="534987" cy="407988"/>
              </a:xfrm>
            </p:grpSpPr>
            <p:pic>
              <p:nvPicPr>
                <p:cNvPr id="266" name="Picture 1017" descr="antenna_stylized">
                  <a:extLst>
                    <a:ext uri="{FF2B5EF4-FFF2-40B4-BE49-F238E27FC236}">
                      <a16:creationId xmlns:a16="http://schemas.microsoft.com/office/drawing/2014/main" id="{803A1F31-7368-11A1-93CF-70DC8CD13153}"/>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 name="Picture 1018" descr="laptop_keyboard">
                  <a:extLst>
                    <a:ext uri="{FF2B5EF4-FFF2-40B4-BE49-F238E27FC236}">
                      <a16:creationId xmlns:a16="http://schemas.microsoft.com/office/drawing/2014/main" id="{8DD6B76D-BC42-A5B2-4C14-E36C638D0A56}"/>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 name="Freeform 1019">
                  <a:extLst>
                    <a:ext uri="{FF2B5EF4-FFF2-40B4-BE49-F238E27FC236}">
                      <a16:creationId xmlns:a16="http://schemas.microsoft.com/office/drawing/2014/main" id="{4FB65398-579C-0A6E-419A-28B1EDFA4D52}"/>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269" name="Picture 1020" descr="screen">
                  <a:extLst>
                    <a:ext uri="{FF2B5EF4-FFF2-40B4-BE49-F238E27FC236}">
                      <a16:creationId xmlns:a16="http://schemas.microsoft.com/office/drawing/2014/main" id="{64742E14-F115-1646-CD40-41225523B510}"/>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0" name="Freeform 1021">
                  <a:extLst>
                    <a:ext uri="{FF2B5EF4-FFF2-40B4-BE49-F238E27FC236}">
                      <a16:creationId xmlns:a16="http://schemas.microsoft.com/office/drawing/2014/main" id="{2A3844D1-6C0F-A77E-DE1F-979533509C34}"/>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71" name="Freeform 1022">
                  <a:extLst>
                    <a:ext uri="{FF2B5EF4-FFF2-40B4-BE49-F238E27FC236}">
                      <a16:creationId xmlns:a16="http://schemas.microsoft.com/office/drawing/2014/main" id="{4B8A428C-4769-C2B3-0EEF-3DAFF204566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72" name="Freeform 1023">
                  <a:extLst>
                    <a:ext uri="{FF2B5EF4-FFF2-40B4-BE49-F238E27FC236}">
                      <a16:creationId xmlns:a16="http://schemas.microsoft.com/office/drawing/2014/main" id="{49ED57DD-B922-4225-F9E7-DFBDE6B50451}"/>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73" name="Freeform 1024">
                  <a:extLst>
                    <a:ext uri="{FF2B5EF4-FFF2-40B4-BE49-F238E27FC236}">
                      <a16:creationId xmlns:a16="http://schemas.microsoft.com/office/drawing/2014/main" id="{9812E9D6-A6F3-F3D8-6E11-F04D4BB182F2}"/>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74" name="Freeform 1025">
                  <a:extLst>
                    <a:ext uri="{FF2B5EF4-FFF2-40B4-BE49-F238E27FC236}">
                      <a16:creationId xmlns:a16="http://schemas.microsoft.com/office/drawing/2014/main" id="{864A87F6-F57A-A325-B1B8-FD53AA7A2074}"/>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75" name="Freeform 1026">
                  <a:extLst>
                    <a:ext uri="{FF2B5EF4-FFF2-40B4-BE49-F238E27FC236}">
                      <a16:creationId xmlns:a16="http://schemas.microsoft.com/office/drawing/2014/main" id="{2428589A-8CBA-2613-23AB-A763C4C13EAA}"/>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276" name="Group 1027">
                  <a:extLst>
                    <a:ext uri="{FF2B5EF4-FFF2-40B4-BE49-F238E27FC236}">
                      <a16:creationId xmlns:a16="http://schemas.microsoft.com/office/drawing/2014/main" id="{C76E363F-FFEA-1A98-D2DA-AB6016A8FAC5}"/>
                    </a:ext>
                  </a:extLst>
                </p:cNvPr>
                <p:cNvGrpSpPr>
                  <a:grpSpLocks/>
                </p:cNvGrpSpPr>
                <p:nvPr/>
              </p:nvGrpSpPr>
              <p:grpSpPr bwMode="auto">
                <a:xfrm>
                  <a:off x="7594735" y="2642220"/>
                  <a:ext cx="98740" cy="36846"/>
                  <a:chOff x="1740" y="2642"/>
                  <a:chExt cx="752" cy="327"/>
                </a:xfrm>
              </p:grpSpPr>
              <p:sp>
                <p:nvSpPr>
                  <p:cNvPr id="283" name="Freeform 1028">
                    <a:extLst>
                      <a:ext uri="{FF2B5EF4-FFF2-40B4-BE49-F238E27FC236}">
                        <a16:creationId xmlns:a16="http://schemas.microsoft.com/office/drawing/2014/main" id="{F571F9C7-9132-1F09-FB24-790098C89ED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84" name="Freeform 1029">
                    <a:extLst>
                      <a:ext uri="{FF2B5EF4-FFF2-40B4-BE49-F238E27FC236}">
                        <a16:creationId xmlns:a16="http://schemas.microsoft.com/office/drawing/2014/main" id="{DBBACE8D-B391-A78E-6255-63C3E3AC5CD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85" name="Freeform 1030">
                    <a:extLst>
                      <a:ext uri="{FF2B5EF4-FFF2-40B4-BE49-F238E27FC236}">
                        <a16:creationId xmlns:a16="http://schemas.microsoft.com/office/drawing/2014/main" id="{AED02B7D-0D27-147F-1C13-004A5B52880F}"/>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86" name="Freeform 1031">
                    <a:extLst>
                      <a:ext uri="{FF2B5EF4-FFF2-40B4-BE49-F238E27FC236}">
                        <a16:creationId xmlns:a16="http://schemas.microsoft.com/office/drawing/2014/main" id="{B64C6945-6C21-98D9-E381-4F19D9FA135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87" name="Freeform 1032">
                    <a:extLst>
                      <a:ext uri="{FF2B5EF4-FFF2-40B4-BE49-F238E27FC236}">
                        <a16:creationId xmlns:a16="http://schemas.microsoft.com/office/drawing/2014/main" id="{ACAD8403-7601-A630-899A-DF834F75131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88" name="Freeform 1033">
                    <a:extLst>
                      <a:ext uri="{FF2B5EF4-FFF2-40B4-BE49-F238E27FC236}">
                        <a16:creationId xmlns:a16="http://schemas.microsoft.com/office/drawing/2014/main" id="{5E05BA77-56B5-85F5-C291-18D7CACA027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277" name="Freeform 1034">
                  <a:extLst>
                    <a:ext uri="{FF2B5EF4-FFF2-40B4-BE49-F238E27FC236}">
                      <a16:creationId xmlns:a16="http://schemas.microsoft.com/office/drawing/2014/main" id="{DD14A8F2-92FE-0742-5627-E56663E423BE}"/>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78" name="Freeform 1035">
                  <a:extLst>
                    <a:ext uri="{FF2B5EF4-FFF2-40B4-BE49-F238E27FC236}">
                      <a16:creationId xmlns:a16="http://schemas.microsoft.com/office/drawing/2014/main" id="{444EB80B-82FC-671D-22B3-D9FEF46A3637}"/>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79" name="Freeform 1036">
                  <a:extLst>
                    <a:ext uri="{FF2B5EF4-FFF2-40B4-BE49-F238E27FC236}">
                      <a16:creationId xmlns:a16="http://schemas.microsoft.com/office/drawing/2014/main" id="{56263595-C5A7-7D43-37B8-877839033BC3}"/>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80" name="Freeform 1037">
                  <a:extLst>
                    <a:ext uri="{FF2B5EF4-FFF2-40B4-BE49-F238E27FC236}">
                      <a16:creationId xmlns:a16="http://schemas.microsoft.com/office/drawing/2014/main" id="{D32ABC70-59C6-67D7-C3BF-F344D7922C0D}"/>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81" name="Freeform 1038">
                  <a:extLst>
                    <a:ext uri="{FF2B5EF4-FFF2-40B4-BE49-F238E27FC236}">
                      <a16:creationId xmlns:a16="http://schemas.microsoft.com/office/drawing/2014/main" id="{D3855BDF-6E84-1558-13CE-7246F10A0E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82" name="Freeform 1039">
                  <a:extLst>
                    <a:ext uri="{FF2B5EF4-FFF2-40B4-BE49-F238E27FC236}">
                      <a16:creationId xmlns:a16="http://schemas.microsoft.com/office/drawing/2014/main" id="{14AE146F-103B-2E0F-98E8-E2C5D7E8ADB4}"/>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260" name="Group 259">
                <a:extLst>
                  <a:ext uri="{FF2B5EF4-FFF2-40B4-BE49-F238E27FC236}">
                    <a16:creationId xmlns:a16="http://schemas.microsoft.com/office/drawing/2014/main" id="{D824AB2A-FAD6-C852-62CF-9696688D9604}"/>
                  </a:ext>
                </a:extLst>
              </p:cNvPr>
              <p:cNvGrpSpPr/>
              <p:nvPr/>
            </p:nvGrpSpPr>
            <p:grpSpPr>
              <a:xfrm>
                <a:off x="8631407" y="2290407"/>
                <a:ext cx="530702" cy="478009"/>
                <a:chOff x="8631407" y="2290407"/>
                <a:chExt cx="530702" cy="478009"/>
              </a:xfrm>
            </p:grpSpPr>
            <p:pic>
              <p:nvPicPr>
                <p:cNvPr id="264" name="Picture 568" descr="light2.png">
                  <a:extLst>
                    <a:ext uri="{FF2B5EF4-FFF2-40B4-BE49-F238E27FC236}">
                      <a16:creationId xmlns:a16="http://schemas.microsoft.com/office/drawing/2014/main" id="{4B99719B-7134-4B6A-D067-C27FDD7A13FC}"/>
                    </a:ext>
                  </a:extLst>
                </p:cNvPr>
                <p:cNvPicPr>
                  <a:picLocks noChangeAspect="1"/>
                </p:cNvPicPr>
                <p:nvPr/>
              </p:nvPicPr>
              <p:blipFill>
                <a:blip r:embed="rId11">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5" name="Picture 1017" descr="antenna_stylized">
                  <a:extLst>
                    <a:ext uri="{FF2B5EF4-FFF2-40B4-BE49-F238E27FC236}">
                      <a16:creationId xmlns:a16="http://schemas.microsoft.com/office/drawing/2014/main" id="{1C7AE285-341A-3C1F-E80B-9D9ED18C6936}"/>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61" name="Group 260">
                <a:extLst>
                  <a:ext uri="{FF2B5EF4-FFF2-40B4-BE49-F238E27FC236}">
                    <a16:creationId xmlns:a16="http://schemas.microsoft.com/office/drawing/2014/main" id="{63DDC0F6-6752-D3E4-214C-3DF8D8D55D45}"/>
                  </a:ext>
                </a:extLst>
              </p:cNvPr>
              <p:cNvGrpSpPr/>
              <p:nvPr/>
            </p:nvGrpSpPr>
            <p:grpSpPr>
              <a:xfrm>
                <a:off x="8493165" y="2029804"/>
                <a:ext cx="849312" cy="226109"/>
                <a:chOff x="8493165" y="2029804"/>
                <a:chExt cx="849312" cy="226109"/>
              </a:xfrm>
            </p:grpSpPr>
            <p:pic>
              <p:nvPicPr>
                <p:cNvPr id="262" name="Picture 603" descr="car_icon_small">
                  <a:extLst>
                    <a:ext uri="{FF2B5EF4-FFF2-40B4-BE49-F238E27FC236}">
                      <a16:creationId xmlns:a16="http://schemas.microsoft.com/office/drawing/2014/main" id="{F75BEB4E-FAF8-88F4-A826-65361FAE0F31}"/>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3" name="Picture 1017" descr="antenna_stylized">
                  <a:extLst>
                    <a:ext uri="{FF2B5EF4-FFF2-40B4-BE49-F238E27FC236}">
                      <a16:creationId xmlns:a16="http://schemas.microsoft.com/office/drawing/2014/main" id="{D220D629-20F8-5CAA-1360-B445BB7ED581}"/>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86" name="Group 85">
              <a:extLst>
                <a:ext uri="{FF2B5EF4-FFF2-40B4-BE49-F238E27FC236}">
                  <a16:creationId xmlns:a16="http://schemas.microsoft.com/office/drawing/2014/main" id="{1C9F86C0-B26A-1782-B6F8-9226A66C681A}"/>
                </a:ext>
              </a:extLst>
            </p:cNvPr>
            <p:cNvGrpSpPr/>
            <p:nvPr/>
          </p:nvGrpSpPr>
          <p:grpSpPr>
            <a:xfrm>
              <a:off x="7487144" y="3296104"/>
              <a:ext cx="857739" cy="583764"/>
              <a:chOff x="7487144" y="3296104"/>
              <a:chExt cx="857739" cy="583764"/>
            </a:xfrm>
          </p:grpSpPr>
          <p:grpSp>
            <p:nvGrpSpPr>
              <p:cNvPr id="228" name="Group 227">
                <a:extLst>
                  <a:ext uri="{FF2B5EF4-FFF2-40B4-BE49-F238E27FC236}">
                    <a16:creationId xmlns:a16="http://schemas.microsoft.com/office/drawing/2014/main" id="{1C09E1B8-339D-B832-EF87-56021583D07B}"/>
                  </a:ext>
                </a:extLst>
              </p:cNvPr>
              <p:cNvGrpSpPr/>
              <p:nvPr/>
            </p:nvGrpSpPr>
            <p:grpSpPr>
              <a:xfrm>
                <a:off x="7487144" y="3389820"/>
                <a:ext cx="350807" cy="305517"/>
                <a:chOff x="7487144" y="3389820"/>
                <a:chExt cx="350807" cy="305517"/>
              </a:xfrm>
            </p:grpSpPr>
            <p:pic>
              <p:nvPicPr>
                <p:cNvPr id="235" name="Picture 1115" descr="antenna_stylized">
                  <a:extLst>
                    <a:ext uri="{FF2B5EF4-FFF2-40B4-BE49-F238E27FC236}">
                      <a16:creationId xmlns:a16="http://schemas.microsoft.com/office/drawing/2014/main" id="{8649685A-F1C1-0459-9C58-9F49E420A12D}"/>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1116" descr="laptop_keyboard">
                  <a:extLst>
                    <a:ext uri="{FF2B5EF4-FFF2-40B4-BE49-F238E27FC236}">
                      <a16:creationId xmlns:a16="http://schemas.microsoft.com/office/drawing/2014/main" id="{4D0BC495-6175-16AE-7F1D-3FD42A8D3E55}"/>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 name="Freeform 1117">
                  <a:extLst>
                    <a:ext uri="{FF2B5EF4-FFF2-40B4-BE49-F238E27FC236}">
                      <a16:creationId xmlns:a16="http://schemas.microsoft.com/office/drawing/2014/main" id="{C5D84895-7B7D-7D06-685F-AC1EF94607BA}"/>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238" name="Picture 1118" descr="screen">
                  <a:extLst>
                    <a:ext uri="{FF2B5EF4-FFF2-40B4-BE49-F238E27FC236}">
                      <a16:creationId xmlns:a16="http://schemas.microsoft.com/office/drawing/2014/main" id="{5ADBAB33-BF5D-6F79-5A97-B2E3A62AE8F6}"/>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Freeform 1119">
                  <a:extLst>
                    <a:ext uri="{FF2B5EF4-FFF2-40B4-BE49-F238E27FC236}">
                      <a16:creationId xmlns:a16="http://schemas.microsoft.com/office/drawing/2014/main" id="{967C931A-CE8C-B28D-3AAC-E66469D282F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40" name="Freeform 1120">
                  <a:extLst>
                    <a:ext uri="{FF2B5EF4-FFF2-40B4-BE49-F238E27FC236}">
                      <a16:creationId xmlns:a16="http://schemas.microsoft.com/office/drawing/2014/main" id="{C19AF5C9-DE5E-681E-45E3-89A801189778}"/>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41" name="Freeform 1121">
                  <a:extLst>
                    <a:ext uri="{FF2B5EF4-FFF2-40B4-BE49-F238E27FC236}">
                      <a16:creationId xmlns:a16="http://schemas.microsoft.com/office/drawing/2014/main" id="{38B5E987-4768-8DF8-6583-D36C21AF3771}"/>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42" name="Freeform 1122">
                  <a:extLst>
                    <a:ext uri="{FF2B5EF4-FFF2-40B4-BE49-F238E27FC236}">
                      <a16:creationId xmlns:a16="http://schemas.microsoft.com/office/drawing/2014/main" id="{3994FF4B-2CD1-B68F-2859-91E3AE2212B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43" name="Freeform 1123">
                  <a:extLst>
                    <a:ext uri="{FF2B5EF4-FFF2-40B4-BE49-F238E27FC236}">
                      <a16:creationId xmlns:a16="http://schemas.microsoft.com/office/drawing/2014/main" id="{B7709BE9-EB5D-77AE-4026-C9986AFE6A1F}"/>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44" name="Freeform 1124">
                  <a:extLst>
                    <a:ext uri="{FF2B5EF4-FFF2-40B4-BE49-F238E27FC236}">
                      <a16:creationId xmlns:a16="http://schemas.microsoft.com/office/drawing/2014/main" id="{1D5AAA81-3CF9-D0FE-F999-9D6E41CAF526}"/>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245" name="Group 1125">
                  <a:extLst>
                    <a:ext uri="{FF2B5EF4-FFF2-40B4-BE49-F238E27FC236}">
                      <a16:creationId xmlns:a16="http://schemas.microsoft.com/office/drawing/2014/main" id="{97392525-83FC-EC8C-0E5C-D41E9335A664}"/>
                    </a:ext>
                  </a:extLst>
                </p:cNvPr>
                <p:cNvGrpSpPr>
                  <a:grpSpLocks/>
                </p:cNvGrpSpPr>
                <p:nvPr/>
              </p:nvGrpSpPr>
              <p:grpSpPr bwMode="auto">
                <a:xfrm>
                  <a:off x="7593395" y="3625649"/>
                  <a:ext cx="64747" cy="27592"/>
                  <a:chOff x="1740" y="2642"/>
                  <a:chExt cx="752" cy="327"/>
                </a:xfrm>
              </p:grpSpPr>
              <p:sp>
                <p:nvSpPr>
                  <p:cNvPr id="252" name="Freeform 1126">
                    <a:extLst>
                      <a:ext uri="{FF2B5EF4-FFF2-40B4-BE49-F238E27FC236}">
                        <a16:creationId xmlns:a16="http://schemas.microsoft.com/office/drawing/2014/main" id="{D83D78A5-A5C0-07AC-F462-7A406AA7F7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53" name="Freeform 1127">
                    <a:extLst>
                      <a:ext uri="{FF2B5EF4-FFF2-40B4-BE49-F238E27FC236}">
                        <a16:creationId xmlns:a16="http://schemas.microsoft.com/office/drawing/2014/main" id="{3FC1108F-C201-0838-D0E1-81C6D8F14E0B}"/>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54" name="Freeform 1128">
                    <a:extLst>
                      <a:ext uri="{FF2B5EF4-FFF2-40B4-BE49-F238E27FC236}">
                        <a16:creationId xmlns:a16="http://schemas.microsoft.com/office/drawing/2014/main" id="{D2BE04F8-B3D3-26F9-F553-5F2E5AF9C9D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55" name="Freeform 1129">
                    <a:extLst>
                      <a:ext uri="{FF2B5EF4-FFF2-40B4-BE49-F238E27FC236}">
                        <a16:creationId xmlns:a16="http://schemas.microsoft.com/office/drawing/2014/main" id="{DB21A760-0330-ACD2-21C9-B2A2B355409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56" name="Freeform 1130">
                    <a:extLst>
                      <a:ext uri="{FF2B5EF4-FFF2-40B4-BE49-F238E27FC236}">
                        <a16:creationId xmlns:a16="http://schemas.microsoft.com/office/drawing/2014/main" id="{FF948D7B-FA85-5E52-5FBA-2EEF6D16A2D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57" name="Freeform 1131">
                    <a:extLst>
                      <a:ext uri="{FF2B5EF4-FFF2-40B4-BE49-F238E27FC236}">
                        <a16:creationId xmlns:a16="http://schemas.microsoft.com/office/drawing/2014/main" id="{CE11B410-7119-3E73-59C3-693E52E8F48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246" name="Freeform 1132">
                  <a:extLst>
                    <a:ext uri="{FF2B5EF4-FFF2-40B4-BE49-F238E27FC236}">
                      <a16:creationId xmlns:a16="http://schemas.microsoft.com/office/drawing/2014/main" id="{EC8B91B7-DAF8-5933-48EF-348A03BC198B}"/>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47" name="Freeform 1133">
                  <a:extLst>
                    <a:ext uri="{FF2B5EF4-FFF2-40B4-BE49-F238E27FC236}">
                      <a16:creationId xmlns:a16="http://schemas.microsoft.com/office/drawing/2014/main" id="{61EF4DD1-4C25-098D-4F77-1014E9BF9DE9}"/>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48" name="Freeform 1134">
                  <a:extLst>
                    <a:ext uri="{FF2B5EF4-FFF2-40B4-BE49-F238E27FC236}">
                      <a16:creationId xmlns:a16="http://schemas.microsoft.com/office/drawing/2014/main" id="{EFD0222A-093F-E85D-BCA2-ECBFC4D9F8E1}"/>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49" name="Freeform 1135">
                  <a:extLst>
                    <a:ext uri="{FF2B5EF4-FFF2-40B4-BE49-F238E27FC236}">
                      <a16:creationId xmlns:a16="http://schemas.microsoft.com/office/drawing/2014/main" id="{11568093-AD6C-186C-0BA2-A363296A9CC9}"/>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50" name="Freeform 1136">
                  <a:extLst>
                    <a:ext uri="{FF2B5EF4-FFF2-40B4-BE49-F238E27FC236}">
                      <a16:creationId xmlns:a16="http://schemas.microsoft.com/office/drawing/2014/main" id="{4F45D512-6826-239A-EDD3-E3CC073417AD}"/>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51" name="Freeform 1137">
                  <a:extLst>
                    <a:ext uri="{FF2B5EF4-FFF2-40B4-BE49-F238E27FC236}">
                      <a16:creationId xmlns:a16="http://schemas.microsoft.com/office/drawing/2014/main" id="{0602ED04-BE35-14A7-7B91-DB250DCCC521}"/>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229" name="Group 1139">
                <a:extLst>
                  <a:ext uri="{FF2B5EF4-FFF2-40B4-BE49-F238E27FC236}">
                    <a16:creationId xmlns:a16="http://schemas.microsoft.com/office/drawing/2014/main" id="{1D3D7A69-2A3B-78E9-2D82-35E1F26482EB}"/>
                  </a:ext>
                </a:extLst>
              </p:cNvPr>
              <p:cNvGrpSpPr>
                <a:grpSpLocks/>
              </p:cNvGrpSpPr>
              <p:nvPr/>
            </p:nvGrpSpPr>
            <p:grpSpPr bwMode="auto">
              <a:xfrm flipH="1">
                <a:off x="7985622" y="3537823"/>
                <a:ext cx="359261" cy="342045"/>
                <a:chOff x="2839" y="3501"/>
                <a:chExt cx="755" cy="803"/>
              </a:xfrm>
            </p:grpSpPr>
            <p:pic>
              <p:nvPicPr>
                <p:cNvPr id="233" name="Picture 1140" descr="desktop_computer_stylized_medium">
                  <a:extLst>
                    <a:ext uri="{FF2B5EF4-FFF2-40B4-BE49-F238E27FC236}">
                      <a16:creationId xmlns:a16="http://schemas.microsoft.com/office/drawing/2014/main" id="{35704E9A-D6B7-D42B-DD53-2105BDA8602A}"/>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 name="Freeform 1141">
                  <a:extLst>
                    <a:ext uri="{FF2B5EF4-FFF2-40B4-BE49-F238E27FC236}">
                      <a16:creationId xmlns:a16="http://schemas.microsoft.com/office/drawing/2014/main" id="{C05B561A-84B9-24AD-12EF-98B405AF90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230" name="Group 229">
                <a:extLst>
                  <a:ext uri="{FF2B5EF4-FFF2-40B4-BE49-F238E27FC236}">
                    <a16:creationId xmlns:a16="http://schemas.microsoft.com/office/drawing/2014/main" id="{0613821B-8D91-C363-1D4B-A8F4632E3DDB}"/>
                  </a:ext>
                </a:extLst>
              </p:cNvPr>
              <p:cNvGrpSpPr/>
              <p:nvPr/>
            </p:nvGrpSpPr>
            <p:grpSpPr>
              <a:xfrm>
                <a:off x="7797061" y="3296104"/>
                <a:ext cx="347997" cy="396620"/>
                <a:chOff x="7797061" y="3296104"/>
                <a:chExt cx="347997" cy="396620"/>
              </a:xfrm>
            </p:grpSpPr>
            <p:pic>
              <p:nvPicPr>
                <p:cNvPr id="231" name="Picture 571" descr="fridge2.png">
                  <a:extLst>
                    <a:ext uri="{FF2B5EF4-FFF2-40B4-BE49-F238E27FC236}">
                      <a16:creationId xmlns:a16="http://schemas.microsoft.com/office/drawing/2014/main" id="{8A2BC065-C07D-2699-ACA4-420233A1428B}"/>
                    </a:ext>
                  </a:extLst>
                </p:cNvPr>
                <p:cNvPicPr>
                  <a:picLocks noChangeAspect="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 name="Picture 1115" descr="antenna_stylized">
                  <a:extLst>
                    <a:ext uri="{FF2B5EF4-FFF2-40B4-BE49-F238E27FC236}">
                      <a16:creationId xmlns:a16="http://schemas.microsoft.com/office/drawing/2014/main" id="{CF9D4D38-FC37-9D97-269F-F267FEC263B4}"/>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87" name="Group 86">
              <a:extLst>
                <a:ext uri="{FF2B5EF4-FFF2-40B4-BE49-F238E27FC236}">
                  <a16:creationId xmlns:a16="http://schemas.microsoft.com/office/drawing/2014/main" id="{CF1B0972-7CAE-E3B3-29E5-5AC127C7014E}"/>
                </a:ext>
              </a:extLst>
            </p:cNvPr>
            <p:cNvGrpSpPr/>
            <p:nvPr/>
          </p:nvGrpSpPr>
          <p:grpSpPr>
            <a:xfrm>
              <a:off x="11058573" y="3399165"/>
              <a:ext cx="518448" cy="1212242"/>
              <a:chOff x="11058573" y="3399165"/>
              <a:chExt cx="518448" cy="1212242"/>
            </a:xfrm>
          </p:grpSpPr>
          <p:grpSp>
            <p:nvGrpSpPr>
              <p:cNvPr id="216" name="Group 215">
                <a:extLst>
                  <a:ext uri="{FF2B5EF4-FFF2-40B4-BE49-F238E27FC236}">
                    <a16:creationId xmlns:a16="http://schemas.microsoft.com/office/drawing/2014/main" id="{53FDEBBB-F14A-13AD-6A02-A3341ED00112}"/>
                  </a:ext>
                </a:extLst>
              </p:cNvPr>
              <p:cNvGrpSpPr/>
              <p:nvPr/>
            </p:nvGrpSpPr>
            <p:grpSpPr>
              <a:xfrm>
                <a:off x="11087182" y="4159591"/>
                <a:ext cx="489839" cy="451816"/>
                <a:chOff x="5103720" y="2693365"/>
                <a:chExt cx="611650" cy="414788"/>
              </a:xfrm>
            </p:grpSpPr>
            <p:cxnSp>
              <p:nvCxnSpPr>
                <p:cNvPr id="223" name="Straight Connector 222">
                  <a:extLst>
                    <a:ext uri="{FF2B5EF4-FFF2-40B4-BE49-F238E27FC236}">
                      <a16:creationId xmlns:a16="http://schemas.microsoft.com/office/drawing/2014/main" id="{42B943C4-FF1B-402D-B780-304209E02E4B}"/>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24" name="Group 223">
                  <a:extLst>
                    <a:ext uri="{FF2B5EF4-FFF2-40B4-BE49-F238E27FC236}">
                      <a16:creationId xmlns:a16="http://schemas.microsoft.com/office/drawing/2014/main" id="{17E493BE-1B1F-F2BD-C06C-BB6D1E65BADA}"/>
                    </a:ext>
                  </a:extLst>
                </p:cNvPr>
                <p:cNvGrpSpPr/>
                <p:nvPr/>
              </p:nvGrpSpPr>
              <p:grpSpPr>
                <a:xfrm>
                  <a:off x="5275406" y="2693365"/>
                  <a:ext cx="439964" cy="414788"/>
                  <a:chOff x="5275406" y="2711455"/>
                  <a:chExt cx="452949" cy="405518"/>
                </a:xfrm>
              </p:grpSpPr>
              <p:pic>
                <p:nvPicPr>
                  <p:cNvPr id="225" name="Picture 224" descr="server_rack.png">
                    <a:extLst>
                      <a:ext uri="{FF2B5EF4-FFF2-40B4-BE49-F238E27FC236}">
                        <a16:creationId xmlns:a16="http://schemas.microsoft.com/office/drawing/2014/main" id="{E06F9FF8-E9A4-A30F-8481-F0B4BFB99928}"/>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26" name="Picture 225" descr="server_rack.png">
                    <a:extLst>
                      <a:ext uri="{FF2B5EF4-FFF2-40B4-BE49-F238E27FC236}">
                        <a16:creationId xmlns:a16="http://schemas.microsoft.com/office/drawing/2014/main" id="{541D2D1A-9B38-907E-6F96-83D579409505}"/>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27" name="Picture 226" descr="server_rack.png">
                    <a:extLst>
                      <a:ext uri="{FF2B5EF4-FFF2-40B4-BE49-F238E27FC236}">
                        <a16:creationId xmlns:a16="http://schemas.microsoft.com/office/drawing/2014/main" id="{447CB94E-0186-9BF9-6E0F-0086A49CED2D}"/>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17" name="Group 216">
                <a:extLst>
                  <a:ext uri="{FF2B5EF4-FFF2-40B4-BE49-F238E27FC236}">
                    <a16:creationId xmlns:a16="http://schemas.microsoft.com/office/drawing/2014/main" id="{92D927A9-7230-8B5E-C59F-C80691A4CD31}"/>
                  </a:ext>
                </a:extLst>
              </p:cNvPr>
              <p:cNvGrpSpPr/>
              <p:nvPr/>
            </p:nvGrpSpPr>
            <p:grpSpPr>
              <a:xfrm>
                <a:off x="11058573" y="3399165"/>
                <a:ext cx="423724" cy="405973"/>
                <a:chOff x="5103720" y="2693365"/>
                <a:chExt cx="611650" cy="414788"/>
              </a:xfrm>
            </p:grpSpPr>
            <p:cxnSp>
              <p:nvCxnSpPr>
                <p:cNvPr id="218" name="Straight Connector 217">
                  <a:extLst>
                    <a:ext uri="{FF2B5EF4-FFF2-40B4-BE49-F238E27FC236}">
                      <a16:creationId xmlns:a16="http://schemas.microsoft.com/office/drawing/2014/main" id="{BE828DC1-6022-4C10-8949-667D751C2B89}"/>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19" name="Group 218">
                  <a:extLst>
                    <a:ext uri="{FF2B5EF4-FFF2-40B4-BE49-F238E27FC236}">
                      <a16:creationId xmlns:a16="http://schemas.microsoft.com/office/drawing/2014/main" id="{B0BAC078-077B-747E-0749-31F38EFCEF5D}"/>
                    </a:ext>
                  </a:extLst>
                </p:cNvPr>
                <p:cNvGrpSpPr/>
                <p:nvPr/>
              </p:nvGrpSpPr>
              <p:grpSpPr>
                <a:xfrm>
                  <a:off x="5275406" y="2693365"/>
                  <a:ext cx="439964" cy="414788"/>
                  <a:chOff x="5275406" y="2711455"/>
                  <a:chExt cx="452949" cy="405518"/>
                </a:xfrm>
              </p:grpSpPr>
              <p:pic>
                <p:nvPicPr>
                  <p:cNvPr id="220" name="Picture 219" descr="server_rack.png">
                    <a:extLst>
                      <a:ext uri="{FF2B5EF4-FFF2-40B4-BE49-F238E27FC236}">
                        <a16:creationId xmlns:a16="http://schemas.microsoft.com/office/drawing/2014/main" id="{76448C53-128A-0235-667A-670D2F1ED65D}"/>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21" name="Picture 220" descr="server_rack.png">
                    <a:extLst>
                      <a:ext uri="{FF2B5EF4-FFF2-40B4-BE49-F238E27FC236}">
                        <a16:creationId xmlns:a16="http://schemas.microsoft.com/office/drawing/2014/main" id="{5EDA4DCA-3E0B-210B-EFE9-2BA1AFC01F3F}"/>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22" name="Picture 221" descr="server_rack.png">
                    <a:extLst>
                      <a:ext uri="{FF2B5EF4-FFF2-40B4-BE49-F238E27FC236}">
                        <a16:creationId xmlns:a16="http://schemas.microsoft.com/office/drawing/2014/main" id="{E336BC09-C034-0FAB-00D8-84364BAEE4E7}"/>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88" name="Group 87">
              <a:extLst>
                <a:ext uri="{FF2B5EF4-FFF2-40B4-BE49-F238E27FC236}">
                  <a16:creationId xmlns:a16="http://schemas.microsoft.com/office/drawing/2014/main" id="{C6287645-ADDF-0A9D-52B8-9F2C639D5D23}"/>
                </a:ext>
              </a:extLst>
            </p:cNvPr>
            <p:cNvGrpSpPr/>
            <p:nvPr/>
          </p:nvGrpSpPr>
          <p:grpSpPr>
            <a:xfrm>
              <a:off x="7767607" y="4870841"/>
              <a:ext cx="2692126" cy="1260456"/>
              <a:chOff x="7767607" y="4870841"/>
              <a:chExt cx="2692126" cy="1260456"/>
            </a:xfrm>
          </p:grpSpPr>
          <p:grpSp>
            <p:nvGrpSpPr>
              <p:cNvPr id="89" name="Group 950">
                <a:extLst>
                  <a:ext uri="{FF2B5EF4-FFF2-40B4-BE49-F238E27FC236}">
                    <a16:creationId xmlns:a16="http://schemas.microsoft.com/office/drawing/2014/main" id="{4E61F45B-13AE-79F5-4820-80D94E6E94E8}"/>
                  </a:ext>
                </a:extLst>
              </p:cNvPr>
              <p:cNvGrpSpPr>
                <a:grpSpLocks/>
              </p:cNvGrpSpPr>
              <p:nvPr/>
            </p:nvGrpSpPr>
            <p:grpSpPr bwMode="auto">
              <a:xfrm>
                <a:off x="10282541" y="5244631"/>
                <a:ext cx="177192" cy="330833"/>
                <a:chOff x="4140" y="429"/>
                <a:chExt cx="1425" cy="2396"/>
              </a:xfrm>
            </p:grpSpPr>
            <p:sp>
              <p:nvSpPr>
                <p:cNvPr id="184" name="Freeform 951">
                  <a:extLst>
                    <a:ext uri="{FF2B5EF4-FFF2-40B4-BE49-F238E27FC236}">
                      <a16:creationId xmlns:a16="http://schemas.microsoft.com/office/drawing/2014/main" id="{B86A4DAA-359C-A5E8-E668-195FAE231EF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85" name="Rectangle 952">
                  <a:extLst>
                    <a:ext uri="{FF2B5EF4-FFF2-40B4-BE49-F238E27FC236}">
                      <a16:creationId xmlns:a16="http://schemas.microsoft.com/office/drawing/2014/main" id="{3FFAC398-5CB3-5061-4224-4BDAE7F0A8A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86" name="Freeform 953">
                  <a:extLst>
                    <a:ext uri="{FF2B5EF4-FFF2-40B4-BE49-F238E27FC236}">
                      <a16:creationId xmlns:a16="http://schemas.microsoft.com/office/drawing/2014/main" id="{B7B32534-ED09-7A38-CF81-6EF6A58FF99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87" name="Freeform 954">
                  <a:extLst>
                    <a:ext uri="{FF2B5EF4-FFF2-40B4-BE49-F238E27FC236}">
                      <a16:creationId xmlns:a16="http://schemas.microsoft.com/office/drawing/2014/main" id="{E4DE9F67-6156-0D6B-0E90-E54838D3E7B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88" name="Rectangle 955">
                  <a:extLst>
                    <a:ext uri="{FF2B5EF4-FFF2-40B4-BE49-F238E27FC236}">
                      <a16:creationId xmlns:a16="http://schemas.microsoft.com/office/drawing/2014/main" id="{7F483830-9F7A-DADF-0E78-E43320E92FB6}"/>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9" name="Group 956">
                  <a:extLst>
                    <a:ext uri="{FF2B5EF4-FFF2-40B4-BE49-F238E27FC236}">
                      <a16:creationId xmlns:a16="http://schemas.microsoft.com/office/drawing/2014/main" id="{77298DC1-6180-1568-EE27-1F9CD1DB159A}"/>
                    </a:ext>
                  </a:extLst>
                </p:cNvPr>
                <p:cNvGrpSpPr>
                  <a:grpSpLocks/>
                </p:cNvGrpSpPr>
                <p:nvPr/>
              </p:nvGrpSpPr>
              <p:grpSpPr bwMode="auto">
                <a:xfrm>
                  <a:off x="4749" y="668"/>
                  <a:ext cx="581" cy="145"/>
                  <a:chOff x="614" y="2568"/>
                  <a:chExt cx="725" cy="139"/>
                </a:xfrm>
              </p:grpSpPr>
              <p:sp>
                <p:nvSpPr>
                  <p:cNvPr id="214" name="AutoShape 957">
                    <a:extLst>
                      <a:ext uri="{FF2B5EF4-FFF2-40B4-BE49-F238E27FC236}">
                        <a16:creationId xmlns:a16="http://schemas.microsoft.com/office/drawing/2014/main" id="{C44BDB36-0254-17B6-A066-F3CB3F1D5EF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15" name="AutoShape 958">
                    <a:extLst>
                      <a:ext uri="{FF2B5EF4-FFF2-40B4-BE49-F238E27FC236}">
                        <a16:creationId xmlns:a16="http://schemas.microsoft.com/office/drawing/2014/main" id="{F1E2786A-F459-44C3-091B-FBEC17060A92}"/>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90" name="Rectangle 959">
                  <a:extLst>
                    <a:ext uri="{FF2B5EF4-FFF2-40B4-BE49-F238E27FC236}">
                      <a16:creationId xmlns:a16="http://schemas.microsoft.com/office/drawing/2014/main" id="{513F29B2-C469-66B9-4B7E-C9AFF2547BA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91" name="Group 960">
                  <a:extLst>
                    <a:ext uri="{FF2B5EF4-FFF2-40B4-BE49-F238E27FC236}">
                      <a16:creationId xmlns:a16="http://schemas.microsoft.com/office/drawing/2014/main" id="{6ACA219C-43D8-395C-45EB-571004F54119}"/>
                    </a:ext>
                  </a:extLst>
                </p:cNvPr>
                <p:cNvGrpSpPr>
                  <a:grpSpLocks/>
                </p:cNvGrpSpPr>
                <p:nvPr/>
              </p:nvGrpSpPr>
              <p:grpSpPr bwMode="auto">
                <a:xfrm>
                  <a:off x="4747" y="994"/>
                  <a:ext cx="581" cy="134"/>
                  <a:chOff x="614" y="2568"/>
                  <a:chExt cx="725" cy="139"/>
                </a:xfrm>
              </p:grpSpPr>
              <p:sp>
                <p:nvSpPr>
                  <p:cNvPr id="212" name="AutoShape 961">
                    <a:extLst>
                      <a:ext uri="{FF2B5EF4-FFF2-40B4-BE49-F238E27FC236}">
                        <a16:creationId xmlns:a16="http://schemas.microsoft.com/office/drawing/2014/main" id="{EFE25F9C-DBCA-F7AB-8D92-325CF167878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13" name="AutoShape 962">
                    <a:extLst>
                      <a:ext uri="{FF2B5EF4-FFF2-40B4-BE49-F238E27FC236}">
                        <a16:creationId xmlns:a16="http://schemas.microsoft.com/office/drawing/2014/main" id="{E2F719BF-C659-BF24-427C-E75CBE18AD79}"/>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92" name="Rectangle 963">
                  <a:extLst>
                    <a:ext uri="{FF2B5EF4-FFF2-40B4-BE49-F238E27FC236}">
                      <a16:creationId xmlns:a16="http://schemas.microsoft.com/office/drawing/2014/main" id="{718C4800-A68D-0B97-8F44-30270D0FAF7A}"/>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3" name="Rectangle 964">
                  <a:extLst>
                    <a:ext uri="{FF2B5EF4-FFF2-40B4-BE49-F238E27FC236}">
                      <a16:creationId xmlns:a16="http://schemas.microsoft.com/office/drawing/2014/main" id="{6DF23D5D-8CB2-58DD-25CA-3DCFA1C1BD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94" name="Group 965">
                  <a:extLst>
                    <a:ext uri="{FF2B5EF4-FFF2-40B4-BE49-F238E27FC236}">
                      <a16:creationId xmlns:a16="http://schemas.microsoft.com/office/drawing/2014/main" id="{6BFBC0F9-9656-FB8D-86AD-DA423ACFB45A}"/>
                    </a:ext>
                  </a:extLst>
                </p:cNvPr>
                <p:cNvGrpSpPr>
                  <a:grpSpLocks/>
                </p:cNvGrpSpPr>
                <p:nvPr/>
              </p:nvGrpSpPr>
              <p:grpSpPr bwMode="auto">
                <a:xfrm>
                  <a:off x="4735" y="1627"/>
                  <a:ext cx="582" cy="151"/>
                  <a:chOff x="614" y="2568"/>
                  <a:chExt cx="725" cy="139"/>
                </a:xfrm>
              </p:grpSpPr>
              <p:sp>
                <p:nvSpPr>
                  <p:cNvPr id="210" name="AutoShape 966">
                    <a:extLst>
                      <a:ext uri="{FF2B5EF4-FFF2-40B4-BE49-F238E27FC236}">
                        <a16:creationId xmlns:a16="http://schemas.microsoft.com/office/drawing/2014/main" id="{890588F5-7C44-286E-18D3-8A8066F9C40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11" name="AutoShape 967">
                    <a:extLst>
                      <a:ext uri="{FF2B5EF4-FFF2-40B4-BE49-F238E27FC236}">
                        <a16:creationId xmlns:a16="http://schemas.microsoft.com/office/drawing/2014/main" id="{28ABD580-F405-2021-8008-495499025AC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95" name="Freeform 968">
                  <a:extLst>
                    <a:ext uri="{FF2B5EF4-FFF2-40B4-BE49-F238E27FC236}">
                      <a16:creationId xmlns:a16="http://schemas.microsoft.com/office/drawing/2014/main" id="{AED05C9A-5DAB-D089-41FA-5516172DCD5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96" name="Group 969">
                  <a:extLst>
                    <a:ext uri="{FF2B5EF4-FFF2-40B4-BE49-F238E27FC236}">
                      <a16:creationId xmlns:a16="http://schemas.microsoft.com/office/drawing/2014/main" id="{4B8E12A2-CAD8-F08D-DDAA-451D2438A200}"/>
                    </a:ext>
                  </a:extLst>
                </p:cNvPr>
                <p:cNvGrpSpPr>
                  <a:grpSpLocks/>
                </p:cNvGrpSpPr>
                <p:nvPr/>
              </p:nvGrpSpPr>
              <p:grpSpPr bwMode="auto">
                <a:xfrm>
                  <a:off x="4739" y="1327"/>
                  <a:ext cx="582" cy="139"/>
                  <a:chOff x="614" y="2568"/>
                  <a:chExt cx="725" cy="139"/>
                </a:xfrm>
              </p:grpSpPr>
              <p:sp>
                <p:nvSpPr>
                  <p:cNvPr id="208" name="AutoShape 970">
                    <a:extLst>
                      <a:ext uri="{FF2B5EF4-FFF2-40B4-BE49-F238E27FC236}">
                        <a16:creationId xmlns:a16="http://schemas.microsoft.com/office/drawing/2014/main" id="{0C7F0769-B9BF-0E75-0A81-4F9EF7A4EDA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9" name="AutoShape 971">
                    <a:extLst>
                      <a:ext uri="{FF2B5EF4-FFF2-40B4-BE49-F238E27FC236}">
                        <a16:creationId xmlns:a16="http://schemas.microsoft.com/office/drawing/2014/main" id="{1389B3F8-0BC5-9620-5644-BAC84169671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97" name="Rectangle 972">
                  <a:extLst>
                    <a:ext uri="{FF2B5EF4-FFF2-40B4-BE49-F238E27FC236}">
                      <a16:creationId xmlns:a16="http://schemas.microsoft.com/office/drawing/2014/main" id="{25D3D009-7AD6-394E-4428-F930B56A14F3}"/>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8" name="Freeform 973">
                  <a:extLst>
                    <a:ext uri="{FF2B5EF4-FFF2-40B4-BE49-F238E27FC236}">
                      <a16:creationId xmlns:a16="http://schemas.microsoft.com/office/drawing/2014/main" id="{D3DFA6DD-6C5E-7EA2-D61B-4BCA20B6BCD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9" name="Freeform 974">
                  <a:extLst>
                    <a:ext uri="{FF2B5EF4-FFF2-40B4-BE49-F238E27FC236}">
                      <a16:creationId xmlns:a16="http://schemas.microsoft.com/office/drawing/2014/main" id="{1CBBBCB2-C5A2-FA65-D5F6-FC6676781E2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00" name="Oval 975">
                  <a:extLst>
                    <a:ext uri="{FF2B5EF4-FFF2-40B4-BE49-F238E27FC236}">
                      <a16:creationId xmlns:a16="http://schemas.microsoft.com/office/drawing/2014/main" id="{C6C4DA5E-F61C-B5F5-4F6F-0051AE2275C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1" name="Freeform 976">
                  <a:extLst>
                    <a:ext uri="{FF2B5EF4-FFF2-40B4-BE49-F238E27FC236}">
                      <a16:creationId xmlns:a16="http://schemas.microsoft.com/office/drawing/2014/main" id="{8F787BFB-30F3-D190-5284-E11B7B43EA3B}"/>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02" name="AutoShape 977">
                  <a:extLst>
                    <a:ext uri="{FF2B5EF4-FFF2-40B4-BE49-F238E27FC236}">
                      <a16:creationId xmlns:a16="http://schemas.microsoft.com/office/drawing/2014/main" id="{9AE49DA4-9CC4-3E71-B668-2242BBDBDB2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3" name="AutoShape 978">
                  <a:extLst>
                    <a:ext uri="{FF2B5EF4-FFF2-40B4-BE49-F238E27FC236}">
                      <a16:creationId xmlns:a16="http://schemas.microsoft.com/office/drawing/2014/main" id="{297B7E0A-D20B-E710-7925-108A61D364F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4" name="Oval 979">
                  <a:extLst>
                    <a:ext uri="{FF2B5EF4-FFF2-40B4-BE49-F238E27FC236}">
                      <a16:creationId xmlns:a16="http://schemas.microsoft.com/office/drawing/2014/main" id="{64F7FC8F-E657-9712-F42C-97CD318AAE7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5" name="Oval 980">
                  <a:extLst>
                    <a:ext uri="{FF2B5EF4-FFF2-40B4-BE49-F238E27FC236}">
                      <a16:creationId xmlns:a16="http://schemas.microsoft.com/office/drawing/2014/main" id="{7843C6F9-4E14-0A0D-2645-B4C2E758B59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206" name="Oval 981">
                  <a:extLst>
                    <a:ext uri="{FF2B5EF4-FFF2-40B4-BE49-F238E27FC236}">
                      <a16:creationId xmlns:a16="http://schemas.microsoft.com/office/drawing/2014/main" id="{39DC1F1A-49BD-D2E1-3CAC-51205438C45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7" name="Rectangle 982">
                  <a:extLst>
                    <a:ext uri="{FF2B5EF4-FFF2-40B4-BE49-F238E27FC236}">
                      <a16:creationId xmlns:a16="http://schemas.microsoft.com/office/drawing/2014/main" id="{4C41C549-1A82-97D0-B410-06025A9070AE}"/>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grpSp>
            <p:nvGrpSpPr>
              <p:cNvPr id="90" name="Group 89">
                <a:extLst>
                  <a:ext uri="{FF2B5EF4-FFF2-40B4-BE49-F238E27FC236}">
                    <a16:creationId xmlns:a16="http://schemas.microsoft.com/office/drawing/2014/main" id="{9C90FFA1-1F5B-59A6-761F-C847CFA8032B}"/>
                  </a:ext>
                </a:extLst>
              </p:cNvPr>
              <p:cNvGrpSpPr/>
              <p:nvPr/>
            </p:nvGrpSpPr>
            <p:grpSpPr>
              <a:xfrm>
                <a:off x="7767607" y="4870841"/>
                <a:ext cx="2080029" cy="1260456"/>
                <a:chOff x="7767607" y="4870841"/>
                <a:chExt cx="2080029" cy="1260456"/>
              </a:xfrm>
            </p:grpSpPr>
            <p:grpSp>
              <p:nvGrpSpPr>
                <p:cNvPr id="124" name="Group 590">
                  <a:extLst>
                    <a:ext uri="{FF2B5EF4-FFF2-40B4-BE49-F238E27FC236}">
                      <a16:creationId xmlns:a16="http://schemas.microsoft.com/office/drawing/2014/main" id="{8D3E2101-F910-8FEA-28A0-5C2AF7159E04}"/>
                    </a:ext>
                  </a:extLst>
                </p:cNvPr>
                <p:cNvGrpSpPr>
                  <a:grpSpLocks/>
                </p:cNvGrpSpPr>
                <p:nvPr/>
              </p:nvGrpSpPr>
              <p:grpSpPr bwMode="auto">
                <a:xfrm flipH="1">
                  <a:off x="7974481" y="4870841"/>
                  <a:ext cx="345630" cy="320302"/>
                  <a:chOff x="2839" y="3501"/>
                  <a:chExt cx="755" cy="803"/>
                </a:xfrm>
              </p:grpSpPr>
              <p:pic>
                <p:nvPicPr>
                  <p:cNvPr id="182" name="Picture 591" descr="desktop_computer_stylized_medium">
                    <a:extLst>
                      <a:ext uri="{FF2B5EF4-FFF2-40B4-BE49-F238E27FC236}">
                        <a16:creationId xmlns:a16="http://schemas.microsoft.com/office/drawing/2014/main" id="{51EB4176-7324-02AA-0C1E-A9EB98BF503A}"/>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 name="Freeform 592">
                    <a:extLst>
                      <a:ext uri="{FF2B5EF4-FFF2-40B4-BE49-F238E27FC236}">
                        <a16:creationId xmlns:a16="http://schemas.microsoft.com/office/drawing/2014/main" id="{16A73684-266F-AAE6-55FA-EECA2527892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125" name="Group 1064">
                  <a:extLst>
                    <a:ext uri="{FF2B5EF4-FFF2-40B4-BE49-F238E27FC236}">
                      <a16:creationId xmlns:a16="http://schemas.microsoft.com/office/drawing/2014/main" id="{7E5092DF-D421-7012-1E8C-EDC80C2D4801}"/>
                    </a:ext>
                  </a:extLst>
                </p:cNvPr>
                <p:cNvGrpSpPr>
                  <a:grpSpLocks/>
                </p:cNvGrpSpPr>
                <p:nvPr/>
              </p:nvGrpSpPr>
              <p:grpSpPr bwMode="auto">
                <a:xfrm>
                  <a:off x="9195307" y="5823489"/>
                  <a:ext cx="310186" cy="307808"/>
                  <a:chOff x="877" y="1008"/>
                  <a:chExt cx="2747" cy="2591"/>
                </a:xfrm>
              </p:grpSpPr>
              <p:pic>
                <p:nvPicPr>
                  <p:cNvPr id="159" name="Picture 1065" descr="antenna_stylized">
                    <a:extLst>
                      <a:ext uri="{FF2B5EF4-FFF2-40B4-BE49-F238E27FC236}">
                        <a16:creationId xmlns:a16="http://schemas.microsoft.com/office/drawing/2014/main" id="{A70556A5-3202-B0B7-34A5-BF68081A80E8}"/>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0" name="Picture 1066" descr="laptop_keyboard">
                    <a:extLst>
                      <a:ext uri="{FF2B5EF4-FFF2-40B4-BE49-F238E27FC236}">
                        <a16:creationId xmlns:a16="http://schemas.microsoft.com/office/drawing/2014/main" id="{0F40190F-79E9-075E-10C2-D7D2BEF1769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 name="Freeform 1067">
                    <a:extLst>
                      <a:ext uri="{FF2B5EF4-FFF2-40B4-BE49-F238E27FC236}">
                        <a16:creationId xmlns:a16="http://schemas.microsoft.com/office/drawing/2014/main" id="{63CDC1C4-A9AB-86D5-6207-BB2E81F9F16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162" name="Picture 1068" descr="screen">
                    <a:extLst>
                      <a:ext uri="{FF2B5EF4-FFF2-40B4-BE49-F238E27FC236}">
                        <a16:creationId xmlns:a16="http://schemas.microsoft.com/office/drawing/2014/main" id="{E8A870A4-E6DD-2F14-36CB-957AD5A43C10}"/>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 name="Freeform 1069">
                    <a:extLst>
                      <a:ext uri="{FF2B5EF4-FFF2-40B4-BE49-F238E27FC236}">
                        <a16:creationId xmlns:a16="http://schemas.microsoft.com/office/drawing/2014/main" id="{B5A6F1C9-AF81-3261-5C38-C9F911A56B4D}"/>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4" name="Freeform 1070">
                    <a:extLst>
                      <a:ext uri="{FF2B5EF4-FFF2-40B4-BE49-F238E27FC236}">
                        <a16:creationId xmlns:a16="http://schemas.microsoft.com/office/drawing/2014/main" id="{4259297E-F1D3-C485-A84E-D8FB54102DC3}"/>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5" name="Freeform 1071">
                    <a:extLst>
                      <a:ext uri="{FF2B5EF4-FFF2-40B4-BE49-F238E27FC236}">
                        <a16:creationId xmlns:a16="http://schemas.microsoft.com/office/drawing/2014/main" id="{31395FF1-5770-B25F-D3C4-6B135655E38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6" name="Freeform 1072">
                    <a:extLst>
                      <a:ext uri="{FF2B5EF4-FFF2-40B4-BE49-F238E27FC236}">
                        <a16:creationId xmlns:a16="http://schemas.microsoft.com/office/drawing/2014/main" id="{6A88A710-9AE7-73A8-034B-3E4873B62451}"/>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7" name="Freeform 1073">
                    <a:extLst>
                      <a:ext uri="{FF2B5EF4-FFF2-40B4-BE49-F238E27FC236}">
                        <a16:creationId xmlns:a16="http://schemas.microsoft.com/office/drawing/2014/main" id="{C3065E44-42EA-9A7C-0FD6-40ED6371EFAB}"/>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8" name="Freeform 1074">
                    <a:extLst>
                      <a:ext uri="{FF2B5EF4-FFF2-40B4-BE49-F238E27FC236}">
                        <a16:creationId xmlns:a16="http://schemas.microsoft.com/office/drawing/2014/main" id="{A5E728B9-380A-CCD2-043A-2CB22E06EB9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69" name="Group 1075">
                    <a:extLst>
                      <a:ext uri="{FF2B5EF4-FFF2-40B4-BE49-F238E27FC236}">
                        <a16:creationId xmlns:a16="http://schemas.microsoft.com/office/drawing/2014/main" id="{402F7EFC-4A5C-DB1C-3E0E-4ECBE3FD8B8A}"/>
                      </a:ext>
                    </a:extLst>
                  </p:cNvPr>
                  <p:cNvGrpSpPr>
                    <a:grpSpLocks/>
                  </p:cNvGrpSpPr>
                  <p:nvPr/>
                </p:nvGrpSpPr>
                <p:grpSpPr bwMode="auto">
                  <a:xfrm>
                    <a:off x="1709" y="3008"/>
                    <a:ext cx="507" cy="234"/>
                    <a:chOff x="1740" y="2642"/>
                    <a:chExt cx="752" cy="327"/>
                  </a:xfrm>
                </p:grpSpPr>
                <p:sp>
                  <p:nvSpPr>
                    <p:cNvPr id="176" name="Freeform 1076">
                      <a:extLst>
                        <a:ext uri="{FF2B5EF4-FFF2-40B4-BE49-F238E27FC236}">
                          <a16:creationId xmlns:a16="http://schemas.microsoft.com/office/drawing/2014/main" id="{847247F7-DEEF-C262-A60A-719197105A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7" name="Freeform 1077">
                      <a:extLst>
                        <a:ext uri="{FF2B5EF4-FFF2-40B4-BE49-F238E27FC236}">
                          <a16:creationId xmlns:a16="http://schemas.microsoft.com/office/drawing/2014/main" id="{766670C0-4569-8265-7A7F-E6391058AE30}"/>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8" name="Freeform 1078">
                      <a:extLst>
                        <a:ext uri="{FF2B5EF4-FFF2-40B4-BE49-F238E27FC236}">
                          <a16:creationId xmlns:a16="http://schemas.microsoft.com/office/drawing/2014/main" id="{7C65D916-4261-7334-0E76-420DAABACC5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9" name="Freeform 1079">
                      <a:extLst>
                        <a:ext uri="{FF2B5EF4-FFF2-40B4-BE49-F238E27FC236}">
                          <a16:creationId xmlns:a16="http://schemas.microsoft.com/office/drawing/2014/main" id="{B7DC9005-3387-C26A-0734-8DF72701754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80" name="Freeform 1080">
                      <a:extLst>
                        <a:ext uri="{FF2B5EF4-FFF2-40B4-BE49-F238E27FC236}">
                          <a16:creationId xmlns:a16="http://schemas.microsoft.com/office/drawing/2014/main" id="{F1508F2E-E07C-1E2C-E919-6ABA83D9D72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81" name="Freeform 1081">
                      <a:extLst>
                        <a:ext uri="{FF2B5EF4-FFF2-40B4-BE49-F238E27FC236}">
                          <a16:creationId xmlns:a16="http://schemas.microsoft.com/office/drawing/2014/main" id="{D9845A52-ABF1-284E-4B1F-CCA099E4E4F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70" name="Freeform 1082">
                    <a:extLst>
                      <a:ext uri="{FF2B5EF4-FFF2-40B4-BE49-F238E27FC236}">
                        <a16:creationId xmlns:a16="http://schemas.microsoft.com/office/drawing/2014/main" id="{CA912111-D717-A7FB-AF3D-B221991FCC28}"/>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1" name="Freeform 1083">
                    <a:extLst>
                      <a:ext uri="{FF2B5EF4-FFF2-40B4-BE49-F238E27FC236}">
                        <a16:creationId xmlns:a16="http://schemas.microsoft.com/office/drawing/2014/main" id="{595ACC9D-7D19-65E6-8693-D9EFD551DF46}"/>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2" name="Freeform 1084">
                    <a:extLst>
                      <a:ext uri="{FF2B5EF4-FFF2-40B4-BE49-F238E27FC236}">
                        <a16:creationId xmlns:a16="http://schemas.microsoft.com/office/drawing/2014/main" id="{D59B84E7-2688-0750-F8FC-53DE39CACEE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3" name="Freeform 1085">
                    <a:extLst>
                      <a:ext uri="{FF2B5EF4-FFF2-40B4-BE49-F238E27FC236}">
                        <a16:creationId xmlns:a16="http://schemas.microsoft.com/office/drawing/2014/main" id="{5C6EC207-F789-412C-78A4-38C4357BB17F}"/>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4" name="Freeform 1086">
                    <a:extLst>
                      <a:ext uri="{FF2B5EF4-FFF2-40B4-BE49-F238E27FC236}">
                        <a16:creationId xmlns:a16="http://schemas.microsoft.com/office/drawing/2014/main" id="{03325867-B46B-A24E-1B37-0867987D3A7D}"/>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5" name="Freeform 1087">
                    <a:extLst>
                      <a:ext uri="{FF2B5EF4-FFF2-40B4-BE49-F238E27FC236}">
                        <a16:creationId xmlns:a16="http://schemas.microsoft.com/office/drawing/2014/main" id="{BE027574-7B8C-86F9-912B-F91062F60132}"/>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126" name="Group 590">
                  <a:extLst>
                    <a:ext uri="{FF2B5EF4-FFF2-40B4-BE49-F238E27FC236}">
                      <a16:creationId xmlns:a16="http://schemas.microsoft.com/office/drawing/2014/main" id="{EA84A3F9-576E-C311-7097-864DC9F643A9}"/>
                    </a:ext>
                  </a:extLst>
                </p:cNvPr>
                <p:cNvGrpSpPr>
                  <a:grpSpLocks/>
                </p:cNvGrpSpPr>
                <p:nvPr/>
              </p:nvGrpSpPr>
              <p:grpSpPr bwMode="auto">
                <a:xfrm flipH="1">
                  <a:off x="7767607" y="5251740"/>
                  <a:ext cx="345630" cy="320302"/>
                  <a:chOff x="2839" y="3501"/>
                  <a:chExt cx="755" cy="803"/>
                </a:xfrm>
              </p:grpSpPr>
              <p:pic>
                <p:nvPicPr>
                  <p:cNvPr id="157" name="Picture 591" descr="desktop_computer_stylized_medium">
                    <a:extLst>
                      <a:ext uri="{FF2B5EF4-FFF2-40B4-BE49-F238E27FC236}">
                        <a16:creationId xmlns:a16="http://schemas.microsoft.com/office/drawing/2014/main" id="{FBAAE581-44D4-B9F7-08B4-8513BF0FF55F}"/>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Freeform 592">
                    <a:extLst>
                      <a:ext uri="{FF2B5EF4-FFF2-40B4-BE49-F238E27FC236}">
                        <a16:creationId xmlns:a16="http://schemas.microsoft.com/office/drawing/2014/main" id="{2B06E0C2-930C-D5F8-B20B-4E97277EA56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127" name="Group 590">
                  <a:extLst>
                    <a:ext uri="{FF2B5EF4-FFF2-40B4-BE49-F238E27FC236}">
                      <a16:creationId xmlns:a16="http://schemas.microsoft.com/office/drawing/2014/main" id="{5C2B9098-9C30-A540-110E-636EC72EA43A}"/>
                    </a:ext>
                  </a:extLst>
                </p:cNvPr>
                <p:cNvGrpSpPr>
                  <a:grpSpLocks/>
                </p:cNvGrpSpPr>
                <p:nvPr/>
              </p:nvGrpSpPr>
              <p:grpSpPr bwMode="auto">
                <a:xfrm flipH="1">
                  <a:off x="8147535" y="5475337"/>
                  <a:ext cx="345630" cy="320302"/>
                  <a:chOff x="2839" y="3501"/>
                  <a:chExt cx="755" cy="803"/>
                </a:xfrm>
              </p:grpSpPr>
              <p:pic>
                <p:nvPicPr>
                  <p:cNvPr id="155" name="Picture 591" descr="desktop_computer_stylized_medium">
                    <a:extLst>
                      <a:ext uri="{FF2B5EF4-FFF2-40B4-BE49-F238E27FC236}">
                        <a16:creationId xmlns:a16="http://schemas.microsoft.com/office/drawing/2014/main" id="{F45CD544-A9A6-DA95-EEF9-187EB330A127}"/>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592">
                    <a:extLst>
                      <a:ext uri="{FF2B5EF4-FFF2-40B4-BE49-F238E27FC236}">
                        <a16:creationId xmlns:a16="http://schemas.microsoft.com/office/drawing/2014/main" id="{AD33F0B4-18CD-DE01-F2C7-C53D53E3516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128" name="Group 590">
                  <a:extLst>
                    <a:ext uri="{FF2B5EF4-FFF2-40B4-BE49-F238E27FC236}">
                      <a16:creationId xmlns:a16="http://schemas.microsoft.com/office/drawing/2014/main" id="{BA980D28-55CD-0625-955D-D0BF6435286C}"/>
                    </a:ext>
                  </a:extLst>
                </p:cNvPr>
                <p:cNvGrpSpPr>
                  <a:grpSpLocks/>
                </p:cNvGrpSpPr>
                <p:nvPr/>
              </p:nvGrpSpPr>
              <p:grpSpPr bwMode="auto">
                <a:xfrm flipH="1">
                  <a:off x="8545760" y="5496810"/>
                  <a:ext cx="345630" cy="320302"/>
                  <a:chOff x="2839" y="3501"/>
                  <a:chExt cx="755" cy="803"/>
                </a:xfrm>
              </p:grpSpPr>
              <p:pic>
                <p:nvPicPr>
                  <p:cNvPr id="153" name="Picture 591" descr="desktop_computer_stylized_medium">
                    <a:extLst>
                      <a:ext uri="{FF2B5EF4-FFF2-40B4-BE49-F238E27FC236}">
                        <a16:creationId xmlns:a16="http://schemas.microsoft.com/office/drawing/2014/main" id="{E518D34C-9647-AF16-8B61-036BA4E86821}"/>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592">
                    <a:extLst>
                      <a:ext uri="{FF2B5EF4-FFF2-40B4-BE49-F238E27FC236}">
                        <a16:creationId xmlns:a16="http://schemas.microsoft.com/office/drawing/2014/main" id="{048A97F1-7050-0105-CBE6-1E334DA0406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129" name="Group 1064">
                  <a:extLst>
                    <a:ext uri="{FF2B5EF4-FFF2-40B4-BE49-F238E27FC236}">
                      <a16:creationId xmlns:a16="http://schemas.microsoft.com/office/drawing/2014/main" id="{5616C53A-460B-024B-3EA5-115886F96E6D}"/>
                    </a:ext>
                  </a:extLst>
                </p:cNvPr>
                <p:cNvGrpSpPr>
                  <a:grpSpLocks/>
                </p:cNvGrpSpPr>
                <p:nvPr/>
              </p:nvGrpSpPr>
              <p:grpSpPr bwMode="auto">
                <a:xfrm>
                  <a:off x="9528372" y="5765818"/>
                  <a:ext cx="319264" cy="253379"/>
                  <a:chOff x="877" y="1008"/>
                  <a:chExt cx="2747" cy="2591"/>
                </a:xfrm>
              </p:grpSpPr>
              <p:pic>
                <p:nvPicPr>
                  <p:cNvPr id="130" name="Picture 1065" descr="antenna_stylized">
                    <a:extLst>
                      <a:ext uri="{FF2B5EF4-FFF2-40B4-BE49-F238E27FC236}">
                        <a16:creationId xmlns:a16="http://schemas.microsoft.com/office/drawing/2014/main" id="{019D2A6D-9CDF-5A28-6EE4-E282732874DB}"/>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1" name="Picture 1066" descr="laptop_keyboard">
                    <a:extLst>
                      <a:ext uri="{FF2B5EF4-FFF2-40B4-BE49-F238E27FC236}">
                        <a16:creationId xmlns:a16="http://schemas.microsoft.com/office/drawing/2014/main" id="{E58A58DA-5E0D-0D10-479D-FE8541332D9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 name="Freeform 1067">
                    <a:extLst>
                      <a:ext uri="{FF2B5EF4-FFF2-40B4-BE49-F238E27FC236}">
                        <a16:creationId xmlns:a16="http://schemas.microsoft.com/office/drawing/2014/main" id="{29F6F344-5DFA-DEC9-16D8-35EE047BA8D4}"/>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133" name="Picture 1068" descr="screen">
                    <a:extLst>
                      <a:ext uri="{FF2B5EF4-FFF2-40B4-BE49-F238E27FC236}">
                        <a16:creationId xmlns:a16="http://schemas.microsoft.com/office/drawing/2014/main" id="{BC3A26E9-13E1-B46A-16D5-664FAFDD599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 name="Freeform 1069">
                    <a:extLst>
                      <a:ext uri="{FF2B5EF4-FFF2-40B4-BE49-F238E27FC236}">
                        <a16:creationId xmlns:a16="http://schemas.microsoft.com/office/drawing/2014/main" id="{62AE69FA-0768-92A9-56FD-1DD88F120331}"/>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35" name="Freeform 1070">
                    <a:extLst>
                      <a:ext uri="{FF2B5EF4-FFF2-40B4-BE49-F238E27FC236}">
                        <a16:creationId xmlns:a16="http://schemas.microsoft.com/office/drawing/2014/main" id="{EC369BF7-3E75-9764-B0FB-4B9636F9C2A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36" name="Freeform 1071">
                    <a:extLst>
                      <a:ext uri="{FF2B5EF4-FFF2-40B4-BE49-F238E27FC236}">
                        <a16:creationId xmlns:a16="http://schemas.microsoft.com/office/drawing/2014/main" id="{524A969B-5391-EE02-A684-341A70927272}"/>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37" name="Freeform 1072">
                    <a:extLst>
                      <a:ext uri="{FF2B5EF4-FFF2-40B4-BE49-F238E27FC236}">
                        <a16:creationId xmlns:a16="http://schemas.microsoft.com/office/drawing/2014/main" id="{C9CE2C78-4DE6-E73F-BCE2-49C157CB81FA}"/>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38" name="Freeform 1073">
                    <a:extLst>
                      <a:ext uri="{FF2B5EF4-FFF2-40B4-BE49-F238E27FC236}">
                        <a16:creationId xmlns:a16="http://schemas.microsoft.com/office/drawing/2014/main" id="{0D8BF409-A2A2-A1C9-984A-324847EEF295}"/>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39" name="Freeform 1074">
                    <a:extLst>
                      <a:ext uri="{FF2B5EF4-FFF2-40B4-BE49-F238E27FC236}">
                        <a16:creationId xmlns:a16="http://schemas.microsoft.com/office/drawing/2014/main" id="{6D5B4C6A-7B6F-2D61-6CF2-E72F38CB3908}"/>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40" name="Group 1075">
                    <a:extLst>
                      <a:ext uri="{FF2B5EF4-FFF2-40B4-BE49-F238E27FC236}">
                        <a16:creationId xmlns:a16="http://schemas.microsoft.com/office/drawing/2014/main" id="{3F78BE50-3B5A-5AE5-C8B5-FF0AE5AECC9A}"/>
                      </a:ext>
                    </a:extLst>
                  </p:cNvPr>
                  <p:cNvGrpSpPr>
                    <a:grpSpLocks/>
                  </p:cNvGrpSpPr>
                  <p:nvPr/>
                </p:nvGrpSpPr>
                <p:grpSpPr bwMode="auto">
                  <a:xfrm>
                    <a:off x="1709" y="3008"/>
                    <a:ext cx="507" cy="234"/>
                    <a:chOff x="1740" y="2642"/>
                    <a:chExt cx="752" cy="327"/>
                  </a:xfrm>
                </p:grpSpPr>
                <p:sp>
                  <p:nvSpPr>
                    <p:cNvPr id="147" name="Freeform 1076">
                      <a:extLst>
                        <a:ext uri="{FF2B5EF4-FFF2-40B4-BE49-F238E27FC236}">
                          <a16:creationId xmlns:a16="http://schemas.microsoft.com/office/drawing/2014/main" id="{D3ABC3F0-C857-502F-DD32-3818A0C21993}"/>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8" name="Freeform 1077">
                      <a:extLst>
                        <a:ext uri="{FF2B5EF4-FFF2-40B4-BE49-F238E27FC236}">
                          <a16:creationId xmlns:a16="http://schemas.microsoft.com/office/drawing/2014/main" id="{6F21C796-3993-2BEB-48A9-BB94BD7AEFD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9" name="Freeform 1078">
                      <a:extLst>
                        <a:ext uri="{FF2B5EF4-FFF2-40B4-BE49-F238E27FC236}">
                          <a16:creationId xmlns:a16="http://schemas.microsoft.com/office/drawing/2014/main" id="{BAC89581-ECB6-7D7D-D763-35FEFF9D74F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0" name="Freeform 1079">
                      <a:extLst>
                        <a:ext uri="{FF2B5EF4-FFF2-40B4-BE49-F238E27FC236}">
                          <a16:creationId xmlns:a16="http://schemas.microsoft.com/office/drawing/2014/main" id="{B7A095A2-C8E5-11C4-1AD0-E1BB82385D4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1" name="Freeform 1080">
                      <a:extLst>
                        <a:ext uri="{FF2B5EF4-FFF2-40B4-BE49-F238E27FC236}">
                          <a16:creationId xmlns:a16="http://schemas.microsoft.com/office/drawing/2014/main" id="{F6AAB096-C6EE-BEFA-3E15-8AEB5E9275A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2" name="Freeform 1081">
                      <a:extLst>
                        <a:ext uri="{FF2B5EF4-FFF2-40B4-BE49-F238E27FC236}">
                          <a16:creationId xmlns:a16="http://schemas.microsoft.com/office/drawing/2014/main" id="{6B397861-C2FD-5BE3-ED24-63207129338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41" name="Freeform 1082">
                    <a:extLst>
                      <a:ext uri="{FF2B5EF4-FFF2-40B4-BE49-F238E27FC236}">
                        <a16:creationId xmlns:a16="http://schemas.microsoft.com/office/drawing/2014/main" id="{E69679A2-C589-BFE1-9682-2D41D0D0F8E7}"/>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2" name="Freeform 1083">
                    <a:extLst>
                      <a:ext uri="{FF2B5EF4-FFF2-40B4-BE49-F238E27FC236}">
                        <a16:creationId xmlns:a16="http://schemas.microsoft.com/office/drawing/2014/main" id="{E7EC3839-41AE-DBF3-508D-0E701DF29527}"/>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3" name="Freeform 1084">
                    <a:extLst>
                      <a:ext uri="{FF2B5EF4-FFF2-40B4-BE49-F238E27FC236}">
                        <a16:creationId xmlns:a16="http://schemas.microsoft.com/office/drawing/2014/main" id="{9DE30F33-D548-9ACC-2166-960192422FFF}"/>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4" name="Freeform 1085">
                    <a:extLst>
                      <a:ext uri="{FF2B5EF4-FFF2-40B4-BE49-F238E27FC236}">
                        <a16:creationId xmlns:a16="http://schemas.microsoft.com/office/drawing/2014/main" id="{5A71447D-2FCC-E807-2CBB-56F7A600519F}"/>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5" name="Freeform 1086">
                    <a:extLst>
                      <a:ext uri="{FF2B5EF4-FFF2-40B4-BE49-F238E27FC236}">
                        <a16:creationId xmlns:a16="http://schemas.microsoft.com/office/drawing/2014/main" id="{40CBF438-1CAE-8885-D8BA-F329C89CFE2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6" name="Freeform 1087">
                    <a:extLst>
                      <a:ext uri="{FF2B5EF4-FFF2-40B4-BE49-F238E27FC236}">
                        <a16:creationId xmlns:a16="http://schemas.microsoft.com/office/drawing/2014/main" id="{0DE3D6F2-2D89-323C-33FA-EC6654145F10}"/>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grpSp>
            <p:nvGrpSpPr>
              <p:cNvPr id="91" name="Group 983">
                <a:extLst>
                  <a:ext uri="{FF2B5EF4-FFF2-40B4-BE49-F238E27FC236}">
                    <a16:creationId xmlns:a16="http://schemas.microsoft.com/office/drawing/2014/main" id="{85C91262-E7AF-4796-862C-15DBD84D3B5B}"/>
                  </a:ext>
                </a:extLst>
              </p:cNvPr>
              <p:cNvGrpSpPr>
                <a:grpSpLocks/>
              </p:cNvGrpSpPr>
              <p:nvPr/>
            </p:nvGrpSpPr>
            <p:grpSpPr bwMode="auto">
              <a:xfrm>
                <a:off x="10011503" y="5607068"/>
                <a:ext cx="171450" cy="348944"/>
                <a:chOff x="4140" y="429"/>
                <a:chExt cx="1425" cy="2396"/>
              </a:xfrm>
            </p:grpSpPr>
            <p:sp>
              <p:nvSpPr>
                <p:cNvPr id="92" name="Freeform 984">
                  <a:extLst>
                    <a:ext uri="{FF2B5EF4-FFF2-40B4-BE49-F238E27FC236}">
                      <a16:creationId xmlns:a16="http://schemas.microsoft.com/office/drawing/2014/main" id="{C7413E58-E95F-8B07-F7C0-85A3080755A0}"/>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3" name="Rectangle 985">
                  <a:extLst>
                    <a:ext uri="{FF2B5EF4-FFF2-40B4-BE49-F238E27FC236}">
                      <a16:creationId xmlns:a16="http://schemas.microsoft.com/office/drawing/2014/main" id="{AB01DE6C-AE1F-F826-A0CA-F1D70CF8F8A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94" name="Freeform 986">
                  <a:extLst>
                    <a:ext uri="{FF2B5EF4-FFF2-40B4-BE49-F238E27FC236}">
                      <a16:creationId xmlns:a16="http://schemas.microsoft.com/office/drawing/2014/main" id="{51D48253-F7C3-61F4-222B-C684FE117D87}"/>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5" name="Freeform 987">
                  <a:extLst>
                    <a:ext uri="{FF2B5EF4-FFF2-40B4-BE49-F238E27FC236}">
                      <a16:creationId xmlns:a16="http://schemas.microsoft.com/office/drawing/2014/main" id="{96CFCD76-BD99-B5FF-446C-182801AF063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6" name="Rectangle 988">
                  <a:extLst>
                    <a:ext uri="{FF2B5EF4-FFF2-40B4-BE49-F238E27FC236}">
                      <a16:creationId xmlns:a16="http://schemas.microsoft.com/office/drawing/2014/main" id="{D91A4021-29D0-45F2-896F-DE93E86DD17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97" name="Group 989">
                  <a:extLst>
                    <a:ext uri="{FF2B5EF4-FFF2-40B4-BE49-F238E27FC236}">
                      <a16:creationId xmlns:a16="http://schemas.microsoft.com/office/drawing/2014/main" id="{AC97A0DC-E41A-DD56-074B-0F7E021EB8B5}"/>
                    </a:ext>
                  </a:extLst>
                </p:cNvPr>
                <p:cNvGrpSpPr>
                  <a:grpSpLocks/>
                </p:cNvGrpSpPr>
                <p:nvPr/>
              </p:nvGrpSpPr>
              <p:grpSpPr bwMode="auto">
                <a:xfrm>
                  <a:off x="4749" y="668"/>
                  <a:ext cx="581" cy="145"/>
                  <a:chOff x="614" y="2568"/>
                  <a:chExt cx="725" cy="139"/>
                </a:xfrm>
              </p:grpSpPr>
              <p:sp>
                <p:nvSpPr>
                  <p:cNvPr id="122" name="AutoShape 990">
                    <a:extLst>
                      <a:ext uri="{FF2B5EF4-FFF2-40B4-BE49-F238E27FC236}">
                        <a16:creationId xmlns:a16="http://schemas.microsoft.com/office/drawing/2014/main" id="{8647A279-D845-310A-91F4-9D2C4ED073ED}"/>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23" name="AutoShape 991">
                    <a:extLst>
                      <a:ext uri="{FF2B5EF4-FFF2-40B4-BE49-F238E27FC236}">
                        <a16:creationId xmlns:a16="http://schemas.microsoft.com/office/drawing/2014/main" id="{28E5D507-689D-2C0C-5BBF-264428C60AFC}"/>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98" name="Rectangle 992">
                  <a:extLst>
                    <a:ext uri="{FF2B5EF4-FFF2-40B4-BE49-F238E27FC236}">
                      <a16:creationId xmlns:a16="http://schemas.microsoft.com/office/drawing/2014/main" id="{2DF378DC-CCEB-9B99-9ACD-C30DA72221B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99" name="Group 993">
                  <a:extLst>
                    <a:ext uri="{FF2B5EF4-FFF2-40B4-BE49-F238E27FC236}">
                      <a16:creationId xmlns:a16="http://schemas.microsoft.com/office/drawing/2014/main" id="{55AE4D85-8BCC-3ECF-1FB9-7E14FCA4B533}"/>
                    </a:ext>
                  </a:extLst>
                </p:cNvPr>
                <p:cNvGrpSpPr>
                  <a:grpSpLocks/>
                </p:cNvGrpSpPr>
                <p:nvPr/>
              </p:nvGrpSpPr>
              <p:grpSpPr bwMode="auto">
                <a:xfrm>
                  <a:off x="4747" y="994"/>
                  <a:ext cx="581" cy="134"/>
                  <a:chOff x="614" y="2568"/>
                  <a:chExt cx="725" cy="139"/>
                </a:xfrm>
              </p:grpSpPr>
              <p:sp>
                <p:nvSpPr>
                  <p:cNvPr id="120" name="AutoShape 994">
                    <a:extLst>
                      <a:ext uri="{FF2B5EF4-FFF2-40B4-BE49-F238E27FC236}">
                        <a16:creationId xmlns:a16="http://schemas.microsoft.com/office/drawing/2014/main" id="{23BFDD9D-7E17-0BCB-DA92-932174A8E747}"/>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21" name="AutoShape 995">
                    <a:extLst>
                      <a:ext uri="{FF2B5EF4-FFF2-40B4-BE49-F238E27FC236}">
                        <a16:creationId xmlns:a16="http://schemas.microsoft.com/office/drawing/2014/main" id="{8E688A26-A5EE-BF12-B2F6-DB6AAAD83D6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00" name="Rectangle 996">
                  <a:extLst>
                    <a:ext uri="{FF2B5EF4-FFF2-40B4-BE49-F238E27FC236}">
                      <a16:creationId xmlns:a16="http://schemas.microsoft.com/office/drawing/2014/main" id="{B7680F9B-2D94-B1C1-6140-31F9739880F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01" name="Rectangle 997">
                  <a:extLst>
                    <a:ext uri="{FF2B5EF4-FFF2-40B4-BE49-F238E27FC236}">
                      <a16:creationId xmlns:a16="http://schemas.microsoft.com/office/drawing/2014/main" id="{85E96FCB-84DD-2081-0E34-D2AE9818EB4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02" name="Group 998">
                  <a:extLst>
                    <a:ext uri="{FF2B5EF4-FFF2-40B4-BE49-F238E27FC236}">
                      <a16:creationId xmlns:a16="http://schemas.microsoft.com/office/drawing/2014/main" id="{BEAACF3F-49C1-E453-11D4-DF222CE57AA9}"/>
                    </a:ext>
                  </a:extLst>
                </p:cNvPr>
                <p:cNvGrpSpPr>
                  <a:grpSpLocks/>
                </p:cNvGrpSpPr>
                <p:nvPr/>
              </p:nvGrpSpPr>
              <p:grpSpPr bwMode="auto">
                <a:xfrm>
                  <a:off x="4735" y="1627"/>
                  <a:ext cx="582" cy="151"/>
                  <a:chOff x="614" y="2568"/>
                  <a:chExt cx="725" cy="139"/>
                </a:xfrm>
              </p:grpSpPr>
              <p:sp>
                <p:nvSpPr>
                  <p:cNvPr id="118" name="AutoShape 999">
                    <a:extLst>
                      <a:ext uri="{FF2B5EF4-FFF2-40B4-BE49-F238E27FC236}">
                        <a16:creationId xmlns:a16="http://schemas.microsoft.com/office/drawing/2014/main" id="{FB102287-739A-41BF-AF62-1B5928BD550A}"/>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19" name="AutoShape 1000">
                    <a:extLst>
                      <a:ext uri="{FF2B5EF4-FFF2-40B4-BE49-F238E27FC236}">
                        <a16:creationId xmlns:a16="http://schemas.microsoft.com/office/drawing/2014/main" id="{96F4B018-DDCB-51B2-56C7-85B6D4D2926F}"/>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03" name="Freeform 1001">
                  <a:extLst>
                    <a:ext uri="{FF2B5EF4-FFF2-40B4-BE49-F238E27FC236}">
                      <a16:creationId xmlns:a16="http://schemas.microsoft.com/office/drawing/2014/main" id="{049B176C-2AB5-62D0-DA0D-97A6FC3F861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04" name="Group 1002">
                  <a:extLst>
                    <a:ext uri="{FF2B5EF4-FFF2-40B4-BE49-F238E27FC236}">
                      <a16:creationId xmlns:a16="http://schemas.microsoft.com/office/drawing/2014/main" id="{557E16DF-2C65-C576-6EB3-503D4B56F786}"/>
                    </a:ext>
                  </a:extLst>
                </p:cNvPr>
                <p:cNvGrpSpPr>
                  <a:grpSpLocks/>
                </p:cNvGrpSpPr>
                <p:nvPr/>
              </p:nvGrpSpPr>
              <p:grpSpPr bwMode="auto">
                <a:xfrm>
                  <a:off x="4739" y="1327"/>
                  <a:ext cx="582" cy="139"/>
                  <a:chOff x="614" y="2568"/>
                  <a:chExt cx="725" cy="139"/>
                </a:xfrm>
              </p:grpSpPr>
              <p:sp>
                <p:nvSpPr>
                  <p:cNvPr id="116" name="AutoShape 1003">
                    <a:extLst>
                      <a:ext uri="{FF2B5EF4-FFF2-40B4-BE49-F238E27FC236}">
                        <a16:creationId xmlns:a16="http://schemas.microsoft.com/office/drawing/2014/main" id="{AF1B2763-8E81-C84B-4E2D-86A27A895CE4}"/>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17" name="AutoShape 1004">
                    <a:extLst>
                      <a:ext uri="{FF2B5EF4-FFF2-40B4-BE49-F238E27FC236}">
                        <a16:creationId xmlns:a16="http://schemas.microsoft.com/office/drawing/2014/main" id="{DEFD4D60-3957-7B5B-7466-73DA5912031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05" name="Rectangle 1005">
                  <a:extLst>
                    <a:ext uri="{FF2B5EF4-FFF2-40B4-BE49-F238E27FC236}">
                      <a16:creationId xmlns:a16="http://schemas.microsoft.com/office/drawing/2014/main" id="{A2BD0029-293F-9BB4-C41D-16FEDE40172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06" name="Freeform 1006">
                  <a:extLst>
                    <a:ext uri="{FF2B5EF4-FFF2-40B4-BE49-F238E27FC236}">
                      <a16:creationId xmlns:a16="http://schemas.microsoft.com/office/drawing/2014/main" id="{E5546648-109E-4928-4888-68AB9F33EBF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7" name="Freeform 1007">
                  <a:extLst>
                    <a:ext uri="{FF2B5EF4-FFF2-40B4-BE49-F238E27FC236}">
                      <a16:creationId xmlns:a16="http://schemas.microsoft.com/office/drawing/2014/main" id="{03A0A452-9C75-B9E5-8B14-4529E07A3E21}"/>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8" name="Oval 1008">
                  <a:extLst>
                    <a:ext uri="{FF2B5EF4-FFF2-40B4-BE49-F238E27FC236}">
                      <a16:creationId xmlns:a16="http://schemas.microsoft.com/office/drawing/2014/main" id="{8BDA03C3-0335-6246-ED6A-7C242926D54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09" name="Freeform 1009">
                  <a:extLst>
                    <a:ext uri="{FF2B5EF4-FFF2-40B4-BE49-F238E27FC236}">
                      <a16:creationId xmlns:a16="http://schemas.microsoft.com/office/drawing/2014/main" id="{FBB36454-9914-FA26-072E-0E9BFD3612E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0" name="AutoShape 1010">
                  <a:extLst>
                    <a:ext uri="{FF2B5EF4-FFF2-40B4-BE49-F238E27FC236}">
                      <a16:creationId xmlns:a16="http://schemas.microsoft.com/office/drawing/2014/main" id="{CF17782D-8750-A0A6-84B9-35BFED1D1EC6}"/>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11" name="AutoShape 1011">
                  <a:extLst>
                    <a:ext uri="{FF2B5EF4-FFF2-40B4-BE49-F238E27FC236}">
                      <a16:creationId xmlns:a16="http://schemas.microsoft.com/office/drawing/2014/main" id="{17CE6F5B-5DCB-3904-7076-F7070882AA4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12" name="Oval 1012">
                  <a:extLst>
                    <a:ext uri="{FF2B5EF4-FFF2-40B4-BE49-F238E27FC236}">
                      <a16:creationId xmlns:a16="http://schemas.microsoft.com/office/drawing/2014/main" id="{A222A294-2D23-A1DF-FB70-9B7B3ACDF20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13" name="Oval 1013">
                  <a:extLst>
                    <a:ext uri="{FF2B5EF4-FFF2-40B4-BE49-F238E27FC236}">
                      <a16:creationId xmlns:a16="http://schemas.microsoft.com/office/drawing/2014/main" id="{B53A7327-5724-AC28-AA6E-451D1DF5D2E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114" name="Oval 1014">
                  <a:extLst>
                    <a:ext uri="{FF2B5EF4-FFF2-40B4-BE49-F238E27FC236}">
                      <a16:creationId xmlns:a16="http://schemas.microsoft.com/office/drawing/2014/main" id="{A5E2E7B8-596E-CBE8-3049-974A448C991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15" name="Rectangle 1015">
                  <a:extLst>
                    <a:ext uri="{FF2B5EF4-FFF2-40B4-BE49-F238E27FC236}">
                      <a16:creationId xmlns:a16="http://schemas.microsoft.com/office/drawing/2014/main" id="{548E1C93-B336-A1DF-E2CB-E9CABA11CA9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grpSp>
      </p:grpSp>
      <p:grpSp>
        <p:nvGrpSpPr>
          <p:cNvPr id="291" name="Group 290">
            <a:extLst>
              <a:ext uri="{FF2B5EF4-FFF2-40B4-BE49-F238E27FC236}">
                <a16:creationId xmlns:a16="http://schemas.microsoft.com/office/drawing/2014/main" id="{1B3E2A5A-7EB5-DB47-A628-0592A9A0AA2F}"/>
              </a:ext>
            </a:extLst>
          </p:cNvPr>
          <p:cNvGrpSpPr/>
          <p:nvPr/>
        </p:nvGrpSpPr>
        <p:grpSpPr>
          <a:xfrm>
            <a:off x="7613882" y="2107963"/>
            <a:ext cx="3540395" cy="3733733"/>
            <a:chOff x="7619038" y="2102861"/>
            <a:chExt cx="3540395" cy="3733733"/>
          </a:xfrm>
        </p:grpSpPr>
        <p:sp>
          <p:nvSpPr>
            <p:cNvPr id="292" name="Line 426">
              <a:extLst>
                <a:ext uri="{FF2B5EF4-FFF2-40B4-BE49-F238E27FC236}">
                  <a16:creationId xmlns:a16="http://schemas.microsoft.com/office/drawing/2014/main" id="{4BB6EA26-7FAB-0F9B-47D5-11388419AA8A}"/>
                </a:ext>
              </a:extLst>
            </p:cNvPr>
            <p:cNvSpPr>
              <a:spLocks noChangeShapeType="1"/>
            </p:cNvSpPr>
            <p:nvPr/>
          </p:nvSpPr>
          <p:spPr bwMode="auto">
            <a:xfrm>
              <a:off x="8213016" y="2695257"/>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nvGrpSpPr>
            <p:cNvPr id="293" name="Group 783">
              <a:extLst>
                <a:ext uri="{FF2B5EF4-FFF2-40B4-BE49-F238E27FC236}">
                  <a16:creationId xmlns:a16="http://schemas.microsoft.com/office/drawing/2014/main" id="{27A24BA2-D616-FB27-33A9-D7A9810BECB0}"/>
                </a:ext>
              </a:extLst>
            </p:cNvPr>
            <p:cNvGrpSpPr>
              <a:grpSpLocks/>
            </p:cNvGrpSpPr>
            <p:nvPr/>
          </p:nvGrpSpPr>
          <p:grpSpPr bwMode="auto">
            <a:xfrm>
              <a:off x="8055854" y="2304274"/>
              <a:ext cx="298450" cy="464008"/>
              <a:chOff x="3130" y="3288"/>
              <a:chExt cx="410" cy="742"/>
            </a:xfrm>
          </p:grpSpPr>
          <p:sp>
            <p:nvSpPr>
              <p:cNvPr id="440" name="Line 270">
                <a:extLst>
                  <a:ext uri="{FF2B5EF4-FFF2-40B4-BE49-F238E27FC236}">
                    <a16:creationId xmlns:a16="http://schemas.microsoft.com/office/drawing/2014/main" id="{D053B8FB-866B-DD3B-2B90-5F111220A52B}"/>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41" name="Line 271">
                <a:extLst>
                  <a:ext uri="{FF2B5EF4-FFF2-40B4-BE49-F238E27FC236}">
                    <a16:creationId xmlns:a16="http://schemas.microsoft.com/office/drawing/2014/main" id="{7A6B61CC-BDE7-FADF-697D-E4B6E1E5A2FB}"/>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42" name="Line 272">
                <a:extLst>
                  <a:ext uri="{FF2B5EF4-FFF2-40B4-BE49-F238E27FC236}">
                    <a16:creationId xmlns:a16="http://schemas.microsoft.com/office/drawing/2014/main" id="{9468E026-278E-089C-90D0-3F67BF35E764}"/>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43" name="Line 273">
                <a:extLst>
                  <a:ext uri="{FF2B5EF4-FFF2-40B4-BE49-F238E27FC236}">
                    <a16:creationId xmlns:a16="http://schemas.microsoft.com/office/drawing/2014/main" id="{EBFF200A-4209-237E-0AA6-EF376897B36E}"/>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44" name="Line 274">
                <a:extLst>
                  <a:ext uri="{FF2B5EF4-FFF2-40B4-BE49-F238E27FC236}">
                    <a16:creationId xmlns:a16="http://schemas.microsoft.com/office/drawing/2014/main" id="{A48922D9-8CA6-DAD7-EB3C-2FB694D111D8}"/>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45" name="Line 275">
                <a:extLst>
                  <a:ext uri="{FF2B5EF4-FFF2-40B4-BE49-F238E27FC236}">
                    <a16:creationId xmlns:a16="http://schemas.microsoft.com/office/drawing/2014/main" id="{0839662E-C6AF-85D6-EA77-FB91525E63C9}"/>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46" name="Line 276">
                <a:extLst>
                  <a:ext uri="{FF2B5EF4-FFF2-40B4-BE49-F238E27FC236}">
                    <a16:creationId xmlns:a16="http://schemas.microsoft.com/office/drawing/2014/main" id="{0A8B53DF-D3F9-EED5-392D-FCCD47EDCE26}"/>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47" name="Line 277">
                <a:extLst>
                  <a:ext uri="{FF2B5EF4-FFF2-40B4-BE49-F238E27FC236}">
                    <a16:creationId xmlns:a16="http://schemas.microsoft.com/office/drawing/2014/main" id="{2D234EF6-0C88-4C26-C15A-4C35DBC88A81}"/>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48" name="Line 278">
                <a:extLst>
                  <a:ext uri="{FF2B5EF4-FFF2-40B4-BE49-F238E27FC236}">
                    <a16:creationId xmlns:a16="http://schemas.microsoft.com/office/drawing/2014/main" id="{654CB70E-BD2A-ACCC-91FF-C9685A2FD12A}"/>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49" name="Line 279">
                <a:extLst>
                  <a:ext uri="{FF2B5EF4-FFF2-40B4-BE49-F238E27FC236}">
                    <a16:creationId xmlns:a16="http://schemas.microsoft.com/office/drawing/2014/main" id="{D0DCCC74-162A-7315-029A-73AD48E48D40}"/>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50" name="Line 280">
                <a:extLst>
                  <a:ext uri="{FF2B5EF4-FFF2-40B4-BE49-F238E27FC236}">
                    <a16:creationId xmlns:a16="http://schemas.microsoft.com/office/drawing/2014/main" id="{D1A44D5E-F783-9C98-5E5C-37E8BECE59E1}"/>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51" name="Line 281">
                <a:extLst>
                  <a:ext uri="{FF2B5EF4-FFF2-40B4-BE49-F238E27FC236}">
                    <a16:creationId xmlns:a16="http://schemas.microsoft.com/office/drawing/2014/main" id="{6E11B0B9-5CCC-2F0F-A328-8FFDA11E01AD}"/>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52" name="Line 282">
                <a:extLst>
                  <a:ext uri="{FF2B5EF4-FFF2-40B4-BE49-F238E27FC236}">
                    <a16:creationId xmlns:a16="http://schemas.microsoft.com/office/drawing/2014/main" id="{AA138223-B387-BF4D-E3D3-33511A59D330}"/>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53" name="Line 283">
                <a:extLst>
                  <a:ext uri="{FF2B5EF4-FFF2-40B4-BE49-F238E27FC236}">
                    <a16:creationId xmlns:a16="http://schemas.microsoft.com/office/drawing/2014/main" id="{F5DA4732-4B3A-0EDE-0208-2F9C358A0BF9}"/>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54" name="Line 284">
                <a:extLst>
                  <a:ext uri="{FF2B5EF4-FFF2-40B4-BE49-F238E27FC236}">
                    <a16:creationId xmlns:a16="http://schemas.microsoft.com/office/drawing/2014/main" id="{9394DD1E-A21A-FD33-DBC5-F13D0F182A42}"/>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grpSp>
        <p:pic>
          <p:nvPicPr>
            <p:cNvPr id="294" name="Picture 777" descr="access_point_stylized_small">
              <a:extLst>
                <a:ext uri="{FF2B5EF4-FFF2-40B4-BE49-F238E27FC236}">
                  <a16:creationId xmlns:a16="http://schemas.microsoft.com/office/drawing/2014/main" id="{6087CD34-54EB-F4C8-5E19-D8A2D76ABA54}"/>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619038" y="385679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5" name="Picture 780" descr="access_point_stylized_small">
              <a:extLst>
                <a:ext uri="{FF2B5EF4-FFF2-40B4-BE49-F238E27FC236}">
                  <a16:creationId xmlns:a16="http://schemas.microsoft.com/office/drawing/2014/main" id="{52CECCED-F114-0E54-59A2-DD2A9F66F659}"/>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9295766" y="551913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96" name="Group 295">
              <a:extLst>
                <a:ext uri="{FF2B5EF4-FFF2-40B4-BE49-F238E27FC236}">
                  <a16:creationId xmlns:a16="http://schemas.microsoft.com/office/drawing/2014/main" id="{36972266-D360-4E94-2703-837FD72D1159}"/>
                </a:ext>
              </a:extLst>
            </p:cNvPr>
            <p:cNvGrpSpPr/>
            <p:nvPr/>
          </p:nvGrpSpPr>
          <p:grpSpPr>
            <a:xfrm>
              <a:off x="9788714" y="4984881"/>
              <a:ext cx="393760" cy="218578"/>
              <a:chOff x="7493876" y="2774731"/>
              <a:chExt cx="1481958" cy="894622"/>
            </a:xfrm>
          </p:grpSpPr>
          <p:sp>
            <p:nvSpPr>
              <p:cNvPr id="433" name="Freeform 471">
                <a:extLst>
                  <a:ext uri="{FF2B5EF4-FFF2-40B4-BE49-F238E27FC236}">
                    <a16:creationId xmlns:a16="http://schemas.microsoft.com/office/drawing/2014/main" id="{32D0B94E-FC69-1CD2-AD8F-6C0520C5CF2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34" name="Oval 433">
                <a:extLst>
                  <a:ext uri="{FF2B5EF4-FFF2-40B4-BE49-F238E27FC236}">
                    <a16:creationId xmlns:a16="http://schemas.microsoft.com/office/drawing/2014/main" id="{879F848C-B3D9-87E2-E6BE-AA3191F89D8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35" name="Group 434">
                <a:extLst>
                  <a:ext uri="{FF2B5EF4-FFF2-40B4-BE49-F238E27FC236}">
                    <a16:creationId xmlns:a16="http://schemas.microsoft.com/office/drawing/2014/main" id="{795C911D-5104-CA37-766A-E5E65A63CBBD}"/>
                  </a:ext>
                </a:extLst>
              </p:cNvPr>
              <p:cNvGrpSpPr/>
              <p:nvPr/>
            </p:nvGrpSpPr>
            <p:grpSpPr>
              <a:xfrm>
                <a:off x="7713663" y="2848339"/>
                <a:ext cx="1042107" cy="425543"/>
                <a:chOff x="7786941" y="2884917"/>
                <a:chExt cx="897649" cy="353919"/>
              </a:xfrm>
            </p:grpSpPr>
            <p:sp>
              <p:nvSpPr>
                <p:cNvPr id="436" name="Freeform 474">
                  <a:extLst>
                    <a:ext uri="{FF2B5EF4-FFF2-40B4-BE49-F238E27FC236}">
                      <a16:creationId xmlns:a16="http://schemas.microsoft.com/office/drawing/2014/main" id="{F500D5DE-5AAC-202C-21D5-B54DDA77761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7" name="Freeform 475">
                  <a:extLst>
                    <a:ext uri="{FF2B5EF4-FFF2-40B4-BE49-F238E27FC236}">
                      <a16:creationId xmlns:a16="http://schemas.microsoft.com/office/drawing/2014/main" id="{575A09C7-2A3B-03CF-3475-4F0B8D88FB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8" name="Freeform 476">
                  <a:extLst>
                    <a:ext uri="{FF2B5EF4-FFF2-40B4-BE49-F238E27FC236}">
                      <a16:creationId xmlns:a16="http://schemas.microsoft.com/office/drawing/2014/main" id="{9E6B10A5-FB5D-9FF1-C2EF-4ED25A8BAD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9" name="Freeform 477">
                  <a:extLst>
                    <a:ext uri="{FF2B5EF4-FFF2-40B4-BE49-F238E27FC236}">
                      <a16:creationId xmlns:a16="http://schemas.microsoft.com/office/drawing/2014/main" id="{356A6DFA-919D-941B-2A02-E76BE7DF82A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97" name="Group 296">
              <a:extLst>
                <a:ext uri="{FF2B5EF4-FFF2-40B4-BE49-F238E27FC236}">
                  <a16:creationId xmlns:a16="http://schemas.microsoft.com/office/drawing/2014/main" id="{82234B27-67E3-35E7-448F-1353C4086AD4}"/>
                </a:ext>
              </a:extLst>
            </p:cNvPr>
            <p:cNvGrpSpPr/>
            <p:nvPr/>
          </p:nvGrpSpPr>
          <p:grpSpPr>
            <a:xfrm>
              <a:off x="9854521" y="5333935"/>
              <a:ext cx="309740" cy="190838"/>
              <a:chOff x="3668110" y="2448910"/>
              <a:chExt cx="3794234" cy="2165130"/>
            </a:xfrm>
          </p:grpSpPr>
          <p:sp>
            <p:nvSpPr>
              <p:cNvPr id="426" name="Rectangle 425">
                <a:extLst>
                  <a:ext uri="{FF2B5EF4-FFF2-40B4-BE49-F238E27FC236}">
                    <a16:creationId xmlns:a16="http://schemas.microsoft.com/office/drawing/2014/main" id="{81FE8927-C4CE-3DB9-6E5B-FC77BBE72BF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7" name="Freeform 521">
                <a:extLst>
                  <a:ext uri="{FF2B5EF4-FFF2-40B4-BE49-F238E27FC236}">
                    <a16:creationId xmlns:a16="http://schemas.microsoft.com/office/drawing/2014/main" id="{A6EE2159-3063-9544-9869-4FB5508CC26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28" name="Group 427">
                <a:extLst>
                  <a:ext uri="{FF2B5EF4-FFF2-40B4-BE49-F238E27FC236}">
                    <a16:creationId xmlns:a16="http://schemas.microsoft.com/office/drawing/2014/main" id="{D50BE686-29FE-1563-6EBA-D7122AD284FC}"/>
                  </a:ext>
                </a:extLst>
              </p:cNvPr>
              <p:cNvGrpSpPr/>
              <p:nvPr/>
            </p:nvGrpSpPr>
            <p:grpSpPr>
              <a:xfrm>
                <a:off x="3941378" y="2603243"/>
                <a:ext cx="3202061" cy="1066110"/>
                <a:chOff x="7939341" y="3037317"/>
                <a:chExt cx="897649" cy="353919"/>
              </a:xfrm>
            </p:grpSpPr>
            <p:sp>
              <p:nvSpPr>
                <p:cNvPr id="429" name="Freeform 523">
                  <a:extLst>
                    <a:ext uri="{FF2B5EF4-FFF2-40B4-BE49-F238E27FC236}">
                      <a16:creationId xmlns:a16="http://schemas.microsoft.com/office/drawing/2014/main" id="{14EE75A3-E6A1-4613-7467-C50BD4E0510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0" name="Freeform 524">
                  <a:extLst>
                    <a:ext uri="{FF2B5EF4-FFF2-40B4-BE49-F238E27FC236}">
                      <a16:creationId xmlns:a16="http://schemas.microsoft.com/office/drawing/2014/main" id="{15D91E25-FB75-0A15-04E4-008C23E72A4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1" name="Freeform 525">
                  <a:extLst>
                    <a:ext uri="{FF2B5EF4-FFF2-40B4-BE49-F238E27FC236}">
                      <a16:creationId xmlns:a16="http://schemas.microsoft.com/office/drawing/2014/main" id="{964F17CC-41A5-3489-031A-828AFF9FCC0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2" name="Freeform 526">
                  <a:extLst>
                    <a:ext uri="{FF2B5EF4-FFF2-40B4-BE49-F238E27FC236}">
                      <a16:creationId xmlns:a16="http://schemas.microsoft.com/office/drawing/2014/main" id="{35768CEA-7AE9-FBB9-5945-F2A4C1DAEEA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98" name="Group 297">
              <a:extLst>
                <a:ext uri="{FF2B5EF4-FFF2-40B4-BE49-F238E27FC236}">
                  <a16:creationId xmlns:a16="http://schemas.microsoft.com/office/drawing/2014/main" id="{AAF08CEE-733C-821C-10E5-FA48B6F7E73B}"/>
                </a:ext>
              </a:extLst>
            </p:cNvPr>
            <p:cNvGrpSpPr/>
            <p:nvPr/>
          </p:nvGrpSpPr>
          <p:grpSpPr>
            <a:xfrm>
              <a:off x="8681775" y="4962318"/>
              <a:ext cx="393760" cy="218578"/>
              <a:chOff x="7493876" y="2774731"/>
              <a:chExt cx="1481958" cy="894622"/>
            </a:xfrm>
          </p:grpSpPr>
          <p:sp>
            <p:nvSpPr>
              <p:cNvPr id="419" name="Freeform 479">
                <a:extLst>
                  <a:ext uri="{FF2B5EF4-FFF2-40B4-BE49-F238E27FC236}">
                    <a16:creationId xmlns:a16="http://schemas.microsoft.com/office/drawing/2014/main" id="{17B0BD50-1166-FA9D-6987-1C19185BEB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20" name="Oval 419">
                <a:extLst>
                  <a:ext uri="{FF2B5EF4-FFF2-40B4-BE49-F238E27FC236}">
                    <a16:creationId xmlns:a16="http://schemas.microsoft.com/office/drawing/2014/main" id="{8548DB2C-63C0-AD6C-D8CA-E78ADCF898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21" name="Group 420">
                <a:extLst>
                  <a:ext uri="{FF2B5EF4-FFF2-40B4-BE49-F238E27FC236}">
                    <a16:creationId xmlns:a16="http://schemas.microsoft.com/office/drawing/2014/main" id="{866B291C-15AE-58A2-D304-10C70EF4F33D}"/>
                  </a:ext>
                </a:extLst>
              </p:cNvPr>
              <p:cNvGrpSpPr/>
              <p:nvPr/>
            </p:nvGrpSpPr>
            <p:grpSpPr>
              <a:xfrm>
                <a:off x="7713663" y="2848339"/>
                <a:ext cx="1042107" cy="425543"/>
                <a:chOff x="7786941" y="2884917"/>
                <a:chExt cx="897649" cy="353919"/>
              </a:xfrm>
            </p:grpSpPr>
            <p:sp>
              <p:nvSpPr>
                <p:cNvPr id="422" name="Freeform 482">
                  <a:extLst>
                    <a:ext uri="{FF2B5EF4-FFF2-40B4-BE49-F238E27FC236}">
                      <a16:creationId xmlns:a16="http://schemas.microsoft.com/office/drawing/2014/main" id="{428F9568-6201-EA19-5C15-F0EAE23CE58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3" name="Freeform 483">
                  <a:extLst>
                    <a:ext uri="{FF2B5EF4-FFF2-40B4-BE49-F238E27FC236}">
                      <a16:creationId xmlns:a16="http://schemas.microsoft.com/office/drawing/2014/main" id="{86AA2C7C-DB92-1281-0CEF-46029F2D75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4" name="Freeform 484">
                  <a:extLst>
                    <a:ext uri="{FF2B5EF4-FFF2-40B4-BE49-F238E27FC236}">
                      <a16:creationId xmlns:a16="http://schemas.microsoft.com/office/drawing/2014/main" id="{354BE34B-48DB-FD9C-3F40-7BC0CE3661D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5" name="Freeform 485">
                  <a:extLst>
                    <a:ext uri="{FF2B5EF4-FFF2-40B4-BE49-F238E27FC236}">
                      <a16:creationId xmlns:a16="http://schemas.microsoft.com/office/drawing/2014/main" id="{54F3C5A0-AB0B-8B0B-F6FB-A932BB9A373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99" name="Group 298">
              <a:extLst>
                <a:ext uri="{FF2B5EF4-FFF2-40B4-BE49-F238E27FC236}">
                  <a16:creationId xmlns:a16="http://schemas.microsoft.com/office/drawing/2014/main" id="{F787EBF0-4E72-A755-795C-D4CF0B395167}"/>
                </a:ext>
              </a:extLst>
            </p:cNvPr>
            <p:cNvGrpSpPr/>
            <p:nvPr/>
          </p:nvGrpSpPr>
          <p:grpSpPr>
            <a:xfrm>
              <a:off x="8316676" y="5189331"/>
              <a:ext cx="309740" cy="190838"/>
              <a:chOff x="3668110" y="2448910"/>
              <a:chExt cx="3794234" cy="2165130"/>
            </a:xfrm>
          </p:grpSpPr>
          <p:sp>
            <p:nvSpPr>
              <p:cNvPr id="412" name="Rectangle 411">
                <a:extLst>
                  <a:ext uri="{FF2B5EF4-FFF2-40B4-BE49-F238E27FC236}">
                    <a16:creationId xmlns:a16="http://schemas.microsoft.com/office/drawing/2014/main" id="{A534E0F2-9D6E-11DA-0153-EC25EDA3A5D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3" name="Freeform 530">
                <a:extLst>
                  <a:ext uri="{FF2B5EF4-FFF2-40B4-BE49-F238E27FC236}">
                    <a16:creationId xmlns:a16="http://schemas.microsoft.com/office/drawing/2014/main" id="{1C98E7EA-FC86-DA48-4315-4DA97299B70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14" name="Group 413">
                <a:extLst>
                  <a:ext uri="{FF2B5EF4-FFF2-40B4-BE49-F238E27FC236}">
                    <a16:creationId xmlns:a16="http://schemas.microsoft.com/office/drawing/2014/main" id="{CDE298A8-F2E3-568F-2953-7F591B10C307}"/>
                  </a:ext>
                </a:extLst>
              </p:cNvPr>
              <p:cNvGrpSpPr/>
              <p:nvPr/>
            </p:nvGrpSpPr>
            <p:grpSpPr>
              <a:xfrm>
                <a:off x="3941378" y="2603243"/>
                <a:ext cx="3202061" cy="1066110"/>
                <a:chOff x="7939341" y="3037317"/>
                <a:chExt cx="897649" cy="353919"/>
              </a:xfrm>
            </p:grpSpPr>
            <p:sp>
              <p:nvSpPr>
                <p:cNvPr id="415" name="Freeform 532">
                  <a:extLst>
                    <a:ext uri="{FF2B5EF4-FFF2-40B4-BE49-F238E27FC236}">
                      <a16:creationId xmlns:a16="http://schemas.microsoft.com/office/drawing/2014/main" id="{CEE72ABC-FD6D-B75F-74DB-D9BC2ACD996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6" name="Freeform 533">
                  <a:extLst>
                    <a:ext uri="{FF2B5EF4-FFF2-40B4-BE49-F238E27FC236}">
                      <a16:creationId xmlns:a16="http://schemas.microsoft.com/office/drawing/2014/main" id="{312AFDC4-7656-569B-1ADB-7F4743781D5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7" name="Freeform 534">
                  <a:extLst>
                    <a:ext uri="{FF2B5EF4-FFF2-40B4-BE49-F238E27FC236}">
                      <a16:creationId xmlns:a16="http://schemas.microsoft.com/office/drawing/2014/main" id="{46FE3E55-1F50-94C7-F86A-AB9F5912579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8" name="Freeform 535">
                  <a:extLst>
                    <a:ext uri="{FF2B5EF4-FFF2-40B4-BE49-F238E27FC236}">
                      <a16:creationId xmlns:a16="http://schemas.microsoft.com/office/drawing/2014/main" id="{90831859-1F48-9B66-1BB2-A30C8DBAB46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300" name="Group 299">
              <a:extLst>
                <a:ext uri="{FF2B5EF4-FFF2-40B4-BE49-F238E27FC236}">
                  <a16:creationId xmlns:a16="http://schemas.microsoft.com/office/drawing/2014/main" id="{868C94C8-00AF-1D8E-1E23-9827E2E9C9E9}"/>
                </a:ext>
              </a:extLst>
            </p:cNvPr>
            <p:cNvGrpSpPr/>
            <p:nvPr/>
          </p:nvGrpSpPr>
          <p:grpSpPr>
            <a:xfrm>
              <a:off x="8444983" y="2807207"/>
              <a:ext cx="353678" cy="168275"/>
              <a:chOff x="7493876" y="2774731"/>
              <a:chExt cx="1481958" cy="894622"/>
            </a:xfrm>
          </p:grpSpPr>
          <p:sp>
            <p:nvSpPr>
              <p:cNvPr id="405" name="Freeform 407">
                <a:extLst>
                  <a:ext uri="{FF2B5EF4-FFF2-40B4-BE49-F238E27FC236}">
                    <a16:creationId xmlns:a16="http://schemas.microsoft.com/office/drawing/2014/main" id="{018ABE67-5BC4-B553-9DCE-8DAD4384BE5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06" name="Oval 405">
                <a:extLst>
                  <a:ext uri="{FF2B5EF4-FFF2-40B4-BE49-F238E27FC236}">
                    <a16:creationId xmlns:a16="http://schemas.microsoft.com/office/drawing/2014/main" id="{F5BF867D-1DEB-91EF-DC95-ECDD8E8B9C2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07" name="Group 406">
                <a:extLst>
                  <a:ext uri="{FF2B5EF4-FFF2-40B4-BE49-F238E27FC236}">
                    <a16:creationId xmlns:a16="http://schemas.microsoft.com/office/drawing/2014/main" id="{3EEA1A07-2706-972A-D6DC-4A4EA7774C30}"/>
                  </a:ext>
                </a:extLst>
              </p:cNvPr>
              <p:cNvGrpSpPr/>
              <p:nvPr/>
            </p:nvGrpSpPr>
            <p:grpSpPr>
              <a:xfrm>
                <a:off x="7713663" y="2848339"/>
                <a:ext cx="1042107" cy="425543"/>
                <a:chOff x="7786941" y="2884917"/>
                <a:chExt cx="897649" cy="353919"/>
              </a:xfrm>
            </p:grpSpPr>
            <p:sp>
              <p:nvSpPr>
                <p:cNvPr id="408" name="Freeform 410">
                  <a:extLst>
                    <a:ext uri="{FF2B5EF4-FFF2-40B4-BE49-F238E27FC236}">
                      <a16:creationId xmlns:a16="http://schemas.microsoft.com/office/drawing/2014/main" id="{E5F3DC23-D07B-9416-0784-C6A242C88D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9" name="Freeform 411">
                  <a:extLst>
                    <a:ext uri="{FF2B5EF4-FFF2-40B4-BE49-F238E27FC236}">
                      <a16:creationId xmlns:a16="http://schemas.microsoft.com/office/drawing/2014/main" id="{13EE07AB-0693-B4D3-4F69-6FE0925FEC0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0" name="Freeform 412">
                  <a:extLst>
                    <a:ext uri="{FF2B5EF4-FFF2-40B4-BE49-F238E27FC236}">
                      <a16:creationId xmlns:a16="http://schemas.microsoft.com/office/drawing/2014/main" id="{040A62E6-200A-53EB-413B-129A7F79636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1" name="Freeform 413">
                  <a:extLst>
                    <a:ext uri="{FF2B5EF4-FFF2-40B4-BE49-F238E27FC236}">
                      <a16:creationId xmlns:a16="http://schemas.microsoft.com/office/drawing/2014/main" id="{0A2F55F0-74D2-A539-796F-A91E55B049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301" name="Group 300">
              <a:extLst>
                <a:ext uri="{FF2B5EF4-FFF2-40B4-BE49-F238E27FC236}">
                  <a16:creationId xmlns:a16="http://schemas.microsoft.com/office/drawing/2014/main" id="{4635FEE1-A624-3637-52BB-872EEA4678BE}"/>
                </a:ext>
              </a:extLst>
            </p:cNvPr>
            <p:cNvGrpSpPr/>
            <p:nvPr/>
          </p:nvGrpSpPr>
          <p:grpSpPr>
            <a:xfrm>
              <a:off x="8055226" y="3960892"/>
              <a:ext cx="354986" cy="175668"/>
              <a:chOff x="7493876" y="2774731"/>
              <a:chExt cx="1481958" cy="894622"/>
            </a:xfrm>
          </p:grpSpPr>
          <p:sp>
            <p:nvSpPr>
              <p:cNvPr id="398" name="Freeform 415">
                <a:extLst>
                  <a:ext uri="{FF2B5EF4-FFF2-40B4-BE49-F238E27FC236}">
                    <a16:creationId xmlns:a16="http://schemas.microsoft.com/office/drawing/2014/main" id="{7332E1AB-7AAA-8B99-2B0C-F4BC7B065F5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399" name="Oval 398">
                <a:extLst>
                  <a:ext uri="{FF2B5EF4-FFF2-40B4-BE49-F238E27FC236}">
                    <a16:creationId xmlns:a16="http://schemas.microsoft.com/office/drawing/2014/main" id="{D8304947-A757-154A-C7A0-461040F9C6F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00" name="Group 399">
                <a:extLst>
                  <a:ext uri="{FF2B5EF4-FFF2-40B4-BE49-F238E27FC236}">
                    <a16:creationId xmlns:a16="http://schemas.microsoft.com/office/drawing/2014/main" id="{5EE262ED-92B3-57B3-6C85-0DCBCAE5D333}"/>
                  </a:ext>
                </a:extLst>
              </p:cNvPr>
              <p:cNvGrpSpPr/>
              <p:nvPr/>
            </p:nvGrpSpPr>
            <p:grpSpPr>
              <a:xfrm>
                <a:off x="7713663" y="2848339"/>
                <a:ext cx="1042107" cy="425543"/>
                <a:chOff x="7786941" y="2884917"/>
                <a:chExt cx="897649" cy="353919"/>
              </a:xfrm>
            </p:grpSpPr>
            <p:sp>
              <p:nvSpPr>
                <p:cNvPr id="401" name="Freeform 418">
                  <a:extLst>
                    <a:ext uri="{FF2B5EF4-FFF2-40B4-BE49-F238E27FC236}">
                      <a16:creationId xmlns:a16="http://schemas.microsoft.com/office/drawing/2014/main" id="{BA95FF18-8E24-161A-D77B-3E6A45AF56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2" name="Freeform 419">
                  <a:extLst>
                    <a:ext uri="{FF2B5EF4-FFF2-40B4-BE49-F238E27FC236}">
                      <a16:creationId xmlns:a16="http://schemas.microsoft.com/office/drawing/2014/main" id="{350AEA1E-F8FB-5CFE-ABC1-8A1875765CF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3" name="Freeform 420">
                  <a:extLst>
                    <a:ext uri="{FF2B5EF4-FFF2-40B4-BE49-F238E27FC236}">
                      <a16:creationId xmlns:a16="http://schemas.microsoft.com/office/drawing/2014/main" id="{9DB4228B-3FFD-0511-1E87-9FB87BBD14B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4" name="Freeform 421">
                  <a:extLst>
                    <a:ext uri="{FF2B5EF4-FFF2-40B4-BE49-F238E27FC236}">
                      <a16:creationId xmlns:a16="http://schemas.microsoft.com/office/drawing/2014/main" id="{6C3145DB-6330-6503-D5D3-D45F8DE8408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302" name="Group 301">
              <a:extLst>
                <a:ext uri="{FF2B5EF4-FFF2-40B4-BE49-F238E27FC236}">
                  <a16:creationId xmlns:a16="http://schemas.microsoft.com/office/drawing/2014/main" id="{58F7B8A6-10C2-859D-C6DA-49CF6A946C77}"/>
                </a:ext>
              </a:extLst>
            </p:cNvPr>
            <p:cNvGrpSpPr/>
            <p:nvPr/>
          </p:nvGrpSpPr>
          <p:grpSpPr>
            <a:xfrm>
              <a:off x="10889241" y="3596263"/>
              <a:ext cx="170989" cy="97052"/>
              <a:chOff x="7493876" y="2774731"/>
              <a:chExt cx="1481958" cy="894622"/>
            </a:xfrm>
          </p:grpSpPr>
          <p:sp>
            <p:nvSpPr>
              <p:cNvPr id="391" name="Freeform 455">
                <a:extLst>
                  <a:ext uri="{FF2B5EF4-FFF2-40B4-BE49-F238E27FC236}">
                    <a16:creationId xmlns:a16="http://schemas.microsoft.com/office/drawing/2014/main" id="{A202F01D-36E4-63A6-47BD-0F11E69CD91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392" name="Oval 391">
                <a:extLst>
                  <a:ext uri="{FF2B5EF4-FFF2-40B4-BE49-F238E27FC236}">
                    <a16:creationId xmlns:a16="http://schemas.microsoft.com/office/drawing/2014/main" id="{6E2D578A-7B30-BA82-1E16-D0835FAD420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393" name="Group 392">
                <a:extLst>
                  <a:ext uri="{FF2B5EF4-FFF2-40B4-BE49-F238E27FC236}">
                    <a16:creationId xmlns:a16="http://schemas.microsoft.com/office/drawing/2014/main" id="{AEC329ED-65A8-41AE-AB48-FB5035D46A83}"/>
                  </a:ext>
                </a:extLst>
              </p:cNvPr>
              <p:cNvGrpSpPr/>
              <p:nvPr/>
            </p:nvGrpSpPr>
            <p:grpSpPr>
              <a:xfrm>
                <a:off x="7713663" y="2848339"/>
                <a:ext cx="1042107" cy="425543"/>
                <a:chOff x="7786941" y="2884917"/>
                <a:chExt cx="897649" cy="353919"/>
              </a:xfrm>
            </p:grpSpPr>
            <p:sp>
              <p:nvSpPr>
                <p:cNvPr id="394" name="Freeform 458">
                  <a:extLst>
                    <a:ext uri="{FF2B5EF4-FFF2-40B4-BE49-F238E27FC236}">
                      <a16:creationId xmlns:a16="http://schemas.microsoft.com/office/drawing/2014/main" id="{0830BCF9-912F-E81B-5019-85F0485256B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5" name="Freeform 459">
                  <a:extLst>
                    <a:ext uri="{FF2B5EF4-FFF2-40B4-BE49-F238E27FC236}">
                      <a16:creationId xmlns:a16="http://schemas.microsoft.com/office/drawing/2014/main" id="{ADDD0939-5267-7735-E8EA-8D28FB789E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6" name="Freeform 460">
                  <a:extLst>
                    <a:ext uri="{FF2B5EF4-FFF2-40B4-BE49-F238E27FC236}">
                      <a16:creationId xmlns:a16="http://schemas.microsoft.com/office/drawing/2014/main" id="{3AB5EAD5-810B-1131-93D7-72531468088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7" name="Freeform 461">
                  <a:extLst>
                    <a:ext uri="{FF2B5EF4-FFF2-40B4-BE49-F238E27FC236}">
                      <a16:creationId xmlns:a16="http://schemas.microsoft.com/office/drawing/2014/main" id="{771F50CB-65DE-C074-0C2E-CC63506F5A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303" name="Group 302">
              <a:extLst>
                <a:ext uri="{FF2B5EF4-FFF2-40B4-BE49-F238E27FC236}">
                  <a16:creationId xmlns:a16="http://schemas.microsoft.com/office/drawing/2014/main" id="{F518E064-FB50-BCA5-FF36-5B6FB4F0C618}"/>
                </a:ext>
              </a:extLst>
            </p:cNvPr>
            <p:cNvGrpSpPr/>
            <p:nvPr/>
          </p:nvGrpSpPr>
          <p:grpSpPr>
            <a:xfrm>
              <a:off x="10415765" y="3491036"/>
              <a:ext cx="353678" cy="198344"/>
              <a:chOff x="7493876" y="2774731"/>
              <a:chExt cx="1481958" cy="894622"/>
            </a:xfrm>
          </p:grpSpPr>
          <p:sp>
            <p:nvSpPr>
              <p:cNvPr id="384" name="Freeform 615">
                <a:extLst>
                  <a:ext uri="{FF2B5EF4-FFF2-40B4-BE49-F238E27FC236}">
                    <a16:creationId xmlns:a16="http://schemas.microsoft.com/office/drawing/2014/main" id="{B0AD0677-703F-E510-5E97-753BFF88303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385" name="Oval 384">
                <a:extLst>
                  <a:ext uri="{FF2B5EF4-FFF2-40B4-BE49-F238E27FC236}">
                    <a16:creationId xmlns:a16="http://schemas.microsoft.com/office/drawing/2014/main" id="{2CF5042B-ACA6-85C6-E791-36A631BD4DE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386" name="Group 385">
                <a:extLst>
                  <a:ext uri="{FF2B5EF4-FFF2-40B4-BE49-F238E27FC236}">
                    <a16:creationId xmlns:a16="http://schemas.microsoft.com/office/drawing/2014/main" id="{47E7E638-D9D5-1DA6-429D-541E24F88688}"/>
                  </a:ext>
                </a:extLst>
              </p:cNvPr>
              <p:cNvGrpSpPr/>
              <p:nvPr/>
            </p:nvGrpSpPr>
            <p:grpSpPr>
              <a:xfrm>
                <a:off x="7713663" y="2848339"/>
                <a:ext cx="1042107" cy="425543"/>
                <a:chOff x="7786941" y="2884917"/>
                <a:chExt cx="897649" cy="353919"/>
              </a:xfrm>
            </p:grpSpPr>
            <p:sp>
              <p:nvSpPr>
                <p:cNvPr id="387" name="Freeform 618">
                  <a:extLst>
                    <a:ext uri="{FF2B5EF4-FFF2-40B4-BE49-F238E27FC236}">
                      <a16:creationId xmlns:a16="http://schemas.microsoft.com/office/drawing/2014/main" id="{A14EB16F-9DB2-8B0C-4778-F405BD4B7CE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8" name="Freeform 619">
                  <a:extLst>
                    <a:ext uri="{FF2B5EF4-FFF2-40B4-BE49-F238E27FC236}">
                      <a16:creationId xmlns:a16="http://schemas.microsoft.com/office/drawing/2014/main" id="{C4FDF1AB-3CE2-D08B-C182-0B5E32E671F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9" name="Freeform 620">
                  <a:extLst>
                    <a:ext uri="{FF2B5EF4-FFF2-40B4-BE49-F238E27FC236}">
                      <a16:creationId xmlns:a16="http://schemas.microsoft.com/office/drawing/2014/main" id="{5D3EBB98-41A0-81E3-CB57-60183C955C5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0" name="Freeform 621">
                  <a:extLst>
                    <a:ext uri="{FF2B5EF4-FFF2-40B4-BE49-F238E27FC236}">
                      <a16:creationId xmlns:a16="http://schemas.microsoft.com/office/drawing/2014/main" id="{0A0AF46E-4A1C-E337-60CF-C74F84A81B1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304" name="Group 303">
              <a:extLst>
                <a:ext uri="{FF2B5EF4-FFF2-40B4-BE49-F238E27FC236}">
                  <a16:creationId xmlns:a16="http://schemas.microsoft.com/office/drawing/2014/main" id="{BDF63BE9-8FC9-F2F5-799C-A3E43151790A}"/>
                </a:ext>
              </a:extLst>
            </p:cNvPr>
            <p:cNvGrpSpPr/>
            <p:nvPr/>
          </p:nvGrpSpPr>
          <p:grpSpPr>
            <a:xfrm>
              <a:off x="9953880" y="2197190"/>
              <a:ext cx="353678" cy="198344"/>
              <a:chOff x="7493876" y="2774731"/>
              <a:chExt cx="1481958" cy="894622"/>
            </a:xfrm>
          </p:grpSpPr>
          <p:sp>
            <p:nvSpPr>
              <p:cNvPr id="377" name="Freeform 577">
                <a:extLst>
                  <a:ext uri="{FF2B5EF4-FFF2-40B4-BE49-F238E27FC236}">
                    <a16:creationId xmlns:a16="http://schemas.microsoft.com/office/drawing/2014/main" id="{5CC1C7B8-0CC2-6323-CEBE-3DF3ACBB343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378" name="Oval 377">
                <a:extLst>
                  <a:ext uri="{FF2B5EF4-FFF2-40B4-BE49-F238E27FC236}">
                    <a16:creationId xmlns:a16="http://schemas.microsoft.com/office/drawing/2014/main" id="{A593A04C-0253-CFC2-5680-39B43A6E321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379" name="Group 378">
                <a:extLst>
                  <a:ext uri="{FF2B5EF4-FFF2-40B4-BE49-F238E27FC236}">
                    <a16:creationId xmlns:a16="http://schemas.microsoft.com/office/drawing/2014/main" id="{BAD6271B-3AB7-81B4-2E54-7012B05130E7}"/>
                  </a:ext>
                </a:extLst>
              </p:cNvPr>
              <p:cNvGrpSpPr/>
              <p:nvPr/>
            </p:nvGrpSpPr>
            <p:grpSpPr>
              <a:xfrm>
                <a:off x="7713663" y="2848339"/>
                <a:ext cx="1042107" cy="425543"/>
                <a:chOff x="7786941" y="2884917"/>
                <a:chExt cx="897649" cy="353919"/>
              </a:xfrm>
            </p:grpSpPr>
            <p:sp>
              <p:nvSpPr>
                <p:cNvPr id="380" name="Freeform 580">
                  <a:extLst>
                    <a:ext uri="{FF2B5EF4-FFF2-40B4-BE49-F238E27FC236}">
                      <a16:creationId xmlns:a16="http://schemas.microsoft.com/office/drawing/2014/main" id="{472133D9-97A8-4B55-3D5A-5AC9BAC25C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1" name="Freeform 581">
                  <a:extLst>
                    <a:ext uri="{FF2B5EF4-FFF2-40B4-BE49-F238E27FC236}">
                      <a16:creationId xmlns:a16="http://schemas.microsoft.com/office/drawing/2014/main" id="{45CE2BB2-97B5-725B-4A4F-4A3AB9FC0B8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2" name="Freeform 582">
                  <a:extLst>
                    <a:ext uri="{FF2B5EF4-FFF2-40B4-BE49-F238E27FC236}">
                      <a16:creationId xmlns:a16="http://schemas.microsoft.com/office/drawing/2014/main" id="{1010D799-18C0-D302-68CA-9D5B40FCBAD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3" name="Freeform 583">
                  <a:extLst>
                    <a:ext uri="{FF2B5EF4-FFF2-40B4-BE49-F238E27FC236}">
                      <a16:creationId xmlns:a16="http://schemas.microsoft.com/office/drawing/2014/main" id="{53250CA1-784C-49A6-916F-E44D57AB406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305" name="Group 304">
              <a:extLst>
                <a:ext uri="{FF2B5EF4-FFF2-40B4-BE49-F238E27FC236}">
                  <a16:creationId xmlns:a16="http://schemas.microsoft.com/office/drawing/2014/main" id="{3336F92A-6EB8-EEAA-D39B-081716EB1904}"/>
                </a:ext>
              </a:extLst>
            </p:cNvPr>
            <p:cNvGrpSpPr/>
            <p:nvPr/>
          </p:nvGrpSpPr>
          <p:grpSpPr>
            <a:xfrm>
              <a:off x="10532370" y="2608265"/>
              <a:ext cx="353678" cy="198344"/>
              <a:chOff x="7493876" y="2774731"/>
              <a:chExt cx="1481958" cy="894622"/>
            </a:xfrm>
          </p:grpSpPr>
          <p:sp>
            <p:nvSpPr>
              <p:cNvPr id="370" name="Freeform 593">
                <a:extLst>
                  <a:ext uri="{FF2B5EF4-FFF2-40B4-BE49-F238E27FC236}">
                    <a16:creationId xmlns:a16="http://schemas.microsoft.com/office/drawing/2014/main" id="{C040FEB2-73D8-31D8-2E43-E2991FD2FE3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371" name="Oval 370">
                <a:extLst>
                  <a:ext uri="{FF2B5EF4-FFF2-40B4-BE49-F238E27FC236}">
                    <a16:creationId xmlns:a16="http://schemas.microsoft.com/office/drawing/2014/main" id="{FE349397-5810-8068-2BF5-34AADDC2A63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372" name="Group 371">
                <a:extLst>
                  <a:ext uri="{FF2B5EF4-FFF2-40B4-BE49-F238E27FC236}">
                    <a16:creationId xmlns:a16="http://schemas.microsoft.com/office/drawing/2014/main" id="{0CEE65E4-29D0-95CE-7E51-9C9DC1DAD1C3}"/>
                  </a:ext>
                </a:extLst>
              </p:cNvPr>
              <p:cNvGrpSpPr/>
              <p:nvPr/>
            </p:nvGrpSpPr>
            <p:grpSpPr>
              <a:xfrm>
                <a:off x="7713663" y="2848339"/>
                <a:ext cx="1042107" cy="425543"/>
                <a:chOff x="7786941" y="2884917"/>
                <a:chExt cx="897649" cy="353919"/>
              </a:xfrm>
            </p:grpSpPr>
            <p:sp>
              <p:nvSpPr>
                <p:cNvPr id="373" name="Freeform 596">
                  <a:extLst>
                    <a:ext uri="{FF2B5EF4-FFF2-40B4-BE49-F238E27FC236}">
                      <a16:creationId xmlns:a16="http://schemas.microsoft.com/office/drawing/2014/main" id="{5E6DBF2B-BFA4-1DBE-1BCD-798B21E1478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4" name="Freeform 597">
                  <a:extLst>
                    <a:ext uri="{FF2B5EF4-FFF2-40B4-BE49-F238E27FC236}">
                      <a16:creationId xmlns:a16="http://schemas.microsoft.com/office/drawing/2014/main" id="{7979F044-E00B-CCCD-6F61-EFA809CE72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5" name="Freeform 598">
                  <a:extLst>
                    <a:ext uri="{FF2B5EF4-FFF2-40B4-BE49-F238E27FC236}">
                      <a16:creationId xmlns:a16="http://schemas.microsoft.com/office/drawing/2014/main" id="{EE11C123-0331-F89F-8B97-6BA4FE8AEDF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6" name="Freeform 599">
                  <a:extLst>
                    <a:ext uri="{FF2B5EF4-FFF2-40B4-BE49-F238E27FC236}">
                      <a16:creationId xmlns:a16="http://schemas.microsoft.com/office/drawing/2014/main" id="{585F78D8-66C1-1F0A-B67D-C7D3E0EC38E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306" name="Group 305">
              <a:extLst>
                <a:ext uri="{FF2B5EF4-FFF2-40B4-BE49-F238E27FC236}">
                  <a16:creationId xmlns:a16="http://schemas.microsoft.com/office/drawing/2014/main" id="{139EEC29-8ED8-3C1E-5B46-695E844CD006}"/>
                </a:ext>
              </a:extLst>
            </p:cNvPr>
            <p:cNvGrpSpPr/>
            <p:nvPr/>
          </p:nvGrpSpPr>
          <p:grpSpPr>
            <a:xfrm>
              <a:off x="10648981" y="2102861"/>
              <a:ext cx="353678" cy="198344"/>
              <a:chOff x="7493876" y="2774731"/>
              <a:chExt cx="1481958" cy="894622"/>
            </a:xfrm>
          </p:grpSpPr>
          <p:sp>
            <p:nvSpPr>
              <p:cNvPr id="363" name="Freeform 601">
                <a:extLst>
                  <a:ext uri="{FF2B5EF4-FFF2-40B4-BE49-F238E27FC236}">
                    <a16:creationId xmlns:a16="http://schemas.microsoft.com/office/drawing/2014/main" id="{64FEF717-7560-CAB5-1C43-D978E90A0E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364" name="Oval 363">
                <a:extLst>
                  <a:ext uri="{FF2B5EF4-FFF2-40B4-BE49-F238E27FC236}">
                    <a16:creationId xmlns:a16="http://schemas.microsoft.com/office/drawing/2014/main" id="{67FFFC55-E84A-03D5-6CFE-3483885AC4F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365" name="Group 364">
                <a:extLst>
                  <a:ext uri="{FF2B5EF4-FFF2-40B4-BE49-F238E27FC236}">
                    <a16:creationId xmlns:a16="http://schemas.microsoft.com/office/drawing/2014/main" id="{BBC225B5-A7F9-5D89-3586-C120A04C41D6}"/>
                  </a:ext>
                </a:extLst>
              </p:cNvPr>
              <p:cNvGrpSpPr/>
              <p:nvPr/>
            </p:nvGrpSpPr>
            <p:grpSpPr>
              <a:xfrm>
                <a:off x="7713663" y="2848339"/>
                <a:ext cx="1042107" cy="425543"/>
                <a:chOff x="7786941" y="2884917"/>
                <a:chExt cx="897649" cy="353919"/>
              </a:xfrm>
            </p:grpSpPr>
            <p:sp>
              <p:nvSpPr>
                <p:cNvPr id="366" name="Freeform 604">
                  <a:extLst>
                    <a:ext uri="{FF2B5EF4-FFF2-40B4-BE49-F238E27FC236}">
                      <a16:creationId xmlns:a16="http://schemas.microsoft.com/office/drawing/2014/main" id="{16C7F25E-24F9-5342-4845-CAD1A1FF45E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7" name="Freeform 605">
                  <a:extLst>
                    <a:ext uri="{FF2B5EF4-FFF2-40B4-BE49-F238E27FC236}">
                      <a16:creationId xmlns:a16="http://schemas.microsoft.com/office/drawing/2014/main" id="{DBFA9DB2-8EE5-E7A8-217A-C752BF27E5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8" name="Freeform 606">
                  <a:extLst>
                    <a:ext uri="{FF2B5EF4-FFF2-40B4-BE49-F238E27FC236}">
                      <a16:creationId xmlns:a16="http://schemas.microsoft.com/office/drawing/2014/main" id="{484AAC35-BF6D-98DE-528E-AA1D620CC4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9" name="Freeform 607">
                  <a:extLst>
                    <a:ext uri="{FF2B5EF4-FFF2-40B4-BE49-F238E27FC236}">
                      <a16:creationId xmlns:a16="http://schemas.microsoft.com/office/drawing/2014/main" id="{430CFDFF-8361-FB45-75C8-077BE31515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307" name="Group 306">
              <a:extLst>
                <a:ext uri="{FF2B5EF4-FFF2-40B4-BE49-F238E27FC236}">
                  <a16:creationId xmlns:a16="http://schemas.microsoft.com/office/drawing/2014/main" id="{A456CD9D-93BE-785F-812E-9568BBF990E7}"/>
                </a:ext>
              </a:extLst>
            </p:cNvPr>
            <p:cNvGrpSpPr/>
            <p:nvPr/>
          </p:nvGrpSpPr>
          <p:grpSpPr>
            <a:xfrm>
              <a:off x="9103944" y="3951522"/>
              <a:ext cx="367224" cy="240304"/>
              <a:chOff x="7493876" y="2774731"/>
              <a:chExt cx="1481958" cy="894622"/>
            </a:xfrm>
          </p:grpSpPr>
          <p:sp>
            <p:nvSpPr>
              <p:cNvPr id="356" name="Freeform 554">
                <a:extLst>
                  <a:ext uri="{FF2B5EF4-FFF2-40B4-BE49-F238E27FC236}">
                    <a16:creationId xmlns:a16="http://schemas.microsoft.com/office/drawing/2014/main" id="{C506F75A-078E-F905-1EE7-863282963B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357" name="Oval 356">
                <a:extLst>
                  <a:ext uri="{FF2B5EF4-FFF2-40B4-BE49-F238E27FC236}">
                    <a16:creationId xmlns:a16="http://schemas.microsoft.com/office/drawing/2014/main" id="{248FFD96-0192-EF18-BB6B-85A2E4BECB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358" name="Group 357">
                <a:extLst>
                  <a:ext uri="{FF2B5EF4-FFF2-40B4-BE49-F238E27FC236}">
                    <a16:creationId xmlns:a16="http://schemas.microsoft.com/office/drawing/2014/main" id="{2EBAB253-82BA-DE1B-EA11-961BF2DF516D}"/>
                  </a:ext>
                </a:extLst>
              </p:cNvPr>
              <p:cNvGrpSpPr/>
              <p:nvPr/>
            </p:nvGrpSpPr>
            <p:grpSpPr>
              <a:xfrm>
                <a:off x="7713663" y="2848339"/>
                <a:ext cx="1042107" cy="425543"/>
                <a:chOff x="7786941" y="2884917"/>
                <a:chExt cx="897649" cy="353919"/>
              </a:xfrm>
            </p:grpSpPr>
            <p:sp>
              <p:nvSpPr>
                <p:cNvPr id="359" name="Freeform 557">
                  <a:extLst>
                    <a:ext uri="{FF2B5EF4-FFF2-40B4-BE49-F238E27FC236}">
                      <a16:creationId xmlns:a16="http://schemas.microsoft.com/office/drawing/2014/main" id="{F81E1757-EAFA-9BB0-951C-BD08AB20EB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0" name="Freeform 558">
                  <a:extLst>
                    <a:ext uri="{FF2B5EF4-FFF2-40B4-BE49-F238E27FC236}">
                      <a16:creationId xmlns:a16="http://schemas.microsoft.com/office/drawing/2014/main" id="{945B040D-6CE2-99FE-9C14-40EBC5D32AC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1" name="Freeform 559">
                  <a:extLst>
                    <a:ext uri="{FF2B5EF4-FFF2-40B4-BE49-F238E27FC236}">
                      <a16:creationId xmlns:a16="http://schemas.microsoft.com/office/drawing/2014/main" id="{A6B5EF5F-8819-FA94-9A7A-4E95CB1E4FE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2" name="Freeform 560">
                  <a:extLst>
                    <a:ext uri="{FF2B5EF4-FFF2-40B4-BE49-F238E27FC236}">
                      <a16:creationId xmlns:a16="http://schemas.microsoft.com/office/drawing/2014/main" id="{FD3FEB72-C3A7-7186-E063-64182F6E3DE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308" name="Group 307">
              <a:extLst>
                <a:ext uri="{FF2B5EF4-FFF2-40B4-BE49-F238E27FC236}">
                  <a16:creationId xmlns:a16="http://schemas.microsoft.com/office/drawing/2014/main" id="{AFEAFE27-EDFB-3D91-6061-F0002991B769}"/>
                </a:ext>
              </a:extLst>
            </p:cNvPr>
            <p:cNvGrpSpPr/>
            <p:nvPr/>
          </p:nvGrpSpPr>
          <p:grpSpPr>
            <a:xfrm>
              <a:off x="9985282" y="2656463"/>
              <a:ext cx="353678" cy="198344"/>
              <a:chOff x="7493876" y="2774731"/>
              <a:chExt cx="1481958" cy="894622"/>
            </a:xfrm>
          </p:grpSpPr>
          <p:sp>
            <p:nvSpPr>
              <p:cNvPr id="349" name="Freeform 585">
                <a:extLst>
                  <a:ext uri="{FF2B5EF4-FFF2-40B4-BE49-F238E27FC236}">
                    <a16:creationId xmlns:a16="http://schemas.microsoft.com/office/drawing/2014/main" id="{703812BD-BB3A-C79B-1AA2-0DDCE3C4F8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350" name="Oval 349">
                <a:extLst>
                  <a:ext uri="{FF2B5EF4-FFF2-40B4-BE49-F238E27FC236}">
                    <a16:creationId xmlns:a16="http://schemas.microsoft.com/office/drawing/2014/main" id="{71EFCAE3-4432-1F8B-724C-71E3970C6B8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351" name="Group 350">
                <a:extLst>
                  <a:ext uri="{FF2B5EF4-FFF2-40B4-BE49-F238E27FC236}">
                    <a16:creationId xmlns:a16="http://schemas.microsoft.com/office/drawing/2014/main" id="{FAF61879-FB76-1B4B-0312-8E94F46B75AD}"/>
                  </a:ext>
                </a:extLst>
              </p:cNvPr>
              <p:cNvGrpSpPr/>
              <p:nvPr/>
            </p:nvGrpSpPr>
            <p:grpSpPr>
              <a:xfrm>
                <a:off x="7713663" y="2848339"/>
                <a:ext cx="1042107" cy="425543"/>
                <a:chOff x="7786941" y="2884917"/>
                <a:chExt cx="897649" cy="353919"/>
              </a:xfrm>
            </p:grpSpPr>
            <p:sp>
              <p:nvSpPr>
                <p:cNvPr id="352" name="Freeform 588">
                  <a:extLst>
                    <a:ext uri="{FF2B5EF4-FFF2-40B4-BE49-F238E27FC236}">
                      <a16:creationId xmlns:a16="http://schemas.microsoft.com/office/drawing/2014/main" id="{D4ADEF20-D39B-C740-142A-2671B952D0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3" name="Freeform 589">
                  <a:extLst>
                    <a:ext uri="{FF2B5EF4-FFF2-40B4-BE49-F238E27FC236}">
                      <a16:creationId xmlns:a16="http://schemas.microsoft.com/office/drawing/2014/main" id="{8A0B2862-2DF1-8302-A728-A123C2D29E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4" name="Freeform 590">
                  <a:extLst>
                    <a:ext uri="{FF2B5EF4-FFF2-40B4-BE49-F238E27FC236}">
                      <a16:creationId xmlns:a16="http://schemas.microsoft.com/office/drawing/2014/main" id="{966C5E56-DB81-5DAC-92D3-B2F362BC387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5" name="Freeform 591">
                  <a:extLst>
                    <a:ext uri="{FF2B5EF4-FFF2-40B4-BE49-F238E27FC236}">
                      <a16:creationId xmlns:a16="http://schemas.microsoft.com/office/drawing/2014/main" id="{2F29395B-F8B3-1A14-09FD-5BD796F0BD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309" name="Group 308">
              <a:extLst>
                <a:ext uri="{FF2B5EF4-FFF2-40B4-BE49-F238E27FC236}">
                  <a16:creationId xmlns:a16="http://schemas.microsoft.com/office/drawing/2014/main" id="{298548FE-7114-F78E-E56A-71B11700FD68}"/>
                </a:ext>
              </a:extLst>
            </p:cNvPr>
            <p:cNvGrpSpPr/>
            <p:nvPr/>
          </p:nvGrpSpPr>
          <p:grpSpPr>
            <a:xfrm>
              <a:off x="9502294" y="3388930"/>
              <a:ext cx="367224" cy="240304"/>
              <a:chOff x="7493876" y="2774731"/>
              <a:chExt cx="1481958" cy="894622"/>
            </a:xfrm>
          </p:grpSpPr>
          <p:sp>
            <p:nvSpPr>
              <p:cNvPr id="342" name="Freeform 538">
                <a:extLst>
                  <a:ext uri="{FF2B5EF4-FFF2-40B4-BE49-F238E27FC236}">
                    <a16:creationId xmlns:a16="http://schemas.microsoft.com/office/drawing/2014/main" id="{5FB420E4-63B3-B1F4-AB6F-02E6BC2DFBE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343" name="Oval 342">
                <a:extLst>
                  <a:ext uri="{FF2B5EF4-FFF2-40B4-BE49-F238E27FC236}">
                    <a16:creationId xmlns:a16="http://schemas.microsoft.com/office/drawing/2014/main" id="{E43EC059-F9DE-401B-C8FF-6BD3A62559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344" name="Group 343">
                <a:extLst>
                  <a:ext uri="{FF2B5EF4-FFF2-40B4-BE49-F238E27FC236}">
                    <a16:creationId xmlns:a16="http://schemas.microsoft.com/office/drawing/2014/main" id="{1D3FEE12-C849-5024-E853-B495FDCA0E1D}"/>
                  </a:ext>
                </a:extLst>
              </p:cNvPr>
              <p:cNvGrpSpPr/>
              <p:nvPr/>
            </p:nvGrpSpPr>
            <p:grpSpPr>
              <a:xfrm>
                <a:off x="7713663" y="2848339"/>
                <a:ext cx="1042107" cy="425543"/>
                <a:chOff x="7786941" y="2884917"/>
                <a:chExt cx="897649" cy="353919"/>
              </a:xfrm>
            </p:grpSpPr>
            <p:sp>
              <p:nvSpPr>
                <p:cNvPr id="345" name="Freeform 541">
                  <a:extLst>
                    <a:ext uri="{FF2B5EF4-FFF2-40B4-BE49-F238E27FC236}">
                      <a16:creationId xmlns:a16="http://schemas.microsoft.com/office/drawing/2014/main" id="{2A3D3051-CD03-835F-9E8F-DC3C83E300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6" name="Freeform 542">
                  <a:extLst>
                    <a:ext uri="{FF2B5EF4-FFF2-40B4-BE49-F238E27FC236}">
                      <a16:creationId xmlns:a16="http://schemas.microsoft.com/office/drawing/2014/main" id="{E2104C40-1CD6-23D3-2DC4-0A593092A14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7" name="Freeform 543">
                  <a:extLst>
                    <a:ext uri="{FF2B5EF4-FFF2-40B4-BE49-F238E27FC236}">
                      <a16:creationId xmlns:a16="http://schemas.microsoft.com/office/drawing/2014/main" id="{5952CBD4-E3CB-456F-D8F9-EB7A1245E76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8" name="Freeform 544">
                  <a:extLst>
                    <a:ext uri="{FF2B5EF4-FFF2-40B4-BE49-F238E27FC236}">
                      <a16:creationId xmlns:a16="http://schemas.microsoft.com/office/drawing/2014/main" id="{6F6B02A8-66CA-69D4-4AFA-9A85857EE54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310" name="Group 309">
              <a:extLst>
                <a:ext uri="{FF2B5EF4-FFF2-40B4-BE49-F238E27FC236}">
                  <a16:creationId xmlns:a16="http://schemas.microsoft.com/office/drawing/2014/main" id="{333688CA-A5BB-79B8-93E0-BF5402CE7581}"/>
                </a:ext>
              </a:extLst>
            </p:cNvPr>
            <p:cNvGrpSpPr/>
            <p:nvPr/>
          </p:nvGrpSpPr>
          <p:grpSpPr>
            <a:xfrm>
              <a:off x="9606710" y="3994661"/>
              <a:ext cx="367224" cy="240304"/>
              <a:chOff x="7493876" y="2774731"/>
              <a:chExt cx="1481958" cy="894622"/>
            </a:xfrm>
          </p:grpSpPr>
          <p:sp>
            <p:nvSpPr>
              <p:cNvPr id="335" name="Freeform 546">
                <a:extLst>
                  <a:ext uri="{FF2B5EF4-FFF2-40B4-BE49-F238E27FC236}">
                    <a16:creationId xmlns:a16="http://schemas.microsoft.com/office/drawing/2014/main" id="{E2B78159-9875-7355-D146-C6B8F46889D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336" name="Oval 335">
                <a:extLst>
                  <a:ext uri="{FF2B5EF4-FFF2-40B4-BE49-F238E27FC236}">
                    <a16:creationId xmlns:a16="http://schemas.microsoft.com/office/drawing/2014/main" id="{299CA77F-04CA-C63A-C2B9-8C855320C04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337" name="Group 336">
                <a:extLst>
                  <a:ext uri="{FF2B5EF4-FFF2-40B4-BE49-F238E27FC236}">
                    <a16:creationId xmlns:a16="http://schemas.microsoft.com/office/drawing/2014/main" id="{4249C1C5-BE2C-2D15-D980-50AAB94076F1}"/>
                  </a:ext>
                </a:extLst>
              </p:cNvPr>
              <p:cNvGrpSpPr/>
              <p:nvPr/>
            </p:nvGrpSpPr>
            <p:grpSpPr>
              <a:xfrm>
                <a:off x="7713663" y="2848339"/>
                <a:ext cx="1042107" cy="425543"/>
                <a:chOff x="7786941" y="2884917"/>
                <a:chExt cx="897649" cy="353919"/>
              </a:xfrm>
            </p:grpSpPr>
            <p:sp>
              <p:nvSpPr>
                <p:cNvPr id="338" name="Freeform 549">
                  <a:extLst>
                    <a:ext uri="{FF2B5EF4-FFF2-40B4-BE49-F238E27FC236}">
                      <a16:creationId xmlns:a16="http://schemas.microsoft.com/office/drawing/2014/main" id="{07B53266-B86B-EAE0-A13F-E1D9146182C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9" name="Freeform 550">
                  <a:extLst>
                    <a:ext uri="{FF2B5EF4-FFF2-40B4-BE49-F238E27FC236}">
                      <a16:creationId xmlns:a16="http://schemas.microsoft.com/office/drawing/2014/main" id="{759B0596-A326-C20C-C64C-52057B8C650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0" name="Freeform 551">
                  <a:extLst>
                    <a:ext uri="{FF2B5EF4-FFF2-40B4-BE49-F238E27FC236}">
                      <a16:creationId xmlns:a16="http://schemas.microsoft.com/office/drawing/2014/main" id="{E9C343DA-486F-B6DD-B69B-5E54EA97DE9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1" name="Freeform 552">
                  <a:extLst>
                    <a:ext uri="{FF2B5EF4-FFF2-40B4-BE49-F238E27FC236}">
                      <a16:creationId xmlns:a16="http://schemas.microsoft.com/office/drawing/2014/main" id="{0557F4CE-2D26-9183-B1F9-6132D508500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311" name="Group 310">
              <a:extLst>
                <a:ext uri="{FF2B5EF4-FFF2-40B4-BE49-F238E27FC236}">
                  <a16:creationId xmlns:a16="http://schemas.microsoft.com/office/drawing/2014/main" id="{A2EE95A4-7013-A171-5A0F-FD85D44F0A1D}"/>
                </a:ext>
              </a:extLst>
            </p:cNvPr>
            <p:cNvGrpSpPr/>
            <p:nvPr/>
          </p:nvGrpSpPr>
          <p:grpSpPr>
            <a:xfrm>
              <a:off x="10380415" y="3987223"/>
              <a:ext cx="353678" cy="198344"/>
              <a:chOff x="7493876" y="2774731"/>
              <a:chExt cx="1481958" cy="894622"/>
            </a:xfrm>
          </p:grpSpPr>
          <p:sp>
            <p:nvSpPr>
              <p:cNvPr id="328" name="Freeform 623">
                <a:extLst>
                  <a:ext uri="{FF2B5EF4-FFF2-40B4-BE49-F238E27FC236}">
                    <a16:creationId xmlns:a16="http://schemas.microsoft.com/office/drawing/2014/main" id="{2A39B9CE-D8D0-1B01-48DD-9DBC97B6AF5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329" name="Oval 328">
                <a:extLst>
                  <a:ext uri="{FF2B5EF4-FFF2-40B4-BE49-F238E27FC236}">
                    <a16:creationId xmlns:a16="http://schemas.microsoft.com/office/drawing/2014/main" id="{453C9ABF-B1D7-3596-DED2-CC43463CB43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330" name="Group 329">
                <a:extLst>
                  <a:ext uri="{FF2B5EF4-FFF2-40B4-BE49-F238E27FC236}">
                    <a16:creationId xmlns:a16="http://schemas.microsoft.com/office/drawing/2014/main" id="{D6E682DC-27CE-D0D6-22C5-9E893DB8BE25}"/>
                  </a:ext>
                </a:extLst>
              </p:cNvPr>
              <p:cNvGrpSpPr/>
              <p:nvPr/>
            </p:nvGrpSpPr>
            <p:grpSpPr>
              <a:xfrm>
                <a:off x="7713663" y="2848339"/>
                <a:ext cx="1042107" cy="425543"/>
                <a:chOff x="7786941" y="2884917"/>
                <a:chExt cx="897649" cy="353919"/>
              </a:xfrm>
            </p:grpSpPr>
            <p:sp>
              <p:nvSpPr>
                <p:cNvPr id="331" name="Freeform 626">
                  <a:extLst>
                    <a:ext uri="{FF2B5EF4-FFF2-40B4-BE49-F238E27FC236}">
                      <a16:creationId xmlns:a16="http://schemas.microsoft.com/office/drawing/2014/main" id="{BC831E81-0353-25D2-A66A-EC7EA7F216C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2" name="Freeform 627">
                  <a:extLst>
                    <a:ext uri="{FF2B5EF4-FFF2-40B4-BE49-F238E27FC236}">
                      <a16:creationId xmlns:a16="http://schemas.microsoft.com/office/drawing/2014/main" id="{DA67550E-3BD6-EC1E-59C9-22000F20B7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3" name="Freeform 628">
                  <a:extLst>
                    <a:ext uri="{FF2B5EF4-FFF2-40B4-BE49-F238E27FC236}">
                      <a16:creationId xmlns:a16="http://schemas.microsoft.com/office/drawing/2014/main" id="{8BA1B56B-AEF6-38B3-B134-EFA51D24F93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4" name="Freeform 629">
                  <a:extLst>
                    <a:ext uri="{FF2B5EF4-FFF2-40B4-BE49-F238E27FC236}">
                      <a16:creationId xmlns:a16="http://schemas.microsoft.com/office/drawing/2014/main" id="{34D1DECC-3A9F-CDDF-0511-7745C915094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312" name="Group 311">
              <a:extLst>
                <a:ext uri="{FF2B5EF4-FFF2-40B4-BE49-F238E27FC236}">
                  <a16:creationId xmlns:a16="http://schemas.microsoft.com/office/drawing/2014/main" id="{E8AC2376-0024-1CCB-58DF-0649B8BDF431}"/>
                </a:ext>
              </a:extLst>
            </p:cNvPr>
            <p:cNvGrpSpPr/>
            <p:nvPr/>
          </p:nvGrpSpPr>
          <p:grpSpPr>
            <a:xfrm>
              <a:off x="9253049" y="4770584"/>
              <a:ext cx="393760" cy="218578"/>
              <a:chOff x="7493876" y="2774731"/>
              <a:chExt cx="1481958" cy="894622"/>
            </a:xfrm>
          </p:grpSpPr>
          <p:sp>
            <p:nvSpPr>
              <p:cNvPr id="321" name="Freeform 463">
                <a:extLst>
                  <a:ext uri="{FF2B5EF4-FFF2-40B4-BE49-F238E27FC236}">
                    <a16:creationId xmlns:a16="http://schemas.microsoft.com/office/drawing/2014/main" id="{F727BA34-4C2C-705B-C190-2F178B91BE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322" name="Oval 321">
                <a:extLst>
                  <a:ext uri="{FF2B5EF4-FFF2-40B4-BE49-F238E27FC236}">
                    <a16:creationId xmlns:a16="http://schemas.microsoft.com/office/drawing/2014/main" id="{737BDB79-B9F2-DD2F-06BB-551E233946B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323" name="Group 322">
                <a:extLst>
                  <a:ext uri="{FF2B5EF4-FFF2-40B4-BE49-F238E27FC236}">
                    <a16:creationId xmlns:a16="http://schemas.microsoft.com/office/drawing/2014/main" id="{E57CEC1B-196F-3264-D418-C639BDBE3785}"/>
                  </a:ext>
                </a:extLst>
              </p:cNvPr>
              <p:cNvGrpSpPr/>
              <p:nvPr/>
            </p:nvGrpSpPr>
            <p:grpSpPr>
              <a:xfrm>
                <a:off x="7713663" y="2848339"/>
                <a:ext cx="1042107" cy="425543"/>
                <a:chOff x="7786941" y="2884917"/>
                <a:chExt cx="897649" cy="353919"/>
              </a:xfrm>
            </p:grpSpPr>
            <p:sp>
              <p:nvSpPr>
                <p:cNvPr id="324" name="Freeform 466">
                  <a:extLst>
                    <a:ext uri="{FF2B5EF4-FFF2-40B4-BE49-F238E27FC236}">
                      <a16:creationId xmlns:a16="http://schemas.microsoft.com/office/drawing/2014/main" id="{293DA21A-EC74-88B7-5E0E-2D278829424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5" name="Freeform 467">
                  <a:extLst>
                    <a:ext uri="{FF2B5EF4-FFF2-40B4-BE49-F238E27FC236}">
                      <a16:creationId xmlns:a16="http://schemas.microsoft.com/office/drawing/2014/main" id="{8D832E43-4277-4CCD-C981-E78EC45980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6" name="Freeform 468">
                  <a:extLst>
                    <a:ext uri="{FF2B5EF4-FFF2-40B4-BE49-F238E27FC236}">
                      <a16:creationId xmlns:a16="http://schemas.microsoft.com/office/drawing/2014/main" id="{A7FF66BD-B823-4800-DFD4-0F405D6F304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7" name="Freeform 469">
                  <a:extLst>
                    <a:ext uri="{FF2B5EF4-FFF2-40B4-BE49-F238E27FC236}">
                      <a16:creationId xmlns:a16="http://schemas.microsoft.com/office/drawing/2014/main" id="{5C9553D5-E2FC-0B01-72AE-9D4970EEA78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313" name="Group 312">
              <a:extLst>
                <a:ext uri="{FF2B5EF4-FFF2-40B4-BE49-F238E27FC236}">
                  <a16:creationId xmlns:a16="http://schemas.microsoft.com/office/drawing/2014/main" id="{2C0A7A70-B68D-E49B-1B8B-24F44ADD0111}"/>
                </a:ext>
              </a:extLst>
            </p:cNvPr>
            <p:cNvGrpSpPr/>
            <p:nvPr/>
          </p:nvGrpSpPr>
          <p:grpSpPr>
            <a:xfrm>
              <a:off x="10931138" y="4364023"/>
              <a:ext cx="228295" cy="120400"/>
              <a:chOff x="7493876" y="2774731"/>
              <a:chExt cx="1481958" cy="894622"/>
            </a:xfrm>
          </p:grpSpPr>
          <p:sp>
            <p:nvSpPr>
              <p:cNvPr id="314" name="Freeform 447">
                <a:extLst>
                  <a:ext uri="{FF2B5EF4-FFF2-40B4-BE49-F238E27FC236}">
                    <a16:creationId xmlns:a16="http://schemas.microsoft.com/office/drawing/2014/main" id="{FCE5ADDC-E79D-4C63-AFE7-6215572224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315" name="Oval 314">
                <a:extLst>
                  <a:ext uri="{FF2B5EF4-FFF2-40B4-BE49-F238E27FC236}">
                    <a16:creationId xmlns:a16="http://schemas.microsoft.com/office/drawing/2014/main" id="{3E63CA41-89E4-6DC7-E5A4-0C26C571830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316" name="Group 315">
                <a:extLst>
                  <a:ext uri="{FF2B5EF4-FFF2-40B4-BE49-F238E27FC236}">
                    <a16:creationId xmlns:a16="http://schemas.microsoft.com/office/drawing/2014/main" id="{A41E4926-3CC5-5B84-15FC-715F5AFC66E3}"/>
                  </a:ext>
                </a:extLst>
              </p:cNvPr>
              <p:cNvGrpSpPr/>
              <p:nvPr/>
            </p:nvGrpSpPr>
            <p:grpSpPr>
              <a:xfrm>
                <a:off x="7713663" y="2848339"/>
                <a:ext cx="1042107" cy="425543"/>
                <a:chOff x="7786941" y="2884917"/>
                <a:chExt cx="897649" cy="353919"/>
              </a:xfrm>
            </p:grpSpPr>
            <p:sp>
              <p:nvSpPr>
                <p:cNvPr id="317" name="Freeform 450">
                  <a:extLst>
                    <a:ext uri="{FF2B5EF4-FFF2-40B4-BE49-F238E27FC236}">
                      <a16:creationId xmlns:a16="http://schemas.microsoft.com/office/drawing/2014/main" id="{0ABD486D-11AA-0AD3-BEA8-9AB1BEEC487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8" name="Freeform 451">
                  <a:extLst>
                    <a:ext uri="{FF2B5EF4-FFF2-40B4-BE49-F238E27FC236}">
                      <a16:creationId xmlns:a16="http://schemas.microsoft.com/office/drawing/2014/main" id="{CAE18F6D-648D-B70E-650D-6547F1C3075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9" name="Freeform 452">
                  <a:extLst>
                    <a:ext uri="{FF2B5EF4-FFF2-40B4-BE49-F238E27FC236}">
                      <a16:creationId xmlns:a16="http://schemas.microsoft.com/office/drawing/2014/main" id="{B9A77DCD-8361-262E-0F2A-2C4E6E279F6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0" name="Freeform 453">
                  <a:extLst>
                    <a:ext uri="{FF2B5EF4-FFF2-40B4-BE49-F238E27FC236}">
                      <a16:creationId xmlns:a16="http://schemas.microsoft.com/office/drawing/2014/main" id="{18B946EF-6070-4745-C0DB-19395EFB3F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
        <p:nvSpPr>
          <p:cNvPr id="455" name="Freeform 2">
            <a:extLst>
              <a:ext uri="{FF2B5EF4-FFF2-40B4-BE49-F238E27FC236}">
                <a16:creationId xmlns:a16="http://schemas.microsoft.com/office/drawing/2014/main" id="{7D682077-7C51-93E5-4551-552446FDFB8A}"/>
              </a:ext>
            </a:extLst>
          </p:cNvPr>
          <p:cNvSpPr/>
          <p:nvPr/>
        </p:nvSpPr>
        <p:spPr>
          <a:xfrm>
            <a:off x="7189291" y="1641975"/>
            <a:ext cx="4101062" cy="4254341"/>
          </a:xfrm>
          <a:custGeom>
            <a:avLst/>
            <a:gdLst>
              <a:gd name="connsiteX0" fmla="*/ 2112364 w 4107620"/>
              <a:gd name="connsiteY0" fmla="*/ 1261685 h 4330718"/>
              <a:gd name="connsiteX1" fmla="*/ 1712971 w 4107620"/>
              <a:gd name="connsiteY1" fmla="*/ 1293216 h 4330718"/>
              <a:gd name="connsiteX2" fmla="*/ 1387150 w 4107620"/>
              <a:gd name="connsiteY2" fmla="*/ 904333 h 4330718"/>
              <a:gd name="connsiteX3" fmla="*/ 1134902 w 4107620"/>
              <a:gd name="connsiteY3" fmla="*/ 568002 h 4330718"/>
              <a:gd name="connsiteX4" fmla="*/ 840612 w 4107620"/>
              <a:gd name="connsiteY4" fmla="*/ 851781 h 4330718"/>
              <a:gd name="connsiteX5" fmla="*/ 703978 w 4107620"/>
              <a:gd name="connsiteY5" fmla="*/ 1356278 h 4330718"/>
              <a:gd name="connsiteX6" fmla="*/ 1240006 w 4107620"/>
              <a:gd name="connsiteY6" fmla="*/ 1955368 h 4330718"/>
              <a:gd name="connsiteX7" fmla="*/ 1303068 w 4107620"/>
              <a:gd name="connsiteY7" fmla="*/ 2375781 h 4330718"/>
              <a:gd name="connsiteX8" fmla="*/ 220502 w 4107620"/>
              <a:gd name="connsiteY8" fmla="*/ 2302209 h 4330718"/>
              <a:gd name="connsiteX9" fmla="*/ 83868 w 4107620"/>
              <a:gd name="connsiteY9" fmla="*/ 2943340 h 4330718"/>
              <a:gd name="connsiteX10" fmla="*/ 1218985 w 4107620"/>
              <a:gd name="connsiteY10" fmla="*/ 3258650 h 4330718"/>
              <a:gd name="connsiteX11" fmla="*/ 1124392 w 4107620"/>
              <a:gd name="connsiteY11" fmla="*/ 3647533 h 4330718"/>
              <a:gd name="connsiteX12" fmla="*/ 924695 w 4107620"/>
              <a:gd name="connsiteY12" fmla="*/ 3763147 h 4330718"/>
              <a:gd name="connsiteX13" fmla="*/ 1324088 w 4107620"/>
              <a:gd name="connsiteY13" fmla="*/ 3962843 h 4330718"/>
              <a:gd name="connsiteX14" fmla="*/ 1576337 w 4107620"/>
              <a:gd name="connsiteY14" fmla="*/ 3899781 h 4330718"/>
              <a:gd name="connsiteX15" fmla="*/ 1818075 w 4107620"/>
              <a:gd name="connsiteY15" fmla="*/ 4036416 h 4330718"/>
              <a:gd name="connsiteX16" fmla="*/ 1996750 w 4107620"/>
              <a:gd name="connsiteY16" fmla="*/ 4299174 h 4330718"/>
              <a:gd name="connsiteX17" fmla="*/ 2448695 w 4107620"/>
              <a:gd name="connsiteY17" fmla="*/ 4299174 h 4330718"/>
              <a:gd name="connsiteX18" fmla="*/ 2764006 w 4107620"/>
              <a:gd name="connsiteY18" fmla="*/ 4057436 h 4330718"/>
              <a:gd name="connsiteX19" fmla="*/ 2995233 w 4107620"/>
              <a:gd name="connsiteY19" fmla="*/ 4025905 h 4330718"/>
              <a:gd name="connsiteX20" fmla="*/ 3016254 w 4107620"/>
              <a:gd name="connsiteY20" fmla="*/ 3731616 h 4330718"/>
              <a:gd name="connsiteX21" fmla="*/ 3194930 w 4107620"/>
              <a:gd name="connsiteY21" fmla="*/ 3300692 h 4330718"/>
              <a:gd name="connsiteX22" fmla="*/ 3972695 w 4107620"/>
              <a:gd name="connsiteY22" fmla="*/ 3122016 h 4330718"/>
              <a:gd name="connsiteX23" fmla="*/ 3909633 w 4107620"/>
              <a:gd name="connsiteY23" fmla="*/ 1818733 h 4330718"/>
              <a:gd name="connsiteX24" fmla="*/ 4046268 w 4107620"/>
              <a:gd name="connsiteY24" fmla="*/ 904333 h 4330718"/>
              <a:gd name="connsiteX25" fmla="*/ 3962185 w 4107620"/>
              <a:gd name="connsiteY25" fmla="*/ 147588 h 4330718"/>
              <a:gd name="connsiteX26" fmla="*/ 2480226 w 4107620"/>
              <a:gd name="connsiteY26" fmla="*/ 63505 h 4330718"/>
              <a:gd name="connsiteX27" fmla="*/ 2133385 w 4107620"/>
              <a:gd name="connsiteY27" fmla="*/ 872802 h 4330718"/>
              <a:gd name="connsiteX28" fmla="*/ 2238488 w 4107620"/>
              <a:gd name="connsiteY28" fmla="*/ 1230154 h 4330718"/>
              <a:gd name="connsiteX29" fmla="*/ 2112364 w 4107620"/>
              <a:gd name="connsiteY29" fmla="*/ 1261685 h 4330718"/>
              <a:gd name="connsiteX0" fmla="*/ 1996750 w 4107620"/>
              <a:gd name="connsiteY0" fmla="*/ 1366789 h 4330718"/>
              <a:gd name="connsiteX1" fmla="*/ 1712971 w 4107620"/>
              <a:gd name="connsiteY1" fmla="*/ 1293216 h 4330718"/>
              <a:gd name="connsiteX2" fmla="*/ 1387150 w 4107620"/>
              <a:gd name="connsiteY2" fmla="*/ 904333 h 4330718"/>
              <a:gd name="connsiteX3" fmla="*/ 1134902 w 4107620"/>
              <a:gd name="connsiteY3" fmla="*/ 568002 h 4330718"/>
              <a:gd name="connsiteX4" fmla="*/ 840612 w 4107620"/>
              <a:gd name="connsiteY4" fmla="*/ 851781 h 4330718"/>
              <a:gd name="connsiteX5" fmla="*/ 703978 w 4107620"/>
              <a:gd name="connsiteY5" fmla="*/ 1356278 h 4330718"/>
              <a:gd name="connsiteX6" fmla="*/ 1240006 w 4107620"/>
              <a:gd name="connsiteY6" fmla="*/ 1955368 h 4330718"/>
              <a:gd name="connsiteX7" fmla="*/ 1303068 w 4107620"/>
              <a:gd name="connsiteY7" fmla="*/ 2375781 h 4330718"/>
              <a:gd name="connsiteX8" fmla="*/ 220502 w 4107620"/>
              <a:gd name="connsiteY8" fmla="*/ 2302209 h 4330718"/>
              <a:gd name="connsiteX9" fmla="*/ 83868 w 4107620"/>
              <a:gd name="connsiteY9" fmla="*/ 2943340 h 4330718"/>
              <a:gd name="connsiteX10" fmla="*/ 1218985 w 4107620"/>
              <a:gd name="connsiteY10" fmla="*/ 3258650 h 4330718"/>
              <a:gd name="connsiteX11" fmla="*/ 1124392 w 4107620"/>
              <a:gd name="connsiteY11" fmla="*/ 3647533 h 4330718"/>
              <a:gd name="connsiteX12" fmla="*/ 924695 w 4107620"/>
              <a:gd name="connsiteY12" fmla="*/ 3763147 h 4330718"/>
              <a:gd name="connsiteX13" fmla="*/ 1324088 w 4107620"/>
              <a:gd name="connsiteY13" fmla="*/ 3962843 h 4330718"/>
              <a:gd name="connsiteX14" fmla="*/ 1576337 w 4107620"/>
              <a:gd name="connsiteY14" fmla="*/ 3899781 h 4330718"/>
              <a:gd name="connsiteX15" fmla="*/ 1818075 w 4107620"/>
              <a:gd name="connsiteY15" fmla="*/ 4036416 h 4330718"/>
              <a:gd name="connsiteX16" fmla="*/ 1996750 w 4107620"/>
              <a:gd name="connsiteY16" fmla="*/ 4299174 h 4330718"/>
              <a:gd name="connsiteX17" fmla="*/ 2448695 w 4107620"/>
              <a:gd name="connsiteY17" fmla="*/ 4299174 h 4330718"/>
              <a:gd name="connsiteX18" fmla="*/ 2764006 w 4107620"/>
              <a:gd name="connsiteY18" fmla="*/ 4057436 h 4330718"/>
              <a:gd name="connsiteX19" fmla="*/ 2995233 w 4107620"/>
              <a:gd name="connsiteY19" fmla="*/ 4025905 h 4330718"/>
              <a:gd name="connsiteX20" fmla="*/ 3016254 w 4107620"/>
              <a:gd name="connsiteY20" fmla="*/ 3731616 h 4330718"/>
              <a:gd name="connsiteX21" fmla="*/ 3194930 w 4107620"/>
              <a:gd name="connsiteY21" fmla="*/ 3300692 h 4330718"/>
              <a:gd name="connsiteX22" fmla="*/ 3972695 w 4107620"/>
              <a:gd name="connsiteY22" fmla="*/ 3122016 h 4330718"/>
              <a:gd name="connsiteX23" fmla="*/ 3909633 w 4107620"/>
              <a:gd name="connsiteY23" fmla="*/ 1818733 h 4330718"/>
              <a:gd name="connsiteX24" fmla="*/ 4046268 w 4107620"/>
              <a:gd name="connsiteY24" fmla="*/ 904333 h 4330718"/>
              <a:gd name="connsiteX25" fmla="*/ 3962185 w 4107620"/>
              <a:gd name="connsiteY25" fmla="*/ 147588 h 4330718"/>
              <a:gd name="connsiteX26" fmla="*/ 2480226 w 4107620"/>
              <a:gd name="connsiteY26" fmla="*/ 63505 h 4330718"/>
              <a:gd name="connsiteX27" fmla="*/ 2133385 w 4107620"/>
              <a:gd name="connsiteY27" fmla="*/ 872802 h 4330718"/>
              <a:gd name="connsiteX28" fmla="*/ 2238488 w 4107620"/>
              <a:gd name="connsiteY28" fmla="*/ 1230154 h 4330718"/>
              <a:gd name="connsiteX29" fmla="*/ 1996750 w 4107620"/>
              <a:gd name="connsiteY29" fmla="*/ 1366789 h 4330718"/>
              <a:gd name="connsiteX0" fmla="*/ 1996750 w 4107620"/>
              <a:gd name="connsiteY0" fmla="*/ 1339069 h 4302998"/>
              <a:gd name="connsiteX1" fmla="*/ 1712971 w 4107620"/>
              <a:gd name="connsiteY1" fmla="*/ 1265496 h 4302998"/>
              <a:gd name="connsiteX2" fmla="*/ 1387150 w 4107620"/>
              <a:gd name="connsiteY2" fmla="*/ 876613 h 4302998"/>
              <a:gd name="connsiteX3" fmla="*/ 1134902 w 4107620"/>
              <a:gd name="connsiteY3" fmla="*/ 540282 h 4302998"/>
              <a:gd name="connsiteX4" fmla="*/ 840612 w 4107620"/>
              <a:gd name="connsiteY4" fmla="*/ 824061 h 4302998"/>
              <a:gd name="connsiteX5" fmla="*/ 703978 w 4107620"/>
              <a:gd name="connsiteY5" fmla="*/ 1328558 h 4302998"/>
              <a:gd name="connsiteX6" fmla="*/ 1240006 w 4107620"/>
              <a:gd name="connsiteY6" fmla="*/ 1927648 h 4302998"/>
              <a:gd name="connsiteX7" fmla="*/ 1303068 w 4107620"/>
              <a:gd name="connsiteY7" fmla="*/ 2348061 h 4302998"/>
              <a:gd name="connsiteX8" fmla="*/ 220502 w 4107620"/>
              <a:gd name="connsiteY8" fmla="*/ 2274489 h 4302998"/>
              <a:gd name="connsiteX9" fmla="*/ 83868 w 4107620"/>
              <a:gd name="connsiteY9" fmla="*/ 2915620 h 4302998"/>
              <a:gd name="connsiteX10" fmla="*/ 1218985 w 4107620"/>
              <a:gd name="connsiteY10" fmla="*/ 3230930 h 4302998"/>
              <a:gd name="connsiteX11" fmla="*/ 1124392 w 4107620"/>
              <a:gd name="connsiteY11" fmla="*/ 3619813 h 4302998"/>
              <a:gd name="connsiteX12" fmla="*/ 924695 w 4107620"/>
              <a:gd name="connsiteY12" fmla="*/ 3735427 h 4302998"/>
              <a:gd name="connsiteX13" fmla="*/ 1324088 w 4107620"/>
              <a:gd name="connsiteY13" fmla="*/ 3935123 h 4302998"/>
              <a:gd name="connsiteX14" fmla="*/ 1576337 w 4107620"/>
              <a:gd name="connsiteY14" fmla="*/ 3872061 h 4302998"/>
              <a:gd name="connsiteX15" fmla="*/ 1818075 w 4107620"/>
              <a:gd name="connsiteY15" fmla="*/ 4008696 h 4302998"/>
              <a:gd name="connsiteX16" fmla="*/ 1996750 w 4107620"/>
              <a:gd name="connsiteY16" fmla="*/ 4271454 h 4302998"/>
              <a:gd name="connsiteX17" fmla="*/ 2448695 w 4107620"/>
              <a:gd name="connsiteY17" fmla="*/ 4271454 h 4302998"/>
              <a:gd name="connsiteX18" fmla="*/ 2764006 w 4107620"/>
              <a:gd name="connsiteY18" fmla="*/ 4029716 h 4302998"/>
              <a:gd name="connsiteX19" fmla="*/ 2995233 w 4107620"/>
              <a:gd name="connsiteY19" fmla="*/ 3998185 h 4302998"/>
              <a:gd name="connsiteX20" fmla="*/ 3016254 w 4107620"/>
              <a:gd name="connsiteY20" fmla="*/ 3703896 h 4302998"/>
              <a:gd name="connsiteX21" fmla="*/ 3194930 w 4107620"/>
              <a:gd name="connsiteY21" fmla="*/ 3272972 h 4302998"/>
              <a:gd name="connsiteX22" fmla="*/ 3972695 w 4107620"/>
              <a:gd name="connsiteY22" fmla="*/ 3094296 h 4302998"/>
              <a:gd name="connsiteX23" fmla="*/ 3909633 w 4107620"/>
              <a:gd name="connsiteY23" fmla="*/ 1791013 h 4302998"/>
              <a:gd name="connsiteX24" fmla="*/ 4046268 w 4107620"/>
              <a:gd name="connsiteY24" fmla="*/ 876613 h 4302998"/>
              <a:gd name="connsiteX25" fmla="*/ 3962185 w 4107620"/>
              <a:gd name="connsiteY25" fmla="*/ 119868 h 4302998"/>
              <a:gd name="connsiteX26" fmla="*/ 2480226 w 4107620"/>
              <a:gd name="connsiteY26" fmla="*/ 35785 h 4302998"/>
              <a:gd name="connsiteX27" fmla="*/ 2185936 w 4107620"/>
              <a:gd name="connsiteY27" fmla="*/ 466709 h 4302998"/>
              <a:gd name="connsiteX28" fmla="*/ 2238488 w 4107620"/>
              <a:gd name="connsiteY28" fmla="*/ 1202434 h 4302998"/>
              <a:gd name="connsiteX29" fmla="*/ 1996750 w 4107620"/>
              <a:gd name="connsiteY29" fmla="*/ 1339069 h 4302998"/>
              <a:gd name="connsiteX0" fmla="*/ 1996750 w 4107620"/>
              <a:gd name="connsiteY0" fmla="*/ 1339069 h 4302998"/>
              <a:gd name="connsiteX1" fmla="*/ 1712971 w 4107620"/>
              <a:gd name="connsiteY1" fmla="*/ 1265496 h 4302998"/>
              <a:gd name="connsiteX2" fmla="*/ 1387150 w 4107620"/>
              <a:gd name="connsiteY2" fmla="*/ 876613 h 4302998"/>
              <a:gd name="connsiteX3" fmla="*/ 1134902 w 4107620"/>
              <a:gd name="connsiteY3" fmla="*/ 540282 h 4302998"/>
              <a:gd name="connsiteX4" fmla="*/ 840612 w 4107620"/>
              <a:gd name="connsiteY4" fmla="*/ 824061 h 4302998"/>
              <a:gd name="connsiteX5" fmla="*/ 703978 w 4107620"/>
              <a:gd name="connsiteY5" fmla="*/ 1328558 h 4302998"/>
              <a:gd name="connsiteX6" fmla="*/ 1240006 w 4107620"/>
              <a:gd name="connsiteY6" fmla="*/ 1927648 h 4302998"/>
              <a:gd name="connsiteX7" fmla="*/ 1303068 w 4107620"/>
              <a:gd name="connsiteY7" fmla="*/ 2348061 h 4302998"/>
              <a:gd name="connsiteX8" fmla="*/ 220502 w 4107620"/>
              <a:gd name="connsiteY8" fmla="*/ 2274489 h 4302998"/>
              <a:gd name="connsiteX9" fmla="*/ 83868 w 4107620"/>
              <a:gd name="connsiteY9" fmla="*/ 2915620 h 4302998"/>
              <a:gd name="connsiteX10" fmla="*/ 1218985 w 4107620"/>
              <a:gd name="connsiteY10" fmla="*/ 3230930 h 4302998"/>
              <a:gd name="connsiteX11" fmla="*/ 1124392 w 4107620"/>
              <a:gd name="connsiteY11" fmla="*/ 3619813 h 4302998"/>
              <a:gd name="connsiteX12" fmla="*/ 924695 w 4107620"/>
              <a:gd name="connsiteY12" fmla="*/ 3735427 h 4302998"/>
              <a:gd name="connsiteX13" fmla="*/ 1324088 w 4107620"/>
              <a:gd name="connsiteY13" fmla="*/ 3935123 h 4302998"/>
              <a:gd name="connsiteX14" fmla="*/ 1576337 w 4107620"/>
              <a:gd name="connsiteY14" fmla="*/ 3872061 h 4302998"/>
              <a:gd name="connsiteX15" fmla="*/ 1818075 w 4107620"/>
              <a:gd name="connsiteY15" fmla="*/ 4008696 h 4302998"/>
              <a:gd name="connsiteX16" fmla="*/ 1996750 w 4107620"/>
              <a:gd name="connsiteY16" fmla="*/ 4271454 h 4302998"/>
              <a:gd name="connsiteX17" fmla="*/ 2448695 w 4107620"/>
              <a:gd name="connsiteY17" fmla="*/ 4271454 h 4302998"/>
              <a:gd name="connsiteX18" fmla="*/ 2764006 w 4107620"/>
              <a:gd name="connsiteY18" fmla="*/ 4029716 h 4302998"/>
              <a:gd name="connsiteX19" fmla="*/ 2995233 w 4107620"/>
              <a:gd name="connsiteY19" fmla="*/ 3998185 h 4302998"/>
              <a:gd name="connsiteX20" fmla="*/ 3016254 w 4107620"/>
              <a:gd name="connsiteY20" fmla="*/ 3703896 h 4302998"/>
              <a:gd name="connsiteX21" fmla="*/ 3194930 w 4107620"/>
              <a:gd name="connsiteY21" fmla="*/ 3272972 h 4302998"/>
              <a:gd name="connsiteX22" fmla="*/ 3972695 w 4107620"/>
              <a:gd name="connsiteY22" fmla="*/ 3094296 h 4302998"/>
              <a:gd name="connsiteX23" fmla="*/ 3909633 w 4107620"/>
              <a:gd name="connsiteY23" fmla="*/ 1791013 h 4302998"/>
              <a:gd name="connsiteX24" fmla="*/ 4046268 w 4107620"/>
              <a:gd name="connsiteY24" fmla="*/ 876613 h 4302998"/>
              <a:gd name="connsiteX25" fmla="*/ 3962185 w 4107620"/>
              <a:gd name="connsiteY25" fmla="*/ 119868 h 4302998"/>
              <a:gd name="connsiteX26" fmla="*/ 2480226 w 4107620"/>
              <a:gd name="connsiteY26" fmla="*/ 35785 h 4302998"/>
              <a:gd name="connsiteX27" fmla="*/ 2270019 w 4107620"/>
              <a:gd name="connsiteY27" fmla="*/ 466709 h 4302998"/>
              <a:gd name="connsiteX28" fmla="*/ 2238488 w 4107620"/>
              <a:gd name="connsiteY28" fmla="*/ 1202434 h 4302998"/>
              <a:gd name="connsiteX29" fmla="*/ 1996750 w 4107620"/>
              <a:gd name="connsiteY29" fmla="*/ 1339069 h 4302998"/>
              <a:gd name="connsiteX0" fmla="*/ 1996750 w 4101062"/>
              <a:gd name="connsiteY0" fmla="*/ 1290412 h 4254341"/>
              <a:gd name="connsiteX1" fmla="*/ 1712971 w 4101062"/>
              <a:gd name="connsiteY1" fmla="*/ 1216839 h 4254341"/>
              <a:gd name="connsiteX2" fmla="*/ 1387150 w 4101062"/>
              <a:gd name="connsiteY2" fmla="*/ 827956 h 4254341"/>
              <a:gd name="connsiteX3" fmla="*/ 1134902 w 4101062"/>
              <a:gd name="connsiteY3" fmla="*/ 491625 h 4254341"/>
              <a:gd name="connsiteX4" fmla="*/ 840612 w 4101062"/>
              <a:gd name="connsiteY4" fmla="*/ 775404 h 4254341"/>
              <a:gd name="connsiteX5" fmla="*/ 703978 w 4101062"/>
              <a:gd name="connsiteY5" fmla="*/ 1279901 h 4254341"/>
              <a:gd name="connsiteX6" fmla="*/ 1240006 w 4101062"/>
              <a:gd name="connsiteY6" fmla="*/ 1878991 h 4254341"/>
              <a:gd name="connsiteX7" fmla="*/ 1303068 w 4101062"/>
              <a:gd name="connsiteY7" fmla="*/ 2299404 h 4254341"/>
              <a:gd name="connsiteX8" fmla="*/ 220502 w 4101062"/>
              <a:gd name="connsiteY8" fmla="*/ 2225832 h 4254341"/>
              <a:gd name="connsiteX9" fmla="*/ 83868 w 4101062"/>
              <a:gd name="connsiteY9" fmla="*/ 2866963 h 4254341"/>
              <a:gd name="connsiteX10" fmla="*/ 1218985 w 4101062"/>
              <a:gd name="connsiteY10" fmla="*/ 3182273 h 4254341"/>
              <a:gd name="connsiteX11" fmla="*/ 1124392 w 4101062"/>
              <a:gd name="connsiteY11" fmla="*/ 3571156 h 4254341"/>
              <a:gd name="connsiteX12" fmla="*/ 924695 w 4101062"/>
              <a:gd name="connsiteY12" fmla="*/ 3686770 h 4254341"/>
              <a:gd name="connsiteX13" fmla="*/ 1324088 w 4101062"/>
              <a:gd name="connsiteY13" fmla="*/ 3886466 h 4254341"/>
              <a:gd name="connsiteX14" fmla="*/ 1576337 w 4101062"/>
              <a:gd name="connsiteY14" fmla="*/ 3823404 h 4254341"/>
              <a:gd name="connsiteX15" fmla="*/ 1818075 w 4101062"/>
              <a:gd name="connsiteY15" fmla="*/ 3960039 h 4254341"/>
              <a:gd name="connsiteX16" fmla="*/ 1996750 w 4101062"/>
              <a:gd name="connsiteY16" fmla="*/ 4222797 h 4254341"/>
              <a:gd name="connsiteX17" fmla="*/ 2448695 w 4101062"/>
              <a:gd name="connsiteY17" fmla="*/ 4222797 h 4254341"/>
              <a:gd name="connsiteX18" fmla="*/ 2764006 w 4101062"/>
              <a:gd name="connsiteY18" fmla="*/ 3981059 h 4254341"/>
              <a:gd name="connsiteX19" fmla="*/ 2995233 w 4101062"/>
              <a:gd name="connsiteY19" fmla="*/ 3949528 h 4254341"/>
              <a:gd name="connsiteX20" fmla="*/ 3016254 w 4101062"/>
              <a:gd name="connsiteY20" fmla="*/ 3655239 h 4254341"/>
              <a:gd name="connsiteX21" fmla="*/ 3194930 w 4101062"/>
              <a:gd name="connsiteY21" fmla="*/ 3224315 h 4254341"/>
              <a:gd name="connsiteX22" fmla="*/ 3972695 w 4101062"/>
              <a:gd name="connsiteY22" fmla="*/ 3045639 h 4254341"/>
              <a:gd name="connsiteX23" fmla="*/ 3909633 w 4101062"/>
              <a:gd name="connsiteY23" fmla="*/ 1742356 h 4254341"/>
              <a:gd name="connsiteX24" fmla="*/ 4046268 w 4101062"/>
              <a:gd name="connsiteY24" fmla="*/ 827956 h 4254341"/>
              <a:gd name="connsiteX25" fmla="*/ 3962185 w 4101062"/>
              <a:gd name="connsiteY25" fmla="*/ 71211 h 4254341"/>
              <a:gd name="connsiteX26" fmla="*/ 2574819 w 4101062"/>
              <a:gd name="connsiteY26" fmla="*/ 71211 h 4254341"/>
              <a:gd name="connsiteX27" fmla="*/ 2270019 w 4101062"/>
              <a:gd name="connsiteY27" fmla="*/ 418052 h 4254341"/>
              <a:gd name="connsiteX28" fmla="*/ 2238488 w 4101062"/>
              <a:gd name="connsiteY28" fmla="*/ 1153777 h 4254341"/>
              <a:gd name="connsiteX29" fmla="*/ 1996750 w 4101062"/>
              <a:gd name="connsiteY29" fmla="*/ 1290412 h 4254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101062" h="4254341">
                <a:moveTo>
                  <a:pt x="1996750" y="1290412"/>
                </a:moveTo>
                <a:cubicBezTo>
                  <a:pt x="1909164" y="1300922"/>
                  <a:pt x="1814571" y="1293915"/>
                  <a:pt x="1712971" y="1216839"/>
                </a:cubicBezTo>
                <a:cubicBezTo>
                  <a:pt x="1611371" y="1139763"/>
                  <a:pt x="1483495" y="948825"/>
                  <a:pt x="1387150" y="827956"/>
                </a:cubicBezTo>
                <a:cubicBezTo>
                  <a:pt x="1290805" y="707087"/>
                  <a:pt x="1225992" y="500384"/>
                  <a:pt x="1134902" y="491625"/>
                </a:cubicBezTo>
                <a:cubicBezTo>
                  <a:pt x="1043812" y="482866"/>
                  <a:pt x="912433" y="644025"/>
                  <a:pt x="840612" y="775404"/>
                </a:cubicBezTo>
                <a:cubicBezTo>
                  <a:pt x="768791" y="906783"/>
                  <a:pt x="637412" y="1095970"/>
                  <a:pt x="703978" y="1279901"/>
                </a:cubicBezTo>
                <a:cubicBezTo>
                  <a:pt x="770544" y="1463832"/>
                  <a:pt x="1140158" y="1709074"/>
                  <a:pt x="1240006" y="1878991"/>
                </a:cubicBezTo>
                <a:cubicBezTo>
                  <a:pt x="1339854" y="2048908"/>
                  <a:pt x="1472985" y="2241597"/>
                  <a:pt x="1303068" y="2299404"/>
                </a:cubicBezTo>
                <a:cubicBezTo>
                  <a:pt x="1133151" y="2357211"/>
                  <a:pt x="423702" y="2131239"/>
                  <a:pt x="220502" y="2225832"/>
                </a:cubicBezTo>
                <a:cubicBezTo>
                  <a:pt x="17302" y="2320425"/>
                  <a:pt x="-82546" y="2707556"/>
                  <a:pt x="83868" y="2866963"/>
                </a:cubicBezTo>
                <a:cubicBezTo>
                  <a:pt x="250282" y="3026370"/>
                  <a:pt x="1045564" y="3064908"/>
                  <a:pt x="1218985" y="3182273"/>
                </a:cubicBezTo>
                <a:cubicBezTo>
                  <a:pt x="1392406" y="3299638"/>
                  <a:pt x="1173440" y="3487073"/>
                  <a:pt x="1124392" y="3571156"/>
                </a:cubicBezTo>
                <a:cubicBezTo>
                  <a:pt x="1075344" y="3655239"/>
                  <a:pt x="891412" y="3634218"/>
                  <a:pt x="924695" y="3686770"/>
                </a:cubicBezTo>
                <a:cubicBezTo>
                  <a:pt x="957978" y="3739322"/>
                  <a:pt x="1215481" y="3863694"/>
                  <a:pt x="1324088" y="3886466"/>
                </a:cubicBezTo>
                <a:cubicBezTo>
                  <a:pt x="1432695" y="3909238"/>
                  <a:pt x="1494006" y="3811142"/>
                  <a:pt x="1576337" y="3823404"/>
                </a:cubicBezTo>
                <a:cubicBezTo>
                  <a:pt x="1658668" y="3835666"/>
                  <a:pt x="1748006" y="3893474"/>
                  <a:pt x="1818075" y="3960039"/>
                </a:cubicBezTo>
                <a:cubicBezTo>
                  <a:pt x="1888144" y="4026604"/>
                  <a:pt x="1891647" y="4179004"/>
                  <a:pt x="1996750" y="4222797"/>
                </a:cubicBezTo>
                <a:cubicBezTo>
                  <a:pt x="2101853" y="4266590"/>
                  <a:pt x="2320819" y="4263087"/>
                  <a:pt x="2448695" y="4222797"/>
                </a:cubicBezTo>
                <a:cubicBezTo>
                  <a:pt x="2576571" y="4182507"/>
                  <a:pt x="2672916" y="4026604"/>
                  <a:pt x="2764006" y="3981059"/>
                </a:cubicBezTo>
                <a:cubicBezTo>
                  <a:pt x="2855096" y="3935514"/>
                  <a:pt x="2953192" y="4003831"/>
                  <a:pt x="2995233" y="3949528"/>
                </a:cubicBezTo>
                <a:cubicBezTo>
                  <a:pt x="3037274" y="3895225"/>
                  <a:pt x="2982971" y="3776108"/>
                  <a:pt x="3016254" y="3655239"/>
                </a:cubicBezTo>
                <a:cubicBezTo>
                  <a:pt x="3049537" y="3534370"/>
                  <a:pt x="3035523" y="3325915"/>
                  <a:pt x="3194930" y="3224315"/>
                </a:cubicBezTo>
                <a:cubicBezTo>
                  <a:pt x="3354337" y="3122715"/>
                  <a:pt x="3853578" y="3292632"/>
                  <a:pt x="3972695" y="3045639"/>
                </a:cubicBezTo>
                <a:cubicBezTo>
                  <a:pt x="4091812" y="2798646"/>
                  <a:pt x="3897371" y="2111970"/>
                  <a:pt x="3909633" y="1742356"/>
                </a:cubicBezTo>
                <a:cubicBezTo>
                  <a:pt x="3921895" y="1372742"/>
                  <a:pt x="4037509" y="1106480"/>
                  <a:pt x="4046268" y="827956"/>
                </a:cubicBezTo>
                <a:cubicBezTo>
                  <a:pt x="4055027" y="549432"/>
                  <a:pt x="4207426" y="197335"/>
                  <a:pt x="3962185" y="71211"/>
                </a:cubicBezTo>
                <a:cubicBezTo>
                  <a:pt x="3716944" y="-54913"/>
                  <a:pt x="2856847" y="13404"/>
                  <a:pt x="2574819" y="71211"/>
                </a:cubicBezTo>
                <a:cubicBezTo>
                  <a:pt x="2292791" y="129018"/>
                  <a:pt x="2310309" y="223611"/>
                  <a:pt x="2270019" y="418052"/>
                </a:cubicBezTo>
                <a:cubicBezTo>
                  <a:pt x="2229729" y="612493"/>
                  <a:pt x="2284033" y="1008384"/>
                  <a:pt x="2238488" y="1153777"/>
                </a:cubicBezTo>
                <a:cubicBezTo>
                  <a:pt x="2192943" y="1299170"/>
                  <a:pt x="2084336" y="1279902"/>
                  <a:pt x="1996750" y="1290412"/>
                </a:cubicBezTo>
                <a:close/>
              </a:path>
            </a:pathLst>
          </a:custGeom>
          <a:noFill/>
          <a:ln>
            <a:solidFill>
              <a:schemeClr val="accent1">
                <a:shade val="50000"/>
                <a:alpha val="5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6" name="Oval 455">
            <a:extLst>
              <a:ext uri="{FF2B5EF4-FFF2-40B4-BE49-F238E27FC236}">
                <a16:creationId xmlns:a16="http://schemas.microsoft.com/office/drawing/2014/main" id="{694F7F79-58DA-B8C2-5715-A87D39632A8A}"/>
              </a:ext>
            </a:extLst>
          </p:cNvPr>
          <p:cNvSpPr/>
          <p:nvPr/>
        </p:nvSpPr>
        <p:spPr>
          <a:xfrm>
            <a:off x="8025528" y="3879764"/>
            <a:ext cx="488731" cy="383755"/>
          </a:xfrm>
          <a:prstGeom prst="ellipse">
            <a:avLst/>
          </a:prstGeom>
          <a:noFill/>
          <a:ln w="381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Oval 456">
            <a:extLst>
              <a:ext uri="{FF2B5EF4-FFF2-40B4-BE49-F238E27FC236}">
                <a16:creationId xmlns:a16="http://schemas.microsoft.com/office/drawing/2014/main" id="{CDA64003-1403-0178-8523-A6448D049C80}"/>
              </a:ext>
            </a:extLst>
          </p:cNvPr>
          <p:cNvSpPr/>
          <p:nvPr/>
        </p:nvSpPr>
        <p:spPr>
          <a:xfrm>
            <a:off x="9218455" y="4695444"/>
            <a:ext cx="488731" cy="383755"/>
          </a:xfrm>
          <a:prstGeom prst="ellipse">
            <a:avLst/>
          </a:prstGeom>
          <a:noFill/>
          <a:ln w="381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TextBox 458">
            <a:extLst>
              <a:ext uri="{FF2B5EF4-FFF2-40B4-BE49-F238E27FC236}">
                <a16:creationId xmlns:a16="http://schemas.microsoft.com/office/drawing/2014/main" id="{90DA8F73-9F45-F6A7-F0BF-2E063F39A38B}"/>
              </a:ext>
            </a:extLst>
          </p:cNvPr>
          <p:cNvSpPr txBox="1"/>
          <p:nvPr/>
        </p:nvSpPr>
        <p:spPr>
          <a:xfrm>
            <a:off x="842600" y="1782042"/>
            <a:ext cx="5666971" cy="1815882"/>
          </a:xfrm>
          <a:prstGeom prst="rect">
            <a:avLst/>
          </a:prstGeom>
          <a:noFill/>
        </p:spPr>
        <p:txBody>
          <a:bodyPr wrap="square">
            <a:spAutoFit/>
          </a:bodyPr>
          <a:lstStyle/>
          <a:p>
            <a:r>
              <a:rPr lang="en-US" sz="2800" dirty="0"/>
              <a:t>The </a:t>
            </a:r>
            <a:r>
              <a:rPr lang="en-US" sz="2800" b="1" dirty="0"/>
              <a:t>first-hop router</a:t>
            </a:r>
            <a:r>
              <a:rPr lang="en-US" sz="2800" dirty="0"/>
              <a:t> is the </a:t>
            </a:r>
            <a:r>
              <a:rPr lang="en-US" sz="2800" b="1" dirty="0"/>
              <a:t>default gateway</a:t>
            </a:r>
            <a:r>
              <a:rPr lang="en-US" sz="2800" dirty="0"/>
              <a:t> that an </a:t>
            </a:r>
            <a:r>
              <a:rPr lang="en-US" sz="2800" b="1" dirty="0"/>
              <a:t>end-system (host)</a:t>
            </a:r>
            <a:r>
              <a:rPr lang="en-US" sz="2800" dirty="0"/>
              <a:t> uses to send packets to </a:t>
            </a:r>
            <a:r>
              <a:rPr lang="en-US" sz="2800" b="1" dirty="0"/>
              <a:t>destinations outside its local subnet</a:t>
            </a:r>
            <a:r>
              <a:rPr lang="en-US" sz="2800" dirty="0"/>
              <a:t>.</a:t>
            </a:r>
          </a:p>
        </p:txBody>
      </p:sp>
      <p:sp>
        <p:nvSpPr>
          <p:cNvPr id="461" name="TextBox 460">
            <a:extLst>
              <a:ext uri="{FF2B5EF4-FFF2-40B4-BE49-F238E27FC236}">
                <a16:creationId xmlns:a16="http://schemas.microsoft.com/office/drawing/2014/main" id="{4132A7B5-1E5B-D65E-3655-7B886FA8762A}"/>
              </a:ext>
            </a:extLst>
          </p:cNvPr>
          <p:cNvSpPr txBox="1"/>
          <p:nvPr/>
        </p:nvSpPr>
        <p:spPr>
          <a:xfrm>
            <a:off x="2381165" y="5136142"/>
            <a:ext cx="6093372" cy="400110"/>
          </a:xfrm>
          <a:prstGeom prst="rect">
            <a:avLst/>
          </a:prstGeom>
          <a:noFill/>
        </p:spPr>
        <p:txBody>
          <a:bodyPr wrap="square">
            <a:spAutoFit/>
          </a:bodyPr>
          <a:lstStyle/>
          <a:p>
            <a:r>
              <a:rPr lang="en-US" sz="2000" b="1" dirty="0">
                <a:solidFill>
                  <a:srgbClr val="C00000"/>
                </a:solidFill>
              </a:rPr>
              <a:t>first-hop router</a:t>
            </a:r>
            <a:r>
              <a:rPr lang="en-US" sz="2000" dirty="0">
                <a:solidFill>
                  <a:srgbClr val="C00000"/>
                </a:solidFill>
              </a:rPr>
              <a:t> (</a:t>
            </a:r>
            <a:r>
              <a:rPr lang="en-US" sz="2000" b="1" dirty="0">
                <a:solidFill>
                  <a:srgbClr val="C00000"/>
                </a:solidFill>
              </a:rPr>
              <a:t>default gateway)</a:t>
            </a:r>
            <a:r>
              <a:rPr lang="en-US" sz="2000" dirty="0">
                <a:solidFill>
                  <a:srgbClr val="C00000"/>
                </a:solidFill>
              </a:rPr>
              <a:t> </a:t>
            </a:r>
          </a:p>
        </p:txBody>
      </p:sp>
      <p:cxnSp>
        <p:nvCxnSpPr>
          <p:cNvPr id="463" name="Straight Arrow Connector 462">
            <a:extLst>
              <a:ext uri="{FF2B5EF4-FFF2-40B4-BE49-F238E27FC236}">
                <a16:creationId xmlns:a16="http://schemas.microsoft.com/office/drawing/2014/main" id="{42C76379-C6F8-A006-017A-D8E7D3128499}"/>
              </a:ext>
            </a:extLst>
          </p:cNvPr>
          <p:cNvCxnSpPr>
            <a:stCxn id="456" idx="3"/>
            <a:endCxn id="461" idx="0"/>
          </p:cNvCxnSpPr>
          <p:nvPr/>
        </p:nvCxnSpPr>
        <p:spPr>
          <a:xfrm flipH="1">
            <a:off x="5427851" y="4207319"/>
            <a:ext cx="2669250" cy="928823"/>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464" name="Straight Arrow Connector 463">
            <a:extLst>
              <a:ext uri="{FF2B5EF4-FFF2-40B4-BE49-F238E27FC236}">
                <a16:creationId xmlns:a16="http://schemas.microsoft.com/office/drawing/2014/main" id="{19239E33-92FD-FF49-0597-37031D389664}"/>
              </a:ext>
            </a:extLst>
          </p:cNvPr>
          <p:cNvCxnSpPr>
            <a:cxnSpLocks/>
            <a:stCxn id="457" idx="2"/>
          </p:cNvCxnSpPr>
          <p:nvPr/>
        </p:nvCxnSpPr>
        <p:spPr>
          <a:xfrm flipH="1">
            <a:off x="6126526" y="4887322"/>
            <a:ext cx="3091929" cy="504657"/>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904203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4"/>
                                        </p:tgtEl>
                                        <p:attrNameLst>
                                          <p:attrName>style.visibility</p:attrName>
                                        </p:attrNameLst>
                                      </p:cBhvr>
                                      <p:to>
                                        <p:strVal val="visible"/>
                                      </p:to>
                                    </p:set>
                                    <p:animEffect transition="in" filter="dissolve">
                                      <p:cBhvr>
                                        <p:cTn id="7" dur="500"/>
                                        <p:tgtEl>
                                          <p:spTgt spid="8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55"/>
                                        </p:tgtEl>
                                        <p:attrNameLst>
                                          <p:attrName>style.visibility</p:attrName>
                                        </p:attrNameLst>
                                      </p:cBhvr>
                                      <p:to>
                                        <p:strVal val="visible"/>
                                      </p:to>
                                    </p:set>
                                    <p:animEffect transition="in" filter="dissolve">
                                      <p:cBhvr>
                                        <p:cTn id="10" dur="500"/>
                                        <p:tgtEl>
                                          <p:spTgt spid="455"/>
                                        </p:tgtEl>
                                      </p:cBhvr>
                                    </p:animEffect>
                                  </p:childTnLst>
                                </p:cTn>
                              </p:par>
                              <p:par>
                                <p:cTn id="11" presetID="9" presetClass="exit" presetSubtype="0" fill="hold" grpId="0" nodeType="withEffect">
                                  <p:stCondLst>
                                    <p:cond delay="0"/>
                                  </p:stCondLst>
                                  <p:childTnLst>
                                    <p:animEffect transition="out" filter="dissolve">
                                      <p:cBhvr>
                                        <p:cTn id="12" dur="500"/>
                                        <p:tgtEl>
                                          <p:spTgt spid="5"/>
                                        </p:tgtEl>
                                      </p:cBhvr>
                                    </p:animEffect>
                                    <p:set>
                                      <p:cBhvr>
                                        <p:cTn id="13" dur="1" fill="hold">
                                          <p:stCondLst>
                                            <p:cond delay="499"/>
                                          </p:stCondLst>
                                        </p:cTn>
                                        <p:tgtEl>
                                          <p:spTgt spid="5"/>
                                        </p:tgtEl>
                                        <p:attrNameLst>
                                          <p:attrName>style.visibility</p:attrName>
                                        </p:attrNameLst>
                                      </p:cBhvr>
                                      <p:to>
                                        <p:strVal val="hidden"/>
                                      </p:to>
                                    </p:se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291"/>
                                        </p:tgtEl>
                                        <p:attrNameLst>
                                          <p:attrName>style.visibility</p:attrName>
                                        </p:attrNameLst>
                                      </p:cBhvr>
                                      <p:to>
                                        <p:strVal val="visible"/>
                                      </p:to>
                                    </p:set>
                                    <p:animEffect transition="in" filter="dissolve">
                                      <p:cBhvr>
                                        <p:cTn id="18" dur="500"/>
                                        <p:tgtEl>
                                          <p:spTgt spid="291"/>
                                        </p:tgtEl>
                                      </p:cBhvr>
                                    </p:animEffect>
                                  </p:childTnLst>
                                </p:cTn>
                              </p:par>
                              <p:par>
                                <p:cTn id="19" presetID="9" presetClass="entr" presetSubtype="0" fill="hold" grpId="1" nodeType="with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41"/>
                                        </p:tgtEl>
                                        <p:attrNameLst>
                                          <p:attrName>style.visibility</p:attrName>
                                        </p:attrNameLst>
                                      </p:cBhvr>
                                      <p:to>
                                        <p:strVal val="visible"/>
                                      </p:to>
                                    </p:set>
                                    <p:animEffect transition="in" filter="dissolve">
                                      <p:cBhvr>
                                        <p:cTn id="26" dur="500"/>
                                        <p:tgtEl>
                                          <p:spTgt spid="41"/>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dissolve">
                                      <p:cBhvr>
                                        <p:cTn id="31" dur="500"/>
                                        <p:tgtEl>
                                          <p:spTgt spid="6"/>
                                        </p:tgtEl>
                                      </p:cBhvr>
                                    </p:animEffect>
                                  </p:childTnLst>
                                </p:cTn>
                              </p:par>
                              <p:par>
                                <p:cTn id="32" presetID="9" presetClass="exit" presetSubtype="0" fill="hold" grpId="1" nodeType="withEffect">
                                  <p:stCondLst>
                                    <p:cond delay="0"/>
                                  </p:stCondLst>
                                  <p:childTnLst>
                                    <p:animEffect transition="out" filter="dissolve">
                                      <p:cBhvr>
                                        <p:cTn id="33" dur="500"/>
                                        <p:tgtEl>
                                          <p:spTgt spid="455"/>
                                        </p:tgtEl>
                                      </p:cBhvr>
                                    </p:animEffect>
                                    <p:set>
                                      <p:cBhvr>
                                        <p:cTn id="34" dur="1" fill="hold">
                                          <p:stCondLst>
                                            <p:cond delay="499"/>
                                          </p:stCondLst>
                                        </p:cTn>
                                        <p:tgtEl>
                                          <p:spTgt spid="45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455" grpId="0" animBg="1"/>
      <p:bldP spid="455" grpId="1"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Freeform 3">
            <a:extLst>
              <a:ext uri="{FF2B5EF4-FFF2-40B4-BE49-F238E27FC236}">
                <a16:creationId xmlns:a16="http://schemas.microsoft.com/office/drawing/2014/main" id="{6B20889F-8B73-5A4F-948D-BC7FBE071249}"/>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484D20B7-37AF-F449-9229-69BC2F46A444}"/>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BBE9BC04-A2A6-F746-9F08-03F4EDB58B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5F31BBA7-277B-7547-A889-4CE61E6210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A235A3E8-5F9F-054E-812C-82B1457E7DAF}"/>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5DDEAE5B-F867-B04E-9480-5609AC66F59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FBC3084B-7403-CB43-BF1A-54F05828C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CCCD1707-2759-A14B-96A2-D746BB0126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9B0492DA-B9A2-1F42-8EC8-885383C522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A2DF0841-9316-7744-99F2-F246599FA663}"/>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B7FE1E33-3837-6A44-8F3D-D671A86ECB7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D7EBAA0A-EA4B-2A42-B633-E3F75F2BB7B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A0FA1B3E-9ECC-B241-8F16-2C1970256C81}"/>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CB74265E-694E-5A49-B1D2-3C1956E0BE2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8680283C-1CA3-D44B-8FFA-B36341C723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B31DC87-EF0E-0D4F-81A2-B6FB2A803F7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F14BA91B-FE87-514B-B749-384B3F1D92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E2F245C9-F9FA-FF41-8279-23685395B6FA}"/>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379" name="Rectangle 3">
            <a:extLst>
              <a:ext uri="{FF2B5EF4-FFF2-40B4-BE49-F238E27FC236}">
                <a16:creationId xmlns:a16="http://schemas.microsoft.com/office/drawing/2014/main" id="{1C377AEF-2633-FC44-9747-922C7C110C1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sp>
        <p:nvSpPr>
          <p:cNvPr id="382" name="Line 43">
            <a:extLst>
              <a:ext uri="{FF2B5EF4-FFF2-40B4-BE49-F238E27FC236}">
                <a16:creationId xmlns:a16="http://schemas.microsoft.com/office/drawing/2014/main" id="{C8851F30-DB65-2343-90FB-A929CA01005D}"/>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59259B03-4826-E149-B0DC-4EBA829369E9}"/>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6" name="Rectangle 152">
            <a:extLst>
              <a:ext uri="{FF2B5EF4-FFF2-40B4-BE49-F238E27FC236}">
                <a16:creationId xmlns:a16="http://schemas.microsoft.com/office/drawing/2014/main" id="{745619DC-3C53-E14A-874D-F2C6B677A3BE}"/>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message encapsulated in UDP, encapsulated in IP, encapsulated in Ethernet</a:t>
            </a:r>
          </a:p>
        </p:txBody>
      </p:sp>
      <p:sp>
        <p:nvSpPr>
          <p:cNvPr id="387" name="Rectangle 153">
            <a:extLst>
              <a:ext uri="{FF2B5EF4-FFF2-40B4-BE49-F238E27FC236}">
                <a16:creationId xmlns:a16="http://schemas.microsoft.com/office/drawing/2014/main" id="{082BCCE1-61C9-5E4C-B8D4-8ED23A69B392}"/>
              </a:ext>
            </a:extLst>
          </p:cNvPr>
          <p:cNvSpPr>
            <a:spLocks noChangeArrowheads="1"/>
          </p:cNvSpPr>
          <p:nvPr/>
        </p:nvSpPr>
        <p:spPr bwMode="auto">
          <a:xfrm>
            <a:off x="6150469" y="4210855"/>
            <a:ext cx="5450375" cy="156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frame broadcast (dest: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FFFFFFFFFFFF</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on LAN, received at router running DHCP server</a:t>
            </a:r>
          </a:p>
        </p:txBody>
      </p:sp>
      <p:sp>
        <p:nvSpPr>
          <p:cNvPr id="388" name="Rectangle 154">
            <a:extLst>
              <a:ext uri="{FF2B5EF4-FFF2-40B4-BE49-F238E27FC236}">
                <a16:creationId xmlns:a16="http://schemas.microsoft.com/office/drawing/2014/main" id="{2001FDC4-9DD8-8540-A00D-9430145AE66E}"/>
              </a:ext>
            </a:extLst>
          </p:cNvPr>
          <p:cNvSpPr>
            <a:spLocks noChangeArrowheads="1"/>
          </p:cNvSpPr>
          <p:nvPr/>
        </p:nvSpPr>
        <p:spPr bwMode="auto">
          <a:xfrm>
            <a:off x="6128245" y="5547530"/>
            <a:ext cx="5280602"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demux’ed to IP demux’ed, UDP demux’ed to DHCP </a:t>
            </a:r>
          </a:p>
        </p:txBody>
      </p:sp>
      <p:sp>
        <p:nvSpPr>
          <p:cNvPr id="389" name="Text Box 155">
            <a:extLst>
              <a:ext uri="{FF2B5EF4-FFF2-40B4-BE49-F238E27FC236}">
                <a16:creationId xmlns:a16="http://schemas.microsoft.com/office/drawing/2014/main" id="{0FF8CA2B-A0E7-0344-8C3D-752022E95862}"/>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80B8D10B-0E57-694A-9F60-7DD157680859}"/>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32F92D03-3F10-DD48-B916-C1A813CAA4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635DC8EF-D2DF-1140-8A94-D496AE9162F9}"/>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6BDF7141-8B18-8848-AE3F-A1F240A514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F0AA71CC-9F7D-4E4A-AFD3-E4FC2EDB50F7}"/>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478F089D-1CBD-064E-9E01-09DBACFE457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999308BB-3AD9-964C-9A37-585EA1CB999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50215675-D41A-884A-B70C-7A7A34B47E9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67C07E3F-A680-3448-A285-F67163D5598B}"/>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D6FEFC34-2380-1C46-9401-C809C94E04B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C27B64F7-2309-1F46-B525-0FF1CC0B3EEF}"/>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6D904DDE-01FC-1A4C-8025-88A928752A2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E3315A06-9E1B-AC4A-906F-1640B3605CB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4B5E6F6D-A780-9F4A-B4CB-418F530E745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49CD3CF5-0077-7D4A-A378-2AAAA4CDE38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4E2747DD-F96B-124E-8BF8-EC78D4C82E5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5D228080-AAA4-AE4F-B2E0-444A375E9A9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12335ADB-FB5B-8540-ADE8-01DE4817A54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71BBEFC9-2EAD-0E4D-971B-FFE9F04A99D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AD467B30-53F9-E544-872F-75037A60A504}"/>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09BD1056-1239-AA4F-9F79-BC195E4B831A}"/>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EE44984-E799-7448-B48B-0A3E5E326634}"/>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F82A5B30-CFF4-9045-B98E-022A2D6583D3}"/>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1" name="AutoShape 34">
            <a:extLst>
              <a:ext uri="{FF2B5EF4-FFF2-40B4-BE49-F238E27FC236}">
                <a16:creationId xmlns:a16="http://schemas.microsoft.com/office/drawing/2014/main" id="{BBFE8651-7E0E-9B42-83C9-13A7DD110D1A}"/>
              </a:ext>
            </a:extLst>
          </p:cNvPr>
          <p:cNvSpPr>
            <a:spLocks noChangeArrowheads="1"/>
          </p:cNvSpPr>
          <p:nvPr/>
        </p:nvSpPr>
        <p:spPr bwMode="auto">
          <a:xfrm>
            <a:off x="1924545" y="2812267"/>
            <a:ext cx="976312" cy="4857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2" name="Group 45">
            <a:extLst>
              <a:ext uri="{FF2B5EF4-FFF2-40B4-BE49-F238E27FC236}">
                <a16:creationId xmlns:a16="http://schemas.microsoft.com/office/drawing/2014/main" id="{7B2B7B83-C525-AC47-97F2-A2D1D1034FEF}"/>
              </a:ext>
            </a:extLst>
          </p:cNvPr>
          <p:cNvGrpSpPr>
            <a:grpSpLocks/>
          </p:cNvGrpSpPr>
          <p:nvPr/>
        </p:nvGrpSpPr>
        <p:grpSpPr bwMode="auto">
          <a:xfrm>
            <a:off x="2289670" y="1648630"/>
            <a:ext cx="976312" cy="1460500"/>
            <a:chOff x="651" y="681"/>
            <a:chExt cx="615" cy="920"/>
          </a:xfrm>
        </p:grpSpPr>
        <p:sp>
          <p:nvSpPr>
            <p:cNvPr id="463" name="Freeform 46">
              <a:extLst>
                <a:ext uri="{FF2B5EF4-FFF2-40B4-BE49-F238E27FC236}">
                  <a16:creationId xmlns:a16="http://schemas.microsoft.com/office/drawing/2014/main" id="{2F8E5860-1F4A-9441-8643-FF367740000B}"/>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7000"/>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4" name="Group 47">
              <a:extLst>
                <a:ext uri="{FF2B5EF4-FFF2-40B4-BE49-F238E27FC236}">
                  <a16:creationId xmlns:a16="http://schemas.microsoft.com/office/drawing/2014/main" id="{619D3750-75CE-7146-8080-07A05B2EE1C4}"/>
                </a:ext>
              </a:extLst>
            </p:cNvPr>
            <p:cNvGrpSpPr>
              <a:grpSpLocks/>
            </p:cNvGrpSpPr>
            <p:nvPr/>
          </p:nvGrpSpPr>
          <p:grpSpPr bwMode="auto">
            <a:xfrm>
              <a:off x="651" y="681"/>
              <a:ext cx="501" cy="828"/>
              <a:chOff x="569" y="2954"/>
              <a:chExt cx="501" cy="828"/>
            </a:xfrm>
          </p:grpSpPr>
          <p:sp>
            <p:nvSpPr>
              <p:cNvPr id="465" name="Rectangle 48">
                <a:extLst>
                  <a:ext uri="{FF2B5EF4-FFF2-40B4-BE49-F238E27FC236}">
                    <a16:creationId xmlns:a16="http://schemas.microsoft.com/office/drawing/2014/main" id="{28385ECE-1698-FA48-9005-E85B7ADAEBD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schemeClr val="tx1">
                    <a:alpha val="40000"/>
                  </a:scheme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Text Box 49">
                <a:extLst>
                  <a:ext uri="{FF2B5EF4-FFF2-40B4-BE49-F238E27FC236}">
                    <a16:creationId xmlns:a16="http://schemas.microsoft.com/office/drawing/2014/main" id="{03E8F625-EC95-7449-B696-847DBF4C1339}"/>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467" name="Line 50">
                <a:extLst>
                  <a:ext uri="{FF2B5EF4-FFF2-40B4-BE49-F238E27FC236}">
                    <a16:creationId xmlns:a16="http://schemas.microsoft.com/office/drawing/2014/main" id="{DF468FDE-40E4-0648-9839-DDE0332A0778}"/>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8" name="Line 51">
                <a:extLst>
                  <a:ext uri="{FF2B5EF4-FFF2-40B4-BE49-F238E27FC236}">
                    <a16:creationId xmlns:a16="http://schemas.microsoft.com/office/drawing/2014/main" id="{99D4E4D8-7BA2-1841-8740-092F3F2C1D2F}"/>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9" name="Line 52">
                <a:extLst>
                  <a:ext uri="{FF2B5EF4-FFF2-40B4-BE49-F238E27FC236}">
                    <a16:creationId xmlns:a16="http://schemas.microsoft.com/office/drawing/2014/main" id="{46C4BB73-5326-6148-BB43-C6C4C685FFA6}"/>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Line 53">
                <a:extLst>
                  <a:ext uri="{FF2B5EF4-FFF2-40B4-BE49-F238E27FC236}">
                    <a16:creationId xmlns:a16="http://schemas.microsoft.com/office/drawing/2014/main" id="{867C305B-8FC7-2546-83B8-7B677B4EFC65}"/>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1" name="Group 54">
            <a:extLst>
              <a:ext uri="{FF2B5EF4-FFF2-40B4-BE49-F238E27FC236}">
                <a16:creationId xmlns:a16="http://schemas.microsoft.com/office/drawing/2014/main" id="{E55B3AA2-EA61-B94E-BC50-287F2699A080}"/>
              </a:ext>
            </a:extLst>
          </p:cNvPr>
          <p:cNvGrpSpPr>
            <a:grpSpLocks/>
          </p:cNvGrpSpPr>
          <p:nvPr/>
        </p:nvGrpSpPr>
        <p:grpSpPr bwMode="auto">
          <a:xfrm>
            <a:off x="1614982" y="1707367"/>
            <a:ext cx="544513" cy="244475"/>
            <a:chOff x="844" y="3337"/>
            <a:chExt cx="343" cy="154"/>
          </a:xfrm>
        </p:grpSpPr>
        <p:sp>
          <p:nvSpPr>
            <p:cNvPr id="472" name="Rectangle 55">
              <a:extLst>
                <a:ext uri="{FF2B5EF4-FFF2-40B4-BE49-F238E27FC236}">
                  <a16:creationId xmlns:a16="http://schemas.microsoft.com/office/drawing/2014/main" id="{3DF8187C-0350-B949-8481-A4B53A2BD3A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3" name="Text Box 56">
              <a:extLst>
                <a:ext uri="{FF2B5EF4-FFF2-40B4-BE49-F238E27FC236}">
                  <a16:creationId xmlns:a16="http://schemas.microsoft.com/office/drawing/2014/main" id="{EB5DBBE5-0C11-2943-8F1C-55F942DDF6AE}"/>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74" name="Group 57">
            <a:extLst>
              <a:ext uri="{FF2B5EF4-FFF2-40B4-BE49-F238E27FC236}">
                <a16:creationId xmlns:a16="http://schemas.microsoft.com/office/drawing/2014/main" id="{E686DD6D-38C2-4641-89AF-94A0FB1D1070}"/>
              </a:ext>
            </a:extLst>
          </p:cNvPr>
          <p:cNvGrpSpPr>
            <a:grpSpLocks/>
          </p:cNvGrpSpPr>
          <p:nvPr/>
        </p:nvGrpSpPr>
        <p:grpSpPr bwMode="auto">
          <a:xfrm>
            <a:off x="1160957" y="1726417"/>
            <a:ext cx="1081088" cy="1166813"/>
            <a:chOff x="42" y="744"/>
            <a:chExt cx="681" cy="735"/>
          </a:xfrm>
        </p:grpSpPr>
        <p:grpSp>
          <p:nvGrpSpPr>
            <p:cNvPr id="475" name="Group 58">
              <a:extLst>
                <a:ext uri="{FF2B5EF4-FFF2-40B4-BE49-F238E27FC236}">
                  <a16:creationId xmlns:a16="http://schemas.microsoft.com/office/drawing/2014/main" id="{1FDCAE0E-7CF7-A44C-8CC2-1F6556F81A91}"/>
                </a:ext>
              </a:extLst>
            </p:cNvPr>
            <p:cNvGrpSpPr>
              <a:grpSpLocks/>
            </p:cNvGrpSpPr>
            <p:nvPr/>
          </p:nvGrpSpPr>
          <p:grpSpPr bwMode="auto">
            <a:xfrm>
              <a:off x="42" y="886"/>
              <a:ext cx="681" cy="468"/>
              <a:chOff x="42" y="886"/>
              <a:chExt cx="681" cy="468"/>
            </a:xfrm>
          </p:grpSpPr>
          <p:grpSp>
            <p:nvGrpSpPr>
              <p:cNvPr id="477" name="Group 59">
                <a:extLst>
                  <a:ext uri="{FF2B5EF4-FFF2-40B4-BE49-F238E27FC236}">
                    <a16:creationId xmlns:a16="http://schemas.microsoft.com/office/drawing/2014/main" id="{B1A03342-AE12-CE42-8220-1A81C441863C}"/>
                  </a:ext>
                </a:extLst>
              </p:cNvPr>
              <p:cNvGrpSpPr>
                <a:grpSpLocks/>
              </p:cNvGrpSpPr>
              <p:nvPr/>
            </p:nvGrpSpPr>
            <p:grpSpPr bwMode="auto">
              <a:xfrm>
                <a:off x="278" y="886"/>
                <a:ext cx="397" cy="154"/>
                <a:chOff x="740" y="3209"/>
                <a:chExt cx="397" cy="154"/>
              </a:xfrm>
            </p:grpSpPr>
            <p:grpSp>
              <p:nvGrpSpPr>
                <p:cNvPr id="502" name="Group 60">
                  <a:extLst>
                    <a:ext uri="{FF2B5EF4-FFF2-40B4-BE49-F238E27FC236}">
                      <a16:creationId xmlns:a16="http://schemas.microsoft.com/office/drawing/2014/main" id="{C141BB4A-81BE-5F41-82F7-F6E6B820E21E}"/>
                    </a:ext>
                  </a:extLst>
                </p:cNvPr>
                <p:cNvGrpSpPr>
                  <a:grpSpLocks/>
                </p:cNvGrpSpPr>
                <p:nvPr/>
              </p:nvGrpSpPr>
              <p:grpSpPr bwMode="auto">
                <a:xfrm>
                  <a:off x="794" y="3209"/>
                  <a:ext cx="343" cy="154"/>
                  <a:chOff x="844" y="3337"/>
                  <a:chExt cx="343" cy="154"/>
                </a:xfrm>
              </p:grpSpPr>
              <p:sp>
                <p:nvSpPr>
                  <p:cNvPr id="505" name="Rectangle 61">
                    <a:extLst>
                      <a:ext uri="{FF2B5EF4-FFF2-40B4-BE49-F238E27FC236}">
                        <a16:creationId xmlns:a16="http://schemas.microsoft.com/office/drawing/2014/main" id="{0057FF7C-1AD8-884B-80A9-AB7A6E108F9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6" name="Text Box 62">
                    <a:extLst>
                      <a:ext uri="{FF2B5EF4-FFF2-40B4-BE49-F238E27FC236}">
                        <a16:creationId xmlns:a16="http://schemas.microsoft.com/office/drawing/2014/main" id="{EC2B900A-E788-8441-B597-33D92CA5920C}"/>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03" name="Rectangle 63">
                  <a:extLst>
                    <a:ext uri="{FF2B5EF4-FFF2-40B4-BE49-F238E27FC236}">
                      <a16:creationId xmlns:a16="http://schemas.microsoft.com/office/drawing/2014/main" id="{963785A1-EC1C-B84C-87DF-29B9C771BE8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Rectangle 64">
                  <a:extLst>
                    <a:ext uri="{FF2B5EF4-FFF2-40B4-BE49-F238E27FC236}">
                      <a16:creationId xmlns:a16="http://schemas.microsoft.com/office/drawing/2014/main" id="{5E9D5671-4336-A144-8E1C-F9834FFEC8C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78" name="Group 65">
                <a:extLst>
                  <a:ext uri="{FF2B5EF4-FFF2-40B4-BE49-F238E27FC236}">
                    <a16:creationId xmlns:a16="http://schemas.microsoft.com/office/drawing/2014/main" id="{C554361D-96E9-9749-99BB-ABA5FD027907}"/>
                  </a:ext>
                </a:extLst>
              </p:cNvPr>
              <p:cNvGrpSpPr>
                <a:grpSpLocks/>
              </p:cNvGrpSpPr>
              <p:nvPr/>
            </p:nvGrpSpPr>
            <p:grpSpPr bwMode="auto">
              <a:xfrm>
                <a:off x="278" y="1034"/>
                <a:ext cx="397" cy="154"/>
                <a:chOff x="836" y="3305"/>
                <a:chExt cx="397" cy="154"/>
              </a:xfrm>
            </p:grpSpPr>
            <p:grpSp>
              <p:nvGrpSpPr>
                <p:cNvPr id="496" name="Group 66">
                  <a:extLst>
                    <a:ext uri="{FF2B5EF4-FFF2-40B4-BE49-F238E27FC236}">
                      <a16:creationId xmlns:a16="http://schemas.microsoft.com/office/drawing/2014/main" id="{493D2842-500B-024B-85A5-1FE62FDD1C34}"/>
                    </a:ext>
                  </a:extLst>
                </p:cNvPr>
                <p:cNvGrpSpPr>
                  <a:grpSpLocks/>
                </p:cNvGrpSpPr>
                <p:nvPr/>
              </p:nvGrpSpPr>
              <p:grpSpPr bwMode="auto">
                <a:xfrm>
                  <a:off x="890" y="3305"/>
                  <a:ext cx="343" cy="154"/>
                  <a:chOff x="844" y="3337"/>
                  <a:chExt cx="343" cy="154"/>
                </a:xfrm>
              </p:grpSpPr>
              <p:sp>
                <p:nvSpPr>
                  <p:cNvPr id="500" name="Rectangle 67">
                    <a:extLst>
                      <a:ext uri="{FF2B5EF4-FFF2-40B4-BE49-F238E27FC236}">
                        <a16:creationId xmlns:a16="http://schemas.microsoft.com/office/drawing/2014/main" id="{9D9A5E56-2778-BF43-8CCC-26552B78500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Text Box 68">
                    <a:extLst>
                      <a:ext uri="{FF2B5EF4-FFF2-40B4-BE49-F238E27FC236}">
                        <a16:creationId xmlns:a16="http://schemas.microsoft.com/office/drawing/2014/main" id="{FEA9C227-A395-5144-9B07-1A7D28C8A59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97" name="Group 69">
                  <a:extLst>
                    <a:ext uri="{FF2B5EF4-FFF2-40B4-BE49-F238E27FC236}">
                      <a16:creationId xmlns:a16="http://schemas.microsoft.com/office/drawing/2014/main" id="{84676D02-4488-A247-A8A0-7B76E879E635}"/>
                    </a:ext>
                  </a:extLst>
                </p:cNvPr>
                <p:cNvGrpSpPr>
                  <a:grpSpLocks/>
                </p:cNvGrpSpPr>
                <p:nvPr/>
              </p:nvGrpSpPr>
              <p:grpSpPr bwMode="auto">
                <a:xfrm>
                  <a:off x="836" y="3334"/>
                  <a:ext cx="354" cy="94"/>
                  <a:chOff x="836" y="3334"/>
                  <a:chExt cx="354" cy="94"/>
                </a:xfrm>
              </p:grpSpPr>
              <p:sp>
                <p:nvSpPr>
                  <p:cNvPr id="498" name="Rectangle 70">
                    <a:extLst>
                      <a:ext uri="{FF2B5EF4-FFF2-40B4-BE49-F238E27FC236}">
                        <a16:creationId xmlns:a16="http://schemas.microsoft.com/office/drawing/2014/main" id="{3855ADF3-2772-6A45-B541-A1686D02D4B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9" name="Rectangle 71">
                    <a:extLst>
                      <a:ext uri="{FF2B5EF4-FFF2-40B4-BE49-F238E27FC236}">
                        <a16:creationId xmlns:a16="http://schemas.microsoft.com/office/drawing/2014/main" id="{FB9B8C64-8890-6D4D-86FF-EA864198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9" name="Group 72">
                <a:extLst>
                  <a:ext uri="{FF2B5EF4-FFF2-40B4-BE49-F238E27FC236}">
                    <a16:creationId xmlns:a16="http://schemas.microsoft.com/office/drawing/2014/main" id="{4ED0D0FF-6D48-044B-A4CD-DEE3EE153F6C}"/>
                  </a:ext>
                </a:extLst>
              </p:cNvPr>
              <p:cNvGrpSpPr>
                <a:grpSpLocks/>
              </p:cNvGrpSpPr>
              <p:nvPr/>
            </p:nvGrpSpPr>
            <p:grpSpPr bwMode="auto">
              <a:xfrm>
                <a:off x="165" y="1054"/>
                <a:ext cx="480" cy="112"/>
                <a:chOff x="627" y="3377"/>
                <a:chExt cx="480" cy="112"/>
              </a:xfrm>
            </p:grpSpPr>
            <p:sp>
              <p:nvSpPr>
                <p:cNvPr id="494" name="Rectangle 73">
                  <a:extLst>
                    <a:ext uri="{FF2B5EF4-FFF2-40B4-BE49-F238E27FC236}">
                      <a16:creationId xmlns:a16="http://schemas.microsoft.com/office/drawing/2014/main" id="{69588944-9806-234E-B479-4DCA85C2C80D}"/>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Rectangle 74">
                  <a:extLst>
                    <a:ext uri="{FF2B5EF4-FFF2-40B4-BE49-F238E27FC236}">
                      <a16:creationId xmlns:a16="http://schemas.microsoft.com/office/drawing/2014/main" id="{6A9EE954-18E5-AB4B-91A7-8763F6FC2856}"/>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80" name="Group 75">
                <a:extLst>
                  <a:ext uri="{FF2B5EF4-FFF2-40B4-BE49-F238E27FC236}">
                    <a16:creationId xmlns:a16="http://schemas.microsoft.com/office/drawing/2014/main" id="{AE1585FE-E7DD-5148-A3DB-4D32837D611A}"/>
                  </a:ext>
                </a:extLst>
              </p:cNvPr>
              <p:cNvGrpSpPr>
                <a:grpSpLocks/>
              </p:cNvGrpSpPr>
              <p:nvPr/>
            </p:nvGrpSpPr>
            <p:grpSpPr bwMode="auto">
              <a:xfrm>
                <a:off x="42" y="1200"/>
                <a:ext cx="681" cy="154"/>
                <a:chOff x="504" y="3523"/>
                <a:chExt cx="681" cy="154"/>
              </a:xfrm>
            </p:grpSpPr>
            <p:grpSp>
              <p:nvGrpSpPr>
                <p:cNvPr id="481" name="Group 76">
                  <a:extLst>
                    <a:ext uri="{FF2B5EF4-FFF2-40B4-BE49-F238E27FC236}">
                      <a16:creationId xmlns:a16="http://schemas.microsoft.com/office/drawing/2014/main" id="{83987E26-41E7-554D-8F7B-6E3DBA2BC969}"/>
                    </a:ext>
                  </a:extLst>
                </p:cNvPr>
                <p:cNvGrpSpPr>
                  <a:grpSpLocks/>
                </p:cNvGrpSpPr>
                <p:nvPr/>
              </p:nvGrpSpPr>
              <p:grpSpPr bwMode="auto">
                <a:xfrm>
                  <a:off x="623" y="3523"/>
                  <a:ext cx="510" cy="154"/>
                  <a:chOff x="723" y="3453"/>
                  <a:chExt cx="510" cy="154"/>
                </a:xfrm>
              </p:grpSpPr>
              <p:grpSp>
                <p:nvGrpSpPr>
                  <p:cNvPr id="485" name="Group 77">
                    <a:extLst>
                      <a:ext uri="{FF2B5EF4-FFF2-40B4-BE49-F238E27FC236}">
                        <a16:creationId xmlns:a16="http://schemas.microsoft.com/office/drawing/2014/main" id="{4AA7B839-194B-D44E-B613-C09016B3870D}"/>
                      </a:ext>
                    </a:extLst>
                  </p:cNvPr>
                  <p:cNvGrpSpPr>
                    <a:grpSpLocks/>
                  </p:cNvGrpSpPr>
                  <p:nvPr/>
                </p:nvGrpSpPr>
                <p:grpSpPr bwMode="auto">
                  <a:xfrm>
                    <a:off x="836" y="3453"/>
                    <a:ext cx="397" cy="154"/>
                    <a:chOff x="836" y="3305"/>
                    <a:chExt cx="397" cy="154"/>
                  </a:xfrm>
                </p:grpSpPr>
                <p:grpSp>
                  <p:nvGrpSpPr>
                    <p:cNvPr id="488" name="Group 78">
                      <a:extLst>
                        <a:ext uri="{FF2B5EF4-FFF2-40B4-BE49-F238E27FC236}">
                          <a16:creationId xmlns:a16="http://schemas.microsoft.com/office/drawing/2014/main" id="{F12403C6-60CE-4541-A6EA-F28A0FBCF2EB}"/>
                        </a:ext>
                      </a:extLst>
                    </p:cNvPr>
                    <p:cNvGrpSpPr>
                      <a:grpSpLocks/>
                    </p:cNvGrpSpPr>
                    <p:nvPr/>
                  </p:nvGrpSpPr>
                  <p:grpSpPr bwMode="auto">
                    <a:xfrm>
                      <a:off x="890" y="3305"/>
                      <a:ext cx="343" cy="154"/>
                      <a:chOff x="844" y="3337"/>
                      <a:chExt cx="343" cy="154"/>
                    </a:xfrm>
                  </p:grpSpPr>
                  <p:sp>
                    <p:nvSpPr>
                      <p:cNvPr id="492" name="Rectangle 79">
                        <a:extLst>
                          <a:ext uri="{FF2B5EF4-FFF2-40B4-BE49-F238E27FC236}">
                            <a16:creationId xmlns:a16="http://schemas.microsoft.com/office/drawing/2014/main" id="{4B102F30-285E-0243-A491-E80C6A64887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3" name="Text Box 80">
                        <a:extLst>
                          <a:ext uri="{FF2B5EF4-FFF2-40B4-BE49-F238E27FC236}">
                            <a16:creationId xmlns:a16="http://schemas.microsoft.com/office/drawing/2014/main" id="{C27FFB91-9D35-9345-9E73-83C45819110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89" name="Group 81">
                      <a:extLst>
                        <a:ext uri="{FF2B5EF4-FFF2-40B4-BE49-F238E27FC236}">
                          <a16:creationId xmlns:a16="http://schemas.microsoft.com/office/drawing/2014/main" id="{980A2CF4-C81E-3145-91D1-132BC2EF1F40}"/>
                        </a:ext>
                      </a:extLst>
                    </p:cNvPr>
                    <p:cNvGrpSpPr>
                      <a:grpSpLocks/>
                    </p:cNvGrpSpPr>
                    <p:nvPr/>
                  </p:nvGrpSpPr>
                  <p:grpSpPr bwMode="auto">
                    <a:xfrm>
                      <a:off x="836" y="3334"/>
                      <a:ext cx="354" cy="94"/>
                      <a:chOff x="836" y="3334"/>
                      <a:chExt cx="354" cy="94"/>
                    </a:xfrm>
                  </p:grpSpPr>
                  <p:sp>
                    <p:nvSpPr>
                      <p:cNvPr id="490" name="Rectangle 82">
                        <a:extLst>
                          <a:ext uri="{FF2B5EF4-FFF2-40B4-BE49-F238E27FC236}">
                            <a16:creationId xmlns:a16="http://schemas.microsoft.com/office/drawing/2014/main" id="{60B3778C-4AEE-4A40-A3AE-9E6780DD742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1" name="Rectangle 83">
                        <a:extLst>
                          <a:ext uri="{FF2B5EF4-FFF2-40B4-BE49-F238E27FC236}">
                            <a16:creationId xmlns:a16="http://schemas.microsoft.com/office/drawing/2014/main" id="{F2AB3533-6239-FB44-A5DF-EC7054B2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86" name="Rectangle 84">
                    <a:extLst>
                      <a:ext uri="{FF2B5EF4-FFF2-40B4-BE49-F238E27FC236}">
                        <a16:creationId xmlns:a16="http://schemas.microsoft.com/office/drawing/2014/main" id="{7871167B-C99A-9745-AB39-0CFE737D467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7" name="Rectangle 85">
                    <a:extLst>
                      <a:ext uri="{FF2B5EF4-FFF2-40B4-BE49-F238E27FC236}">
                        <a16:creationId xmlns:a16="http://schemas.microsoft.com/office/drawing/2014/main" id="{6FEE651A-2F5C-3D46-9A8A-7A8FA72C5A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2" name="Rectangle 86">
                  <a:extLst>
                    <a:ext uri="{FF2B5EF4-FFF2-40B4-BE49-F238E27FC236}">
                      <a16:creationId xmlns:a16="http://schemas.microsoft.com/office/drawing/2014/main" id="{436CE76C-250A-0048-AB3B-2E594180BCD3}"/>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3" name="Rectangle 87">
                  <a:extLst>
                    <a:ext uri="{FF2B5EF4-FFF2-40B4-BE49-F238E27FC236}">
                      <a16:creationId xmlns:a16="http://schemas.microsoft.com/office/drawing/2014/main" id="{37087D94-A17E-2C49-B663-0E4892CD4F3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88">
                  <a:extLst>
                    <a:ext uri="{FF2B5EF4-FFF2-40B4-BE49-F238E27FC236}">
                      <a16:creationId xmlns:a16="http://schemas.microsoft.com/office/drawing/2014/main" id="{C9536EB0-5CE3-3B4B-A735-A853495CC46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76" name="AutoShape 89">
              <a:extLst>
                <a:ext uri="{FF2B5EF4-FFF2-40B4-BE49-F238E27FC236}">
                  <a16:creationId xmlns:a16="http://schemas.microsoft.com/office/drawing/2014/main" id="{5ED99D5F-7031-CD4F-A23A-844A773D06C9}"/>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7" name="Group 90">
            <a:extLst>
              <a:ext uri="{FF2B5EF4-FFF2-40B4-BE49-F238E27FC236}">
                <a16:creationId xmlns:a16="http://schemas.microsoft.com/office/drawing/2014/main" id="{779CE125-3275-9D45-AB58-5C559926C4EB}"/>
              </a:ext>
            </a:extLst>
          </p:cNvPr>
          <p:cNvGrpSpPr>
            <a:grpSpLocks/>
          </p:cNvGrpSpPr>
          <p:nvPr/>
        </p:nvGrpSpPr>
        <p:grpSpPr bwMode="auto">
          <a:xfrm>
            <a:off x="1745157" y="2934505"/>
            <a:ext cx="1081088" cy="244475"/>
            <a:chOff x="504" y="3523"/>
            <a:chExt cx="681" cy="154"/>
          </a:xfrm>
        </p:grpSpPr>
        <p:grpSp>
          <p:nvGrpSpPr>
            <p:cNvPr id="508" name="Group 91">
              <a:extLst>
                <a:ext uri="{FF2B5EF4-FFF2-40B4-BE49-F238E27FC236}">
                  <a16:creationId xmlns:a16="http://schemas.microsoft.com/office/drawing/2014/main" id="{DE87A52E-0FB6-8C4A-AE94-4698D4D204F3}"/>
                </a:ext>
              </a:extLst>
            </p:cNvPr>
            <p:cNvGrpSpPr>
              <a:grpSpLocks/>
            </p:cNvGrpSpPr>
            <p:nvPr/>
          </p:nvGrpSpPr>
          <p:grpSpPr bwMode="auto">
            <a:xfrm>
              <a:off x="623" y="3523"/>
              <a:ext cx="510" cy="154"/>
              <a:chOff x="723" y="3453"/>
              <a:chExt cx="510" cy="154"/>
            </a:xfrm>
          </p:grpSpPr>
          <p:grpSp>
            <p:nvGrpSpPr>
              <p:cNvPr id="512" name="Group 92">
                <a:extLst>
                  <a:ext uri="{FF2B5EF4-FFF2-40B4-BE49-F238E27FC236}">
                    <a16:creationId xmlns:a16="http://schemas.microsoft.com/office/drawing/2014/main" id="{DA67C76C-E5B1-7342-BE34-D0797625921A}"/>
                  </a:ext>
                </a:extLst>
              </p:cNvPr>
              <p:cNvGrpSpPr>
                <a:grpSpLocks/>
              </p:cNvGrpSpPr>
              <p:nvPr/>
            </p:nvGrpSpPr>
            <p:grpSpPr bwMode="auto">
              <a:xfrm>
                <a:off x="836" y="3453"/>
                <a:ext cx="397" cy="154"/>
                <a:chOff x="836" y="3305"/>
                <a:chExt cx="397" cy="154"/>
              </a:xfrm>
            </p:grpSpPr>
            <p:grpSp>
              <p:nvGrpSpPr>
                <p:cNvPr id="515" name="Group 93">
                  <a:extLst>
                    <a:ext uri="{FF2B5EF4-FFF2-40B4-BE49-F238E27FC236}">
                      <a16:creationId xmlns:a16="http://schemas.microsoft.com/office/drawing/2014/main" id="{7BE844F4-9393-7B40-95A7-50ED202A3521}"/>
                    </a:ext>
                  </a:extLst>
                </p:cNvPr>
                <p:cNvGrpSpPr>
                  <a:grpSpLocks/>
                </p:cNvGrpSpPr>
                <p:nvPr/>
              </p:nvGrpSpPr>
              <p:grpSpPr bwMode="auto">
                <a:xfrm>
                  <a:off x="890" y="3305"/>
                  <a:ext cx="343" cy="154"/>
                  <a:chOff x="844" y="3337"/>
                  <a:chExt cx="343" cy="154"/>
                </a:xfrm>
              </p:grpSpPr>
              <p:sp>
                <p:nvSpPr>
                  <p:cNvPr id="519" name="Rectangle 94">
                    <a:extLst>
                      <a:ext uri="{FF2B5EF4-FFF2-40B4-BE49-F238E27FC236}">
                        <a16:creationId xmlns:a16="http://schemas.microsoft.com/office/drawing/2014/main" id="{D55DDB2A-DD13-B64C-B0B8-6A3AF9F582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0" name="Text Box 95">
                    <a:extLst>
                      <a:ext uri="{FF2B5EF4-FFF2-40B4-BE49-F238E27FC236}">
                        <a16:creationId xmlns:a16="http://schemas.microsoft.com/office/drawing/2014/main" id="{2FA13326-D863-094B-BD45-FAFAC2DE263A}"/>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16" name="Group 96">
                  <a:extLst>
                    <a:ext uri="{FF2B5EF4-FFF2-40B4-BE49-F238E27FC236}">
                      <a16:creationId xmlns:a16="http://schemas.microsoft.com/office/drawing/2014/main" id="{4E104FB9-53D7-7047-879F-52C4E2A1CA2B}"/>
                    </a:ext>
                  </a:extLst>
                </p:cNvPr>
                <p:cNvGrpSpPr>
                  <a:grpSpLocks/>
                </p:cNvGrpSpPr>
                <p:nvPr/>
              </p:nvGrpSpPr>
              <p:grpSpPr bwMode="auto">
                <a:xfrm>
                  <a:off x="836" y="3334"/>
                  <a:ext cx="354" cy="94"/>
                  <a:chOff x="836" y="3334"/>
                  <a:chExt cx="354" cy="94"/>
                </a:xfrm>
              </p:grpSpPr>
              <p:sp>
                <p:nvSpPr>
                  <p:cNvPr id="517" name="Rectangle 97">
                    <a:extLst>
                      <a:ext uri="{FF2B5EF4-FFF2-40B4-BE49-F238E27FC236}">
                        <a16:creationId xmlns:a16="http://schemas.microsoft.com/office/drawing/2014/main" id="{3491CAE6-C0BF-2845-A8BE-CF59FB4E184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8" name="Rectangle 98">
                    <a:extLst>
                      <a:ext uri="{FF2B5EF4-FFF2-40B4-BE49-F238E27FC236}">
                        <a16:creationId xmlns:a16="http://schemas.microsoft.com/office/drawing/2014/main" id="{1BA65FFC-57F2-1940-B190-78ED97A36A1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13" name="Rectangle 99">
                <a:extLst>
                  <a:ext uri="{FF2B5EF4-FFF2-40B4-BE49-F238E27FC236}">
                    <a16:creationId xmlns:a16="http://schemas.microsoft.com/office/drawing/2014/main" id="{D2683417-4924-F844-B695-3C3D8E93C04F}"/>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100">
                <a:extLst>
                  <a:ext uri="{FF2B5EF4-FFF2-40B4-BE49-F238E27FC236}">
                    <a16:creationId xmlns:a16="http://schemas.microsoft.com/office/drawing/2014/main" id="{4D0D33D5-8C1B-2B41-87C1-4A592AD518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9" name="Rectangle 101">
              <a:extLst>
                <a:ext uri="{FF2B5EF4-FFF2-40B4-BE49-F238E27FC236}">
                  <a16:creationId xmlns:a16="http://schemas.microsoft.com/office/drawing/2014/main" id="{78D15BF2-6070-1F4C-86A1-0614C2EC3A0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Rectangle 102">
              <a:extLst>
                <a:ext uri="{FF2B5EF4-FFF2-40B4-BE49-F238E27FC236}">
                  <a16:creationId xmlns:a16="http://schemas.microsoft.com/office/drawing/2014/main" id="{FD86650F-D708-CD41-A5A3-676346E3D3A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Rectangle 103">
              <a:extLst>
                <a:ext uri="{FF2B5EF4-FFF2-40B4-BE49-F238E27FC236}">
                  <a16:creationId xmlns:a16="http://schemas.microsoft.com/office/drawing/2014/main" id="{492FA68A-0828-A447-A66B-C4BDFA67C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104">
            <a:extLst>
              <a:ext uri="{FF2B5EF4-FFF2-40B4-BE49-F238E27FC236}">
                <a16:creationId xmlns:a16="http://schemas.microsoft.com/office/drawing/2014/main" id="{DCCB5641-467D-4644-95C9-32A71707E80D}"/>
              </a:ext>
            </a:extLst>
          </p:cNvPr>
          <p:cNvGrpSpPr>
            <a:grpSpLocks/>
          </p:cNvGrpSpPr>
          <p:nvPr/>
        </p:nvGrpSpPr>
        <p:grpSpPr bwMode="auto">
          <a:xfrm>
            <a:off x="2572245" y="3626655"/>
            <a:ext cx="1316037" cy="1314450"/>
            <a:chOff x="931" y="1941"/>
            <a:chExt cx="829" cy="828"/>
          </a:xfrm>
        </p:grpSpPr>
        <p:sp>
          <p:nvSpPr>
            <p:cNvPr id="522" name="Freeform 105">
              <a:extLst>
                <a:ext uri="{FF2B5EF4-FFF2-40B4-BE49-F238E27FC236}">
                  <a16:creationId xmlns:a16="http://schemas.microsoft.com/office/drawing/2014/main" id="{7AA20FB3-1F67-9A47-8F16-ABCEFBFBCCE2}"/>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4998"/>
                  </a:srgbClr>
                </a:gs>
                <a:gs pos="100000">
                  <a:srgbClr val="000099">
                    <a:alpha val="64998"/>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106">
              <a:extLst>
                <a:ext uri="{FF2B5EF4-FFF2-40B4-BE49-F238E27FC236}">
                  <a16:creationId xmlns:a16="http://schemas.microsoft.com/office/drawing/2014/main" id="{D87A412F-CAAD-A14A-A57B-6BD2A6D6C83F}"/>
                </a:ext>
              </a:extLst>
            </p:cNvPr>
            <p:cNvGrpSpPr>
              <a:grpSpLocks/>
            </p:cNvGrpSpPr>
            <p:nvPr/>
          </p:nvGrpSpPr>
          <p:grpSpPr bwMode="auto">
            <a:xfrm>
              <a:off x="931" y="1941"/>
              <a:ext cx="501" cy="828"/>
              <a:chOff x="569" y="2954"/>
              <a:chExt cx="501" cy="828"/>
            </a:xfrm>
          </p:grpSpPr>
          <p:sp>
            <p:nvSpPr>
              <p:cNvPr id="524" name="Rectangle 107">
                <a:extLst>
                  <a:ext uri="{FF2B5EF4-FFF2-40B4-BE49-F238E27FC236}">
                    <a16:creationId xmlns:a16="http://schemas.microsoft.com/office/drawing/2014/main" id="{303F62B8-B24E-FD48-9E39-6434CCE88D7A}"/>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5" name="Text Box 108">
                <a:extLst>
                  <a:ext uri="{FF2B5EF4-FFF2-40B4-BE49-F238E27FC236}">
                    <a16:creationId xmlns:a16="http://schemas.microsoft.com/office/drawing/2014/main" id="{46FF09C4-D1E5-BE40-9DD5-C470003A82C1}"/>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526" name="Line 109">
                <a:extLst>
                  <a:ext uri="{FF2B5EF4-FFF2-40B4-BE49-F238E27FC236}">
                    <a16:creationId xmlns:a16="http://schemas.microsoft.com/office/drawing/2014/main" id="{91D8B561-6767-104C-98C3-B69C3B8CF71B}"/>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7" name="Line 110">
                <a:extLst>
                  <a:ext uri="{FF2B5EF4-FFF2-40B4-BE49-F238E27FC236}">
                    <a16:creationId xmlns:a16="http://schemas.microsoft.com/office/drawing/2014/main" id="{704906A5-7D3F-2E4C-B902-283BDB121B16}"/>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Line 111">
                <a:extLst>
                  <a:ext uri="{FF2B5EF4-FFF2-40B4-BE49-F238E27FC236}">
                    <a16:creationId xmlns:a16="http://schemas.microsoft.com/office/drawing/2014/main" id="{1517BF50-B417-1E40-800E-FBE526501621}"/>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Line 112">
                <a:extLst>
                  <a:ext uri="{FF2B5EF4-FFF2-40B4-BE49-F238E27FC236}">
                    <a16:creationId xmlns:a16="http://schemas.microsoft.com/office/drawing/2014/main" id="{E18E4496-B2D7-C943-A380-7C6366A21B8D}"/>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0" name="Group 113">
            <a:extLst>
              <a:ext uri="{FF2B5EF4-FFF2-40B4-BE49-F238E27FC236}">
                <a16:creationId xmlns:a16="http://schemas.microsoft.com/office/drawing/2014/main" id="{5484A2F7-3977-924F-9EB6-B0FEE950D721}"/>
              </a:ext>
            </a:extLst>
          </p:cNvPr>
          <p:cNvGrpSpPr>
            <a:grpSpLocks/>
          </p:cNvGrpSpPr>
          <p:nvPr/>
        </p:nvGrpSpPr>
        <p:grpSpPr bwMode="auto">
          <a:xfrm>
            <a:off x="1434007" y="3526642"/>
            <a:ext cx="1081088" cy="1217613"/>
            <a:chOff x="1404" y="3105"/>
            <a:chExt cx="681" cy="767"/>
          </a:xfrm>
        </p:grpSpPr>
        <p:grpSp>
          <p:nvGrpSpPr>
            <p:cNvPr id="531" name="Group 114">
              <a:extLst>
                <a:ext uri="{FF2B5EF4-FFF2-40B4-BE49-F238E27FC236}">
                  <a16:creationId xmlns:a16="http://schemas.microsoft.com/office/drawing/2014/main" id="{4ED9BB0C-BBE3-634A-9425-253829BD9028}"/>
                </a:ext>
              </a:extLst>
            </p:cNvPr>
            <p:cNvGrpSpPr>
              <a:grpSpLocks/>
            </p:cNvGrpSpPr>
            <p:nvPr/>
          </p:nvGrpSpPr>
          <p:grpSpPr bwMode="auto">
            <a:xfrm>
              <a:off x="1404" y="3355"/>
              <a:ext cx="681" cy="468"/>
              <a:chOff x="42" y="886"/>
              <a:chExt cx="681" cy="468"/>
            </a:xfrm>
          </p:grpSpPr>
          <p:grpSp>
            <p:nvGrpSpPr>
              <p:cNvPr id="536" name="Group 115">
                <a:extLst>
                  <a:ext uri="{FF2B5EF4-FFF2-40B4-BE49-F238E27FC236}">
                    <a16:creationId xmlns:a16="http://schemas.microsoft.com/office/drawing/2014/main" id="{F5CBCFC8-387D-7141-B939-86930848872D}"/>
                  </a:ext>
                </a:extLst>
              </p:cNvPr>
              <p:cNvGrpSpPr>
                <a:grpSpLocks/>
              </p:cNvGrpSpPr>
              <p:nvPr/>
            </p:nvGrpSpPr>
            <p:grpSpPr bwMode="auto">
              <a:xfrm>
                <a:off x="278" y="886"/>
                <a:ext cx="397" cy="154"/>
                <a:chOff x="740" y="3209"/>
                <a:chExt cx="397" cy="154"/>
              </a:xfrm>
            </p:grpSpPr>
            <p:grpSp>
              <p:nvGrpSpPr>
                <p:cNvPr id="561" name="Group 116">
                  <a:extLst>
                    <a:ext uri="{FF2B5EF4-FFF2-40B4-BE49-F238E27FC236}">
                      <a16:creationId xmlns:a16="http://schemas.microsoft.com/office/drawing/2014/main" id="{CA5A2866-1D47-D54F-B3FA-9F0B4E1F66B2}"/>
                    </a:ext>
                  </a:extLst>
                </p:cNvPr>
                <p:cNvGrpSpPr>
                  <a:grpSpLocks/>
                </p:cNvGrpSpPr>
                <p:nvPr/>
              </p:nvGrpSpPr>
              <p:grpSpPr bwMode="auto">
                <a:xfrm>
                  <a:off x="794" y="3209"/>
                  <a:ext cx="343" cy="154"/>
                  <a:chOff x="844" y="3337"/>
                  <a:chExt cx="343" cy="154"/>
                </a:xfrm>
              </p:grpSpPr>
              <p:sp>
                <p:nvSpPr>
                  <p:cNvPr id="564" name="Rectangle 117">
                    <a:extLst>
                      <a:ext uri="{FF2B5EF4-FFF2-40B4-BE49-F238E27FC236}">
                        <a16:creationId xmlns:a16="http://schemas.microsoft.com/office/drawing/2014/main" id="{A1798794-C1E3-6A41-9D81-8ADFCAF3F10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5" name="Text Box 118">
                    <a:extLst>
                      <a:ext uri="{FF2B5EF4-FFF2-40B4-BE49-F238E27FC236}">
                        <a16:creationId xmlns:a16="http://schemas.microsoft.com/office/drawing/2014/main" id="{18E358E2-2F94-B541-9CDB-1B4411672171}"/>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62" name="Rectangle 119">
                  <a:extLst>
                    <a:ext uri="{FF2B5EF4-FFF2-40B4-BE49-F238E27FC236}">
                      <a16:creationId xmlns:a16="http://schemas.microsoft.com/office/drawing/2014/main" id="{60E92D74-1C0E-6D4E-86F9-529F6B495154}"/>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120">
                  <a:extLst>
                    <a:ext uri="{FF2B5EF4-FFF2-40B4-BE49-F238E27FC236}">
                      <a16:creationId xmlns:a16="http://schemas.microsoft.com/office/drawing/2014/main" id="{B5A2B52B-B3F7-9A4A-8B7C-E471FA830A44}"/>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7" name="Group 121">
                <a:extLst>
                  <a:ext uri="{FF2B5EF4-FFF2-40B4-BE49-F238E27FC236}">
                    <a16:creationId xmlns:a16="http://schemas.microsoft.com/office/drawing/2014/main" id="{035DB159-9BF7-404E-8E6C-6F9ACC8B7860}"/>
                  </a:ext>
                </a:extLst>
              </p:cNvPr>
              <p:cNvGrpSpPr>
                <a:grpSpLocks/>
              </p:cNvGrpSpPr>
              <p:nvPr/>
            </p:nvGrpSpPr>
            <p:grpSpPr bwMode="auto">
              <a:xfrm>
                <a:off x="278" y="1034"/>
                <a:ext cx="397" cy="154"/>
                <a:chOff x="836" y="3305"/>
                <a:chExt cx="397" cy="154"/>
              </a:xfrm>
            </p:grpSpPr>
            <p:grpSp>
              <p:nvGrpSpPr>
                <p:cNvPr id="555" name="Group 122">
                  <a:extLst>
                    <a:ext uri="{FF2B5EF4-FFF2-40B4-BE49-F238E27FC236}">
                      <a16:creationId xmlns:a16="http://schemas.microsoft.com/office/drawing/2014/main" id="{3A1FFB78-1B84-BC4B-809E-B98424137E88}"/>
                    </a:ext>
                  </a:extLst>
                </p:cNvPr>
                <p:cNvGrpSpPr>
                  <a:grpSpLocks/>
                </p:cNvGrpSpPr>
                <p:nvPr/>
              </p:nvGrpSpPr>
              <p:grpSpPr bwMode="auto">
                <a:xfrm>
                  <a:off x="890" y="3305"/>
                  <a:ext cx="343" cy="154"/>
                  <a:chOff x="844" y="3337"/>
                  <a:chExt cx="343" cy="154"/>
                </a:xfrm>
              </p:grpSpPr>
              <p:sp>
                <p:nvSpPr>
                  <p:cNvPr id="559" name="Rectangle 123">
                    <a:extLst>
                      <a:ext uri="{FF2B5EF4-FFF2-40B4-BE49-F238E27FC236}">
                        <a16:creationId xmlns:a16="http://schemas.microsoft.com/office/drawing/2014/main" id="{9F352C53-BF43-BF4C-9D1F-B1BE99D920F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Text Box 124">
                    <a:extLst>
                      <a:ext uri="{FF2B5EF4-FFF2-40B4-BE49-F238E27FC236}">
                        <a16:creationId xmlns:a16="http://schemas.microsoft.com/office/drawing/2014/main" id="{B38F1528-1BB7-0B43-9C6C-DC547A522E2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56" name="Group 125">
                  <a:extLst>
                    <a:ext uri="{FF2B5EF4-FFF2-40B4-BE49-F238E27FC236}">
                      <a16:creationId xmlns:a16="http://schemas.microsoft.com/office/drawing/2014/main" id="{31A55DB0-04AA-8349-8D23-49271CD2569B}"/>
                    </a:ext>
                  </a:extLst>
                </p:cNvPr>
                <p:cNvGrpSpPr>
                  <a:grpSpLocks/>
                </p:cNvGrpSpPr>
                <p:nvPr/>
              </p:nvGrpSpPr>
              <p:grpSpPr bwMode="auto">
                <a:xfrm>
                  <a:off x="836" y="3334"/>
                  <a:ext cx="354" cy="94"/>
                  <a:chOff x="836" y="3334"/>
                  <a:chExt cx="354" cy="94"/>
                </a:xfrm>
              </p:grpSpPr>
              <p:sp>
                <p:nvSpPr>
                  <p:cNvPr id="557" name="Rectangle 126">
                    <a:extLst>
                      <a:ext uri="{FF2B5EF4-FFF2-40B4-BE49-F238E27FC236}">
                        <a16:creationId xmlns:a16="http://schemas.microsoft.com/office/drawing/2014/main" id="{94390F34-7CEE-7A49-84C0-E48FD2A2A08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8" name="Rectangle 127">
                    <a:extLst>
                      <a:ext uri="{FF2B5EF4-FFF2-40B4-BE49-F238E27FC236}">
                        <a16:creationId xmlns:a16="http://schemas.microsoft.com/office/drawing/2014/main" id="{538A2EF0-79E8-CD40-8370-B28254A09F29}"/>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8" name="Group 128">
                <a:extLst>
                  <a:ext uri="{FF2B5EF4-FFF2-40B4-BE49-F238E27FC236}">
                    <a16:creationId xmlns:a16="http://schemas.microsoft.com/office/drawing/2014/main" id="{E979D308-81B4-B349-A72C-F91E6667030A}"/>
                  </a:ext>
                </a:extLst>
              </p:cNvPr>
              <p:cNvGrpSpPr>
                <a:grpSpLocks/>
              </p:cNvGrpSpPr>
              <p:nvPr/>
            </p:nvGrpSpPr>
            <p:grpSpPr bwMode="auto">
              <a:xfrm>
                <a:off x="165" y="1054"/>
                <a:ext cx="480" cy="112"/>
                <a:chOff x="627" y="3377"/>
                <a:chExt cx="480" cy="112"/>
              </a:xfrm>
            </p:grpSpPr>
            <p:sp>
              <p:nvSpPr>
                <p:cNvPr id="553" name="Rectangle 129">
                  <a:extLst>
                    <a:ext uri="{FF2B5EF4-FFF2-40B4-BE49-F238E27FC236}">
                      <a16:creationId xmlns:a16="http://schemas.microsoft.com/office/drawing/2014/main" id="{03290AA5-3D74-9142-8A86-FB7F133A6896}"/>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4" name="Rectangle 130">
                  <a:extLst>
                    <a:ext uri="{FF2B5EF4-FFF2-40B4-BE49-F238E27FC236}">
                      <a16:creationId xmlns:a16="http://schemas.microsoft.com/office/drawing/2014/main" id="{83A16793-5237-0343-B0E2-17EDC0BC8A0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9" name="Group 131">
                <a:extLst>
                  <a:ext uri="{FF2B5EF4-FFF2-40B4-BE49-F238E27FC236}">
                    <a16:creationId xmlns:a16="http://schemas.microsoft.com/office/drawing/2014/main" id="{8C5CE498-6C00-1A47-A13B-047B76B73152}"/>
                  </a:ext>
                </a:extLst>
              </p:cNvPr>
              <p:cNvGrpSpPr>
                <a:grpSpLocks/>
              </p:cNvGrpSpPr>
              <p:nvPr/>
            </p:nvGrpSpPr>
            <p:grpSpPr bwMode="auto">
              <a:xfrm>
                <a:off x="42" y="1200"/>
                <a:ext cx="681" cy="154"/>
                <a:chOff x="504" y="3523"/>
                <a:chExt cx="681" cy="154"/>
              </a:xfrm>
            </p:grpSpPr>
            <p:grpSp>
              <p:nvGrpSpPr>
                <p:cNvPr id="540" name="Group 132">
                  <a:extLst>
                    <a:ext uri="{FF2B5EF4-FFF2-40B4-BE49-F238E27FC236}">
                      <a16:creationId xmlns:a16="http://schemas.microsoft.com/office/drawing/2014/main" id="{23F62EBA-E6FB-0649-93C1-969E5CB760B5}"/>
                    </a:ext>
                  </a:extLst>
                </p:cNvPr>
                <p:cNvGrpSpPr>
                  <a:grpSpLocks/>
                </p:cNvGrpSpPr>
                <p:nvPr/>
              </p:nvGrpSpPr>
              <p:grpSpPr bwMode="auto">
                <a:xfrm>
                  <a:off x="623" y="3523"/>
                  <a:ext cx="510" cy="154"/>
                  <a:chOff x="723" y="3453"/>
                  <a:chExt cx="510" cy="154"/>
                </a:xfrm>
              </p:grpSpPr>
              <p:grpSp>
                <p:nvGrpSpPr>
                  <p:cNvPr id="544" name="Group 133">
                    <a:extLst>
                      <a:ext uri="{FF2B5EF4-FFF2-40B4-BE49-F238E27FC236}">
                        <a16:creationId xmlns:a16="http://schemas.microsoft.com/office/drawing/2014/main" id="{4EA75669-10CD-3341-B63D-39C3D42157CB}"/>
                      </a:ext>
                    </a:extLst>
                  </p:cNvPr>
                  <p:cNvGrpSpPr>
                    <a:grpSpLocks/>
                  </p:cNvGrpSpPr>
                  <p:nvPr/>
                </p:nvGrpSpPr>
                <p:grpSpPr bwMode="auto">
                  <a:xfrm>
                    <a:off x="836" y="3453"/>
                    <a:ext cx="397" cy="154"/>
                    <a:chOff x="836" y="3305"/>
                    <a:chExt cx="397" cy="154"/>
                  </a:xfrm>
                </p:grpSpPr>
                <p:grpSp>
                  <p:nvGrpSpPr>
                    <p:cNvPr id="547" name="Group 134">
                      <a:extLst>
                        <a:ext uri="{FF2B5EF4-FFF2-40B4-BE49-F238E27FC236}">
                          <a16:creationId xmlns:a16="http://schemas.microsoft.com/office/drawing/2014/main" id="{3DB8D785-CA4C-4F45-BC85-C0F2E04386BE}"/>
                        </a:ext>
                      </a:extLst>
                    </p:cNvPr>
                    <p:cNvGrpSpPr>
                      <a:grpSpLocks/>
                    </p:cNvGrpSpPr>
                    <p:nvPr/>
                  </p:nvGrpSpPr>
                  <p:grpSpPr bwMode="auto">
                    <a:xfrm>
                      <a:off x="890" y="3305"/>
                      <a:ext cx="343" cy="154"/>
                      <a:chOff x="844" y="3337"/>
                      <a:chExt cx="343" cy="154"/>
                    </a:xfrm>
                  </p:grpSpPr>
                  <p:sp>
                    <p:nvSpPr>
                      <p:cNvPr id="551" name="Rectangle 135">
                        <a:extLst>
                          <a:ext uri="{FF2B5EF4-FFF2-40B4-BE49-F238E27FC236}">
                            <a16:creationId xmlns:a16="http://schemas.microsoft.com/office/drawing/2014/main" id="{73BF9FED-27A2-D749-A9D4-97C2F2137CB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2" name="Text Box 136">
                        <a:extLst>
                          <a:ext uri="{FF2B5EF4-FFF2-40B4-BE49-F238E27FC236}">
                            <a16:creationId xmlns:a16="http://schemas.microsoft.com/office/drawing/2014/main" id="{E27DFA6B-3DCF-5E41-804E-1E89D6FAC5B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48" name="Group 137">
                      <a:extLst>
                        <a:ext uri="{FF2B5EF4-FFF2-40B4-BE49-F238E27FC236}">
                          <a16:creationId xmlns:a16="http://schemas.microsoft.com/office/drawing/2014/main" id="{FE60BC03-5895-2849-A9B5-3A91D2E61F50}"/>
                        </a:ext>
                      </a:extLst>
                    </p:cNvPr>
                    <p:cNvGrpSpPr>
                      <a:grpSpLocks/>
                    </p:cNvGrpSpPr>
                    <p:nvPr/>
                  </p:nvGrpSpPr>
                  <p:grpSpPr bwMode="auto">
                    <a:xfrm>
                      <a:off x="836" y="3334"/>
                      <a:ext cx="354" cy="94"/>
                      <a:chOff x="836" y="3334"/>
                      <a:chExt cx="354" cy="94"/>
                    </a:xfrm>
                  </p:grpSpPr>
                  <p:sp>
                    <p:nvSpPr>
                      <p:cNvPr id="549" name="Rectangle 138">
                        <a:extLst>
                          <a:ext uri="{FF2B5EF4-FFF2-40B4-BE49-F238E27FC236}">
                            <a16:creationId xmlns:a16="http://schemas.microsoft.com/office/drawing/2014/main" id="{1CC6F6E7-056B-BE49-9EDE-9E4820DFF9C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Rectangle 139">
                        <a:extLst>
                          <a:ext uri="{FF2B5EF4-FFF2-40B4-BE49-F238E27FC236}">
                            <a16:creationId xmlns:a16="http://schemas.microsoft.com/office/drawing/2014/main" id="{B2370641-92E5-B14E-A98F-A1929AC4C3D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45" name="Rectangle 140">
                    <a:extLst>
                      <a:ext uri="{FF2B5EF4-FFF2-40B4-BE49-F238E27FC236}">
                        <a16:creationId xmlns:a16="http://schemas.microsoft.com/office/drawing/2014/main" id="{951CE1B5-0E7C-F545-B1CE-3FD9A3AC942C}"/>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6" name="Rectangle 141">
                    <a:extLst>
                      <a:ext uri="{FF2B5EF4-FFF2-40B4-BE49-F238E27FC236}">
                        <a16:creationId xmlns:a16="http://schemas.microsoft.com/office/drawing/2014/main" id="{EBF50DB3-3EEA-3744-B3C7-26A8B5DAB3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41" name="Rectangle 142">
                  <a:extLst>
                    <a:ext uri="{FF2B5EF4-FFF2-40B4-BE49-F238E27FC236}">
                      <a16:creationId xmlns:a16="http://schemas.microsoft.com/office/drawing/2014/main" id="{11872743-8187-794A-A4CC-C207808DE17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2" name="Rectangle 143">
                  <a:extLst>
                    <a:ext uri="{FF2B5EF4-FFF2-40B4-BE49-F238E27FC236}">
                      <a16:creationId xmlns:a16="http://schemas.microsoft.com/office/drawing/2014/main" id="{90686308-79B3-A741-A38F-0A9A27CC5A6D}"/>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3" name="Rectangle 144">
                  <a:extLst>
                    <a:ext uri="{FF2B5EF4-FFF2-40B4-BE49-F238E27FC236}">
                      <a16:creationId xmlns:a16="http://schemas.microsoft.com/office/drawing/2014/main" id="{94336876-4C09-4F47-8836-78A0B6D3F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32" name="AutoShape 145">
              <a:extLst>
                <a:ext uri="{FF2B5EF4-FFF2-40B4-BE49-F238E27FC236}">
                  <a16:creationId xmlns:a16="http://schemas.microsoft.com/office/drawing/2014/main" id="{0E9EC902-9ADE-1B41-89CD-08F40DDC5C44}"/>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3" name="Group 146">
              <a:extLst>
                <a:ext uri="{FF2B5EF4-FFF2-40B4-BE49-F238E27FC236}">
                  <a16:creationId xmlns:a16="http://schemas.microsoft.com/office/drawing/2014/main" id="{26A646AA-2BA0-7E43-9602-AD9BD44C7E9C}"/>
                </a:ext>
              </a:extLst>
            </p:cNvPr>
            <p:cNvGrpSpPr>
              <a:grpSpLocks/>
            </p:cNvGrpSpPr>
            <p:nvPr/>
          </p:nvGrpSpPr>
          <p:grpSpPr bwMode="auto">
            <a:xfrm>
              <a:off x="1695" y="3227"/>
              <a:ext cx="343" cy="154"/>
              <a:chOff x="844" y="3337"/>
              <a:chExt cx="343" cy="154"/>
            </a:xfrm>
          </p:grpSpPr>
          <p:sp>
            <p:nvSpPr>
              <p:cNvPr id="534" name="Rectangle 147">
                <a:extLst>
                  <a:ext uri="{FF2B5EF4-FFF2-40B4-BE49-F238E27FC236}">
                    <a16:creationId xmlns:a16="http://schemas.microsoft.com/office/drawing/2014/main" id="{07E25020-7B37-A04F-BC9F-CC664C1E33E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5" name="Text Box 148">
                <a:extLst>
                  <a:ext uri="{FF2B5EF4-FFF2-40B4-BE49-F238E27FC236}">
                    <a16:creationId xmlns:a16="http://schemas.microsoft.com/office/drawing/2014/main" id="{B71D74B2-5C0B-684C-9277-C20B9E2C862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grpSp>
        <p:nvGrpSpPr>
          <p:cNvPr id="566" name="Group 149">
            <a:extLst>
              <a:ext uri="{FF2B5EF4-FFF2-40B4-BE49-F238E27FC236}">
                <a16:creationId xmlns:a16="http://schemas.microsoft.com/office/drawing/2014/main" id="{2E81670D-D7D0-154D-B0F0-B1DC32F51443}"/>
              </a:ext>
            </a:extLst>
          </p:cNvPr>
          <p:cNvGrpSpPr>
            <a:grpSpLocks/>
          </p:cNvGrpSpPr>
          <p:nvPr/>
        </p:nvGrpSpPr>
        <p:grpSpPr bwMode="auto">
          <a:xfrm>
            <a:off x="1897557" y="3723492"/>
            <a:ext cx="544513" cy="244475"/>
            <a:chOff x="844" y="3337"/>
            <a:chExt cx="343" cy="154"/>
          </a:xfrm>
        </p:grpSpPr>
        <p:sp>
          <p:nvSpPr>
            <p:cNvPr id="567" name="Rectangle 150">
              <a:extLst>
                <a:ext uri="{FF2B5EF4-FFF2-40B4-BE49-F238E27FC236}">
                  <a16:creationId xmlns:a16="http://schemas.microsoft.com/office/drawing/2014/main" id="{33380EC7-93CD-4144-9F2C-0AA18AC6889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8" name="Text Box 151">
              <a:extLst>
                <a:ext uri="{FF2B5EF4-FFF2-40B4-BE49-F238E27FC236}">
                  <a16:creationId xmlns:a16="http://schemas.microsoft.com/office/drawing/2014/main" id="{13B09AE2-5621-164B-9E6B-3A5B813C5718}"/>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05" name="Group 201">
            <a:extLst>
              <a:ext uri="{FF2B5EF4-FFF2-40B4-BE49-F238E27FC236}">
                <a16:creationId xmlns:a16="http://schemas.microsoft.com/office/drawing/2014/main" id="{FF87DDB3-D188-D547-94FA-34A4BD6E75FA}"/>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5A116C24-FD0D-524C-BD54-B4D1A03203D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22E9C8DE-01FD-FB4C-AD1A-AD1033A7A9AF}"/>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38BFE3EF-3D4D-7745-9107-327DDE88484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C815899E-2C99-B94F-8093-F7DF2F779BE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12F4A1ED-74F2-2743-B6CB-84BB0A70757F}"/>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87817073-3B24-5C4E-9EC6-D17AB590DA3B}"/>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47D7B5F5-F21D-AA47-969B-32D82A486244}"/>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C5BFB547-41DA-CE47-8F2A-07B32691DB8A}"/>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F7426E26-DFD3-4E49-A4AB-E7D92EADE261}"/>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1E5DE22A-3A7E-E34D-BC09-C6D79D5E82CA}"/>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F3350D83-A37B-654F-BC15-3B64D5E40D8E}"/>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B18B4670-EA2C-C040-B7C7-DF1C5CD3BB99}"/>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608AB031-42A8-7844-91D7-E121D7AFB0D5}"/>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BB30CE18-AA62-5D4F-9504-F379EC62815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F273493D-769A-6A47-81D6-CFE42FCEDD99}"/>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50233E91-DB46-0440-A9F4-7856CC6008A4}"/>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E318885A-C7D9-0040-AB6B-C8AFA11C930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4FB59E0D-1C06-5A47-9E38-435DD56169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2D81EDBC-2244-EE47-B91B-6015B8F4A1AB}"/>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8841436C-D828-444B-9F87-A00B9F6BF7FA}"/>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4B8D74A3-40FD-5B4C-A02E-D4E8386CF779}"/>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50AB4F2E-AE72-8D4C-AA1F-7AD8290C252A}"/>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4C094492-66FF-D74F-96E3-417905EB735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4EF43682-719C-EC42-A8EC-9D770708A3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5D1293CA-EFE7-1F4C-9252-D49ECE8A5A23}"/>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2DCDE886-6014-7445-882A-8A5AF2C0800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CBAB532C-E94C-CE4D-93FA-6D66F82A16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F79D5F24-40D8-2B4D-80F5-FF46C39FCA47}"/>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50CC80E8-B2F6-E349-9AF6-BAEE0DA6E856}"/>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3FC2A69B-7EC0-AC4A-8189-689B3A4F892D}"/>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B7A2AA25-3067-2248-9695-C58263FCF2A3}"/>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318AE34C-E894-394D-B1EF-52897C0B6EB3}"/>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92" name="Slide Number Placeholder 3">
            <a:extLst>
              <a:ext uri="{FF2B5EF4-FFF2-40B4-BE49-F238E27FC236}">
                <a16:creationId xmlns:a16="http://schemas.microsoft.com/office/drawing/2014/main" id="{4AFF1D3F-BB66-9045-AF2E-A9B9CDEA9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73</a:t>
            </a:fld>
            <a:endParaRPr lang="en-US" dirty="0"/>
          </a:p>
        </p:txBody>
      </p:sp>
    </p:spTree>
    <p:extLst>
      <p:ext uri="{BB962C8B-B14F-4D97-AF65-F5344CB8AC3E}">
        <p14:creationId xmlns:p14="http://schemas.microsoft.com/office/powerpoint/2010/main" val="120550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61"/>
                                        </p:tgtEl>
                                        <p:attrNameLst>
                                          <p:attrName>style.visibility</p:attrName>
                                        </p:attrNameLst>
                                      </p:cBhvr>
                                      <p:to>
                                        <p:strVal val="visible"/>
                                      </p:to>
                                    </p:set>
                                    <p:animEffect transition="in" filter="wipe(left)">
                                      <p:cBhvr>
                                        <p:cTn id="7" dur="500"/>
                                        <p:tgtEl>
                                          <p:spTgt spid="461"/>
                                        </p:tgtEl>
                                      </p:cBhvr>
                                    </p:animEffect>
                                  </p:childTnLst>
                                </p:cTn>
                              </p:par>
                            </p:childTnLst>
                          </p:cTn>
                        </p:par>
                        <p:par>
                          <p:cTn id="8" fill="hold">
                            <p:stCondLst>
                              <p:cond delay="500"/>
                            </p:stCondLst>
                            <p:childTnLst>
                              <p:par>
                                <p:cTn id="9" presetID="9" presetClass="exit" presetSubtype="0" fill="hold" nodeType="afterEffect">
                                  <p:stCondLst>
                                    <p:cond delay="0"/>
                                  </p:stCondLst>
                                  <p:childTnLst>
                                    <p:animEffect transition="out" filter="dissolve">
                                      <p:cBhvr>
                                        <p:cTn id="10" dur="500"/>
                                        <p:tgtEl>
                                          <p:spTgt spid="461"/>
                                        </p:tgtEl>
                                      </p:cBhvr>
                                    </p:animEffect>
                                    <p:set>
                                      <p:cBhvr>
                                        <p:cTn id="11" dur="1" fill="hold">
                                          <p:stCondLst>
                                            <p:cond delay="499"/>
                                          </p:stCondLst>
                                        </p:cTn>
                                        <p:tgtEl>
                                          <p:spTgt spid="461"/>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462"/>
                                        </p:tgtEl>
                                        <p:attrNameLst>
                                          <p:attrName>style.visibility</p:attrName>
                                        </p:attrNameLst>
                                      </p:cBhvr>
                                      <p:to>
                                        <p:strVal val="visible"/>
                                      </p:to>
                                    </p:set>
                                    <p:animEffect transition="in" filter="wipe(down)">
                                      <p:cBhvr>
                                        <p:cTn id="16" dur="500"/>
                                        <p:tgtEl>
                                          <p:spTgt spid="462"/>
                                        </p:tgtEl>
                                      </p:cBhvr>
                                    </p:animEffect>
                                  </p:childTnLst>
                                </p:cTn>
                              </p:par>
                            </p:childTnLst>
                          </p:cTn>
                        </p:par>
                        <p:par>
                          <p:cTn id="17" fill="hold">
                            <p:stCondLst>
                              <p:cond delay="500"/>
                            </p:stCondLst>
                            <p:childTnLst>
                              <p:par>
                                <p:cTn id="18" presetID="9" presetClass="entr" presetSubtype="0" fill="hold" nodeType="afterEffect">
                                  <p:stCondLst>
                                    <p:cond delay="0"/>
                                  </p:stCondLst>
                                  <p:childTnLst>
                                    <p:set>
                                      <p:cBhvr>
                                        <p:cTn id="19" dur="1" fill="hold">
                                          <p:stCondLst>
                                            <p:cond delay="0"/>
                                          </p:stCondLst>
                                        </p:cTn>
                                        <p:tgtEl>
                                          <p:spTgt spid="471"/>
                                        </p:tgtEl>
                                        <p:attrNameLst>
                                          <p:attrName>style.visibility</p:attrName>
                                        </p:attrNameLst>
                                      </p:cBhvr>
                                      <p:to>
                                        <p:strVal val="visible"/>
                                      </p:to>
                                    </p:set>
                                    <p:animEffect transition="in" filter="dissolve">
                                      <p:cBhvr>
                                        <p:cTn id="20" dur="500"/>
                                        <p:tgtEl>
                                          <p:spTgt spid="471"/>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379">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474"/>
                                        </p:tgtEl>
                                        <p:attrNameLst>
                                          <p:attrName>style.visibility</p:attrName>
                                        </p:attrNameLst>
                                      </p:cBhvr>
                                      <p:to>
                                        <p:strVal val="visible"/>
                                      </p:to>
                                    </p:set>
                                    <p:animEffect transition="in" filter="wipe(up)">
                                      <p:cBhvr>
                                        <p:cTn id="27" dur="500"/>
                                        <p:tgtEl>
                                          <p:spTgt spid="474"/>
                                        </p:tgtEl>
                                      </p:cBhvr>
                                    </p:animEffect>
                                  </p:childTnLst>
                                </p:cTn>
                              </p:par>
                              <p:par>
                                <p:cTn id="28" presetID="1" presetClass="entr" presetSubtype="0" fill="hold" grpId="0" nodeType="withEffect">
                                  <p:stCondLst>
                                    <p:cond delay="0"/>
                                  </p:stCondLst>
                                  <p:childTnLst>
                                    <p:set>
                                      <p:cBhvr>
                                        <p:cTn id="29" dur="1" fill="hold">
                                          <p:stCondLst>
                                            <p:cond delay="0"/>
                                          </p:stCondLst>
                                        </p:cTn>
                                        <p:tgtEl>
                                          <p:spTgt spid="38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471"/>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474"/>
                                        </p:tgtEl>
                                        <p:attrNameLst>
                                          <p:attrName>style.visibility</p:attrName>
                                        </p:attrNameLst>
                                      </p:cBhvr>
                                      <p:to>
                                        <p:strVal val="hidden"/>
                                      </p:to>
                                    </p:set>
                                  </p:childTnLst>
                                </p:cTn>
                              </p:par>
                            </p:childTnLst>
                          </p:cTn>
                        </p:par>
                        <p:par>
                          <p:cTn id="36" fill="hold">
                            <p:stCondLst>
                              <p:cond delay="0"/>
                            </p:stCondLst>
                            <p:childTnLst>
                              <p:par>
                                <p:cTn id="37" presetID="1" presetClass="entr" presetSubtype="0" fill="hold" nodeType="afterEffect">
                                  <p:stCondLst>
                                    <p:cond delay="0"/>
                                  </p:stCondLst>
                                  <p:childTnLst>
                                    <p:set>
                                      <p:cBhvr>
                                        <p:cTn id="38" dur="1" fill="hold">
                                          <p:stCondLst>
                                            <p:cond delay="0"/>
                                          </p:stCondLst>
                                        </p:cTn>
                                        <p:tgtEl>
                                          <p:spTgt spid="50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87"/>
                                        </p:tgtEl>
                                        <p:attrNameLst>
                                          <p:attrName>style.visibility</p:attrName>
                                        </p:attrNameLst>
                                      </p:cBhvr>
                                      <p:to>
                                        <p:strVal val="visible"/>
                                      </p:to>
                                    </p:set>
                                  </p:childTnLst>
                                </p:cTn>
                              </p:par>
                            </p:childTnLst>
                          </p:cTn>
                        </p:par>
                        <p:par>
                          <p:cTn id="41" fill="hold">
                            <p:stCondLst>
                              <p:cond delay="0"/>
                            </p:stCondLst>
                            <p:childTnLst>
                              <p:par>
                                <p:cTn id="42" presetID="0" presetClass="path" presetSubtype="0" accel="50000" decel="50000" fill="hold" nodeType="afterEffect">
                                  <p:stCondLst>
                                    <p:cond delay="0"/>
                                  </p:stCondLst>
                                  <p:childTnLst>
                                    <p:animMotion origin="layout" path="M -0.04831 -0.00046 L 0.22604 -0.00139 L 0.09076 0.25787 L -0.02708 0.25625 " pathEditMode="relative" rAng="0" ptsTypes="AAAA">
                                      <p:cBhvr>
                                        <p:cTn id="43" dur="2000" fill="hold"/>
                                        <p:tgtEl>
                                          <p:spTgt spid="507"/>
                                        </p:tgtEl>
                                        <p:attrNameLst>
                                          <p:attrName>ppt_x</p:attrName>
                                          <p:attrName>ppt_y</p:attrName>
                                        </p:attrNameLst>
                                      </p:cBhvr>
                                      <p:rCtr x="13724" y="12870"/>
                                    </p:animMotion>
                                  </p:childTnLst>
                                </p:cTn>
                              </p:par>
                            </p:childTnLst>
                          </p:cTn>
                        </p:par>
                        <p:par>
                          <p:cTn id="44" fill="hold">
                            <p:stCondLst>
                              <p:cond delay="2000"/>
                            </p:stCondLst>
                            <p:childTnLst>
                              <p:par>
                                <p:cTn id="45" presetID="22" presetClass="entr" presetSubtype="2" fill="hold" nodeType="afterEffect">
                                  <p:stCondLst>
                                    <p:cond delay="0"/>
                                  </p:stCondLst>
                                  <p:childTnLst>
                                    <p:set>
                                      <p:cBhvr>
                                        <p:cTn id="46" dur="1" fill="hold">
                                          <p:stCondLst>
                                            <p:cond delay="0"/>
                                          </p:stCondLst>
                                        </p:cTn>
                                        <p:tgtEl>
                                          <p:spTgt spid="521"/>
                                        </p:tgtEl>
                                        <p:attrNameLst>
                                          <p:attrName>style.visibility</p:attrName>
                                        </p:attrNameLst>
                                      </p:cBhvr>
                                      <p:to>
                                        <p:strVal val="visible"/>
                                      </p:to>
                                    </p:set>
                                    <p:animEffect transition="in" filter="wipe(right)">
                                      <p:cBhvr>
                                        <p:cTn id="47" dur="500"/>
                                        <p:tgtEl>
                                          <p:spTgt spid="52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nodeType="clickEffect">
                                  <p:stCondLst>
                                    <p:cond delay="0"/>
                                  </p:stCondLst>
                                  <p:childTnLst>
                                    <p:set>
                                      <p:cBhvr>
                                        <p:cTn id="51" dur="1" fill="hold">
                                          <p:stCondLst>
                                            <p:cond delay="0"/>
                                          </p:stCondLst>
                                        </p:cTn>
                                        <p:tgtEl>
                                          <p:spTgt spid="530"/>
                                        </p:tgtEl>
                                        <p:attrNameLst>
                                          <p:attrName>style.visibility</p:attrName>
                                        </p:attrNameLst>
                                      </p:cBhvr>
                                      <p:to>
                                        <p:strVal val="visible"/>
                                      </p:to>
                                    </p:set>
                                    <p:animEffect transition="in" filter="wipe(down)">
                                      <p:cBhvr>
                                        <p:cTn id="52" dur="1000"/>
                                        <p:tgtEl>
                                          <p:spTgt spid="530"/>
                                        </p:tgtEl>
                                      </p:cBhvr>
                                    </p:animEffect>
                                  </p:childTnLst>
                                </p:cTn>
                              </p:par>
                              <p:par>
                                <p:cTn id="53" presetID="1" presetClass="exit" presetSubtype="0" fill="hold" nodeType="withEffect">
                                  <p:stCondLst>
                                    <p:cond delay="0"/>
                                  </p:stCondLst>
                                  <p:childTnLst>
                                    <p:set>
                                      <p:cBhvr>
                                        <p:cTn id="54" dur="1" fill="hold">
                                          <p:stCondLst>
                                            <p:cond delay="0"/>
                                          </p:stCondLst>
                                        </p:cTn>
                                        <p:tgtEl>
                                          <p:spTgt spid="507"/>
                                        </p:tgtEl>
                                        <p:attrNameLst>
                                          <p:attrName>style.visibility</p:attrName>
                                        </p:attrNameLst>
                                      </p:cBhvr>
                                      <p:to>
                                        <p:strVal val="hidden"/>
                                      </p:to>
                                    </p:set>
                                  </p:childTnLst>
                                </p:cTn>
                              </p:par>
                            </p:childTnLst>
                          </p:cTn>
                        </p:par>
                        <p:par>
                          <p:cTn id="55" fill="hold">
                            <p:stCondLst>
                              <p:cond delay="1000"/>
                            </p:stCondLst>
                            <p:childTnLst>
                              <p:par>
                                <p:cTn id="56" presetID="1" presetClass="exit" presetSubtype="0" fill="hold" nodeType="afterEffect">
                                  <p:stCondLst>
                                    <p:cond delay="1000"/>
                                  </p:stCondLst>
                                  <p:childTnLst>
                                    <p:set>
                                      <p:cBhvr>
                                        <p:cTn id="57" dur="1" fill="hold">
                                          <p:stCondLst>
                                            <p:cond delay="0"/>
                                          </p:stCondLst>
                                        </p:cTn>
                                        <p:tgtEl>
                                          <p:spTgt spid="530"/>
                                        </p:tgtEl>
                                        <p:attrNameLst>
                                          <p:attrName>style.visibility</p:attrName>
                                        </p:attrNameLst>
                                      </p:cBhvr>
                                      <p:to>
                                        <p:strVal val="hidden"/>
                                      </p:to>
                                    </p:set>
                                  </p:childTnLst>
                                </p:cTn>
                              </p:par>
                              <p:par>
                                <p:cTn id="58" presetID="1" presetClass="entr" presetSubtype="0" fill="hold" grpId="0" nodeType="withEffect">
                                  <p:stCondLst>
                                    <p:cond delay="0"/>
                                  </p:stCondLst>
                                  <p:childTnLst>
                                    <p:set>
                                      <p:cBhvr>
                                        <p:cTn id="59" dur="1" fill="hold">
                                          <p:stCondLst>
                                            <p:cond delay="0"/>
                                          </p:stCondLst>
                                        </p:cTn>
                                        <p:tgtEl>
                                          <p:spTgt spid="388"/>
                                        </p:tgtEl>
                                        <p:attrNameLst>
                                          <p:attrName>style.visibility</p:attrName>
                                        </p:attrNameLst>
                                      </p:cBhvr>
                                      <p:to>
                                        <p:strVal val="visible"/>
                                      </p:to>
                                    </p:set>
                                  </p:childTnLst>
                                </p:cTn>
                              </p:par>
                              <p:par>
                                <p:cTn id="60" presetID="1" presetClass="entr" presetSubtype="0" fill="hold" nodeType="withEffect">
                                  <p:stCondLst>
                                    <p:cond delay="1000"/>
                                  </p:stCondLst>
                                  <p:childTnLst>
                                    <p:set>
                                      <p:cBhvr>
                                        <p:cTn id="61" dur="1" fill="hold">
                                          <p:stCondLst>
                                            <p:cond delay="0"/>
                                          </p:stCondLst>
                                        </p:cTn>
                                        <p:tgtEl>
                                          <p:spTgt spid="5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build="p"/>
      <p:bldP spid="386" grpId="0"/>
      <p:bldP spid="387" grpId="0"/>
      <p:bldP spid="388"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2" name="Freeform 3">
            <a:extLst>
              <a:ext uri="{FF2B5EF4-FFF2-40B4-BE49-F238E27FC236}">
                <a16:creationId xmlns:a16="http://schemas.microsoft.com/office/drawing/2014/main" id="{42214F0C-3946-2842-9FE2-86D791CF7CDE}"/>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90E651B2-5767-254D-BFFF-F98A2DA290D7}"/>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D9809221-7CE0-8046-8E91-B6753569FB9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9DC472C6-9721-C642-93DD-6200DE2D95B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52AE91E4-7763-A049-AFCC-EB7B96F0955B}"/>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A273E984-8C3A-0740-82A8-2E2599CD3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7EA2290B-2BC3-5547-860F-F85A175C85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03CB962D-CD9C-CF49-8299-D8B735987FF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F22BB5F1-324C-684A-BA10-14C9DC6D152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C77F0771-5BFA-4F46-B018-EA1196B5BD33}"/>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DC02F35E-586D-4D43-9F82-AA3C523EF1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FC2CB17F-DB64-1D42-8E09-1FB27CCC86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C4991A85-0B3F-E04D-B5FE-9ED876C292C5}"/>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D2147E93-7F10-5E4E-82A7-CD68E9613A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0E82B1F7-64A2-4B47-8098-6B78F006CB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2DAD4026-07D9-B348-8472-FAF792A031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97502A9C-2CE0-384A-BFF7-5DC0740BEC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1301" name="Rectangle 3">
            <a:extLst>
              <a:ext uri="{FF2B5EF4-FFF2-40B4-BE49-F238E27FC236}">
                <a16:creationId xmlns:a16="http://schemas.microsoft.com/office/drawing/2014/main" id="{B0905C97-5D6E-7249-9E37-7FCBF705EA8C}"/>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DHCP server formulates DHCP ACK containing client</a:t>
            </a:r>
            <a:r>
              <a:rPr kumimoji="0" lang="ja-JP"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IP address, IP address of first-hop router for client, name &amp; IP address of DNS server</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04" name="Line 43">
            <a:extLst>
              <a:ext uri="{FF2B5EF4-FFF2-40B4-BE49-F238E27FC236}">
                <a16:creationId xmlns:a16="http://schemas.microsoft.com/office/drawing/2014/main" id="{8A0432BD-BA0C-F849-9871-F783C094E73F}"/>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1446ABBB-605F-0348-9C54-5F67A0839129}"/>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7" name="Rectangle 148">
            <a:extLst>
              <a:ext uri="{FF2B5EF4-FFF2-40B4-BE49-F238E27FC236}">
                <a16:creationId xmlns:a16="http://schemas.microsoft.com/office/drawing/2014/main" id="{9158E87B-EE7D-8B47-8629-18353FFAA079}"/>
              </a:ext>
            </a:extLst>
          </p:cNvPr>
          <p:cNvSpPr>
            <a:spLocks noChangeArrowheads="1"/>
          </p:cNvSpPr>
          <p:nvPr/>
        </p:nvSpPr>
        <p:spPr bwMode="auto">
          <a:xfrm>
            <a:off x="6125069" y="3320270"/>
            <a:ext cx="5201651"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encapsulated DHCP server reply forwarded to client, demuxing up to DHCP at client</a:t>
            </a:r>
          </a:p>
        </p:txBody>
      </p:sp>
      <p:grpSp>
        <p:nvGrpSpPr>
          <p:cNvPr id="1308" name="Group 153">
            <a:extLst>
              <a:ext uri="{FF2B5EF4-FFF2-40B4-BE49-F238E27FC236}">
                <a16:creationId xmlns:a16="http://schemas.microsoft.com/office/drawing/2014/main" id="{500FCBF7-4DEA-BA4D-8711-636C42019B46}"/>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3868FFB9-BDAC-204F-B090-572CFF23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5B3F7275-C1A2-854F-BF4E-9F9DD573C24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82F23E43-540B-434A-87AB-A64D933878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A23F1653-971F-4247-B468-CAF7D647693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D9EC5F36-5E09-7C4C-8B4E-8DAF3F4D8DFE}"/>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01712AF2-06FB-1449-BF57-9F872CAC3DD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AD274FB9-59F2-B843-83F1-3A45B5E61BAE}"/>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FD303974-7F87-0A4E-B5B4-44C379AFBE9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7FE2E5A3-CD19-A546-AB4B-0EA1E8829B87}"/>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7C6E99EF-2B63-CA4C-A5DE-9FD3B5342716}"/>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6E12DE36-0A64-834A-BBAD-E04C44B20D7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1FBE48EE-8299-0C48-AA7E-067EF21501A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5B9E5CB6-217A-FE41-ADE1-6C272A96DA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92CD83EB-B4AF-A548-A5D7-EBCD60E8A36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94C640D8-D8AA-CB46-A5DC-C4ED29645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48296531-4D47-1C43-883A-FCB34D0E766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B3B79E68-20B5-D540-9C6C-F5B052950A8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A0BC90D7-6F1C-D743-B1E1-E6AA5880C74F}"/>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67AB0043-2D4A-6C4B-A1C1-11D5C002F19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29336F87-5569-2B41-A813-4C77EA082620}"/>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14DC99A0-1B13-854A-AE94-D90A916E93B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C99CA53A-FCB0-C843-A9FA-161EA99536C6}"/>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353F74F6-1F17-C144-9E33-1C3CA4A126A4}"/>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grpSp>
        <p:nvGrpSpPr>
          <p:cNvPr id="1381" name="Group 53">
            <a:extLst>
              <a:ext uri="{FF2B5EF4-FFF2-40B4-BE49-F238E27FC236}">
                <a16:creationId xmlns:a16="http://schemas.microsoft.com/office/drawing/2014/main" id="{D881BBC4-DF18-094B-9377-D624EBDA50A4}"/>
              </a:ext>
            </a:extLst>
          </p:cNvPr>
          <p:cNvGrpSpPr>
            <a:grpSpLocks/>
          </p:cNvGrpSpPr>
          <p:nvPr/>
        </p:nvGrpSpPr>
        <p:grpSpPr bwMode="auto">
          <a:xfrm>
            <a:off x="1446707" y="3709208"/>
            <a:ext cx="1081088" cy="1166812"/>
            <a:chOff x="42" y="744"/>
            <a:chExt cx="681" cy="735"/>
          </a:xfrm>
        </p:grpSpPr>
        <p:grpSp>
          <p:nvGrpSpPr>
            <p:cNvPr id="1382" name="Group 54">
              <a:extLst>
                <a:ext uri="{FF2B5EF4-FFF2-40B4-BE49-F238E27FC236}">
                  <a16:creationId xmlns:a16="http://schemas.microsoft.com/office/drawing/2014/main" id="{170B4756-1C1B-FA4C-BE56-C5B53174E74B}"/>
                </a:ext>
              </a:extLst>
            </p:cNvPr>
            <p:cNvGrpSpPr>
              <a:grpSpLocks/>
            </p:cNvGrpSpPr>
            <p:nvPr/>
          </p:nvGrpSpPr>
          <p:grpSpPr bwMode="auto">
            <a:xfrm>
              <a:off x="42" y="886"/>
              <a:ext cx="681" cy="468"/>
              <a:chOff x="42" y="886"/>
              <a:chExt cx="681" cy="468"/>
            </a:xfrm>
          </p:grpSpPr>
          <p:grpSp>
            <p:nvGrpSpPr>
              <p:cNvPr id="1384" name="Group 55">
                <a:extLst>
                  <a:ext uri="{FF2B5EF4-FFF2-40B4-BE49-F238E27FC236}">
                    <a16:creationId xmlns:a16="http://schemas.microsoft.com/office/drawing/2014/main" id="{158AD155-91D9-8746-B26B-44DF570C833E}"/>
                  </a:ext>
                </a:extLst>
              </p:cNvPr>
              <p:cNvGrpSpPr>
                <a:grpSpLocks/>
              </p:cNvGrpSpPr>
              <p:nvPr/>
            </p:nvGrpSpPr>
            <p:grpSpPr bwMode="auto">
              <a:xfrm>
                <a:off x="278" y="886"/>
                <a:ext cx="397" cy="154"/>
                <a:chOff x="740" y="3209"/>
                <a:chExt cx="397" cy="154"/>
              </a:xfrm>
            </p:grpSpPr>
            <p:grpSp>
              <p:nvGrpSpPr>
                <p:cNvPr id="1409" name="Group 56">
                  <a:extLst>
                    <a:ext uri="{FF2B5EF4-FFF2-40B4-BE49-F238E27FC236}">
                      <a16:creationId xmlns:a16="http://schemas.microsoft.com/office/drawing/2014/main" id="{022CBD0E-FD62-DF4F-918D-BEF120E07F5A}"/>
                    </a:ext>
                  </a:extLst>
                </p:cNvPr>
                <p:cNvGrpSpPr>
                  <a:grpSpLocks/>
                </p:cNvGrpSpPr>
                <p:nvPr/>
              </p:nvGrpSpPr>
              <p:grpSpPr bwMode="auto">
                <a:xfrm>
                  <a:off x="794" y="3209"/>
                  <a:ext cx="343" cy="154"/>
                  <a:chOff x="844" y="3337"/>
                  <a:chExt cx="343" cy="154"/>
                </a:xfrm>
              </p:grpSpPr>
              <p:sp>
                <p:nvSpPr>
                  <p:cNvPr id="1412" name="Rectangle 57">
                    <a:extLst>
                      <a:ext uri="{FF2B5EF4-FFF2-40B4-BE49-F238E27FC236}">
                        <a16:creationId xmlns:a16="http://schemas.microsoft.com/office/drawing/2014/main" id="{13FCEBF7-0D42-0047-B009-0CE916D9415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3" name="Text Box 58">
                    <a:extLst>
                      <a:ext uri="{FF2B5EF4-FFF2-40B4-BE49-F238E27FC236}">
                        <a16:creationId xmlns:a16="http://schemas.microsoft.com/office/drawing/2014/main" id="{5F0D413F-7D55-814C-931F-A524E4DB1FFD}"/>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10" name="Rectangle 59">
                  <a:extLst>
                    <a:ext uri="{FF2B5EF4-FFF2-40B4-BE49-F238E27FC236}">
                      <a16:creationId xmlns:a16="http://schemas.microsoft.com/office/drawing/2014/main" id="{15D7051B-940C-384C-B172-5ABD896F7C38}"/>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1" name="Rectangle 60">
                  <a:extLst>
                    <a:ext uri="{FF2B5EF4-FFF2-40B4-BE49-F238E27FC236}">
                      <a16:creationId xmlns:a16="http://schemas.microsoft.com/office/drawing/2014/main" id="{3FE3CD03-0639-E04F-8E4A-4707678B3085}"/>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5" name="Group 61">
                <a:extLst>
                  <a:ext uri="{FF2B5EF4-FFF2-40B4-BE49-F238E27FC236}">
                    <a16:creationId xmlns:a16="http://schemas.microsoft.com/office/drawing/2014/main" id="{6013BA1D-3CD3-1F47-AD9B-3D59A9DDE8B6}"/>
                  </a:ext>
                </a:extLst>
              </p:cNvPr>
              <p:cNvGrpSpPr>
                <a:grpSpLocks/>
              </p:cNvGrpSpPr>
              <p:nvPr/>
            </p:nvGrpSpPr>
            <p:grpSpPr bwMode="auto">
              <a:xfrm>
                <a:off x="278" y="1034"/>
                <a:ext cx="397" cy="154"/>
                <a:chOff x="836" y="3305"/>
                <a:chExt cx="397" cy="154"/>
              </a:xfrm>
            </p:grpSpPr>
            <p:grpSp>
              <p:nvGrpSpPr>
                <p:cNvPr id="1403" name="Group 62">
                  <a:extLst>
                    <a:ext uri="{FF2B5EF4-FFF2-40B4-BE49-F238E27FC236}">
                      <a16:creationId xmlns:a16="http://schemas.microsoft.com/office/drawing/2014/main" id="{6CEF2A75-681B-8C4C-955C-38E74A0C84E1}"/>
                    </a:ext>
                  </a:extLst>
                </p:cNvPr>
                <p:cNvGrpSpPr>
                  <a:grpSpLocks/>
                </p:cNvGrpSpPr>
                <p:nvPr/>
              </p:nvGrpSpPr>
              <p:grpSpPr bwMode="auto">
                <a:xfrm>
                  <a:off x="890" y="3305"/>
                  <a:ext cx="343" cy="154"/>
                  <a:chOff x="844" y="3337"/>
                  <a:chExt cx="343" cy="154"/>
                </a:xfrm>
              </p:grpSpPr>
              <p:sp>
                <p:nvSpPr>
                  <p:cNvPr id="1407" name="Rectangle 63">
                    <a:extLst>
                      <a:ext uri="{FF2B5EF4-FFF2-40B4-BE49-F238E27FC236}">
                        <a16:creationId xmlns:a16="http://schemas.microsoft.com/office/drawing/2014/main" id="{DBE6CEFE-5986-FC41-BD88-53508D80B7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8" name="Text Box 64">
                    <a:extLst>
                      <a:ext uri="{FF2B5EF4-FFF2-40B4-BE49-F238E27FC236}">
                        <a16:creationId xmlns:a16="http://schemas.microsoft.com/office/drawing/2014/main" id="{F873FD65-9277-9F48-B366-2CA149BAA44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04" name="Group 65">
                  <a:extLst>
                    <a:ext uri="{FF2B5EF4-FFF2-40B4-BE49-F238E27FC236}">
                      <a16:creationId xmlns:a16="http://schemas.microsoft.com/office/drawing/2014/main" id="{5F0D09C2-937B-BE4D-8632-466777C6F956}"/>
                    </a:ext>
                  </a:extLst>
                </p:cNvPr>
                <p:cNvGrpSpPr>
                  <a:grpSpLocks/>
                </p:cNvGrpSpPr>
                <p:nvPr/>
              </p:nvGrpSpPr>
              <p:grpSpPr bwMode="auto">
                <a:xfrm>
                  <a:off x="836" y="3334"/>
                  <a:ext cx="354" cy="94"/>
                  <a:chOff x="836" y="3334"/>
                  <a:chExt cx="354" cy="94"/>
                </a:xfrm>
              </p:grpSpPr>
              <p:sp>
                <p:nvSpPr>
                  <p:cNvPr id="1405" name="Rectangle 66">
                    <a:extLst>
                      <a:ext uri="{FF2B5EF4-FFF2-40B4-BE49-F238E27FC236}">
                        <a16:creationId xmlns:a16="http://schemas.microsoft.com/office/drawing/2014/main" id="{A234A500-4F4E-8347-BC11-C205D6D4264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6" name="Rectangle 67">
                    <a:extLst>
                      <a:ext uri="{FF2B5EF4-FFF2-40B4-BE49-F238E27FC236}">
                        <a16:creationId xmlns:a16="http://schemas.microsoft.com/office/drawing/2014/main" id="{34061CA1-83C1-0845-AC89-87EDF10EADC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386" name="Group 68">
                <a:extLst>
                  <a:ext uri="{FF2B5EF4-FFF2-40B4-BE49-F238E27FC236}">
                    <a16:creationId xmlns:a16="http://schemas.microsoft.com/office/drawing/2014/main" id="{C84BC621-1C3C-0B4B-853A-68B80390C1C5}"/>
                  </a:ext>
                </a:extLst>
              </p:cNvPr>
              <p:cNvGrpSpPr>
                <a:grpSpLocks/>
              </p:cNvGrpSpPr>
              <p:nvPr/>
            </p:nvGrpSpPr>
            <p:grpSpPr bwMode="auto">
              <a:xfrm>
                <a:off x="165" y="1054"/>
                <a:ext cx="480" cy="112"/>
                <a:chOff x="627" y="3377"/>
                <a:chExt cx="480" cy="112"/>
              </a:xfrm>
            </p:grpSpPr>
            <p:sp>
              <p:nvSpPr>
                <p:cNvPr id="1401" name="Rectangle 69">
                  <a:extLst>
                    <a:ext uri="{FF2B5EF4-FFF2-40B4-BE49-F238E27FC236}">
                      <a16:creationId xmlns:a16="http://schemas.microsoft.com/office/drawing/2014/main" id="{D7F39EAB-B71F-7A48-AD96-C7BBDD18C31E}"/>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2" name="Rectangle 70">
                  <a:extLst>
                    <a:ext uri="{FF2B5EF4-FFF2-40B4-BE49-F238E27FC236}">
                      <a16:creationId xmlns:a16="http://schemas.microsoft.com/office/drawing/2014/main" id="{F08D33AF-49EF-434E-A68B-C96EC0C0005A}"/>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7" name="Group 71">
                <a:extLst>
                  <a:ext uri="{FF2B5EF4-FFF2-40B4-BE49-F238E27FC236}">
                    <a16:creationId xmlns:a16="http://schemas.microsoft.com/office/drawing/2014/main" id="{04899703-36DD-3748-90C7-050D5E980277}"/>
                  </a:ext>
                </a:extLst>
              </p:cNvPr>
              <p:cNvGrpSpPr>
                <a:grpSpLocks/>
              </p:cNvGrpSpPr>
              <p:nvPr/>
            </p:nvGrpSpPr>
            <p:grpSpPr bwMode="auto">
              <a:xfrm>
                <a:off x="42" y="1200"/>
                <a:ext cx="681" cy="154"/>
                <a:chOff x="504" y="3523"/>
                <a:chExt cx="681" cy="154"/>
              </a:xfrm>
            </p:grpSpPr>
            <p:grpSp>
              <p:nvGrpSpPr>
                <p:cNvPr id="1388" name="Group 72">
                  <a:extLst>
                    <a:ext uri="{FF2B5EF4-FFF2-40B4-BE49-F238E27FC236}">
                      <a16:creationId xmlns:a16="http://schemas.microsoft.com/office/drawing/2014/main" id="{7E58F00D-1CE7-8A4D-B79A-554376609030}"/>
                    </a:ext>
                  </a:extLst>
                </p:cNvPr>
                <p:cNvGrpSpPr>
                  <a:grpSpLocks/>
                </p:cNvGrpSpPr>
                <p:nvPr/>
              </p:nvGrpSpPr>
              <p:grpSpPr bwMode="auto">
                <a:xfrm>
                  <a:off x="623" y="3523"/>
                  <a:ext cx="510" cy="154"/>
                  <a:chOff x="723" y="3453"/>
                  <a:chExt cx="510" cy="154"/>
                </a:xfrm>
              </p:grpSpPr>
              <p:grpSp>
                <p:nvGrpSpPr>
                  <p:cNvPr id="1392" name="Group 73">
                    <a:extLst>
                      <a:ext uri="{FF2B5EF4-FFF2-40B4-BE49-F238E27FC236}">
                        <a16:creationId xmlns:a16="http://schemas.microsoft.com/office/drawing/2014/main" id="{47FB9C51-9E8B-C54D-8BC2-06F3F7531D23}"/>
                      </a:ext>
                    </a:extLst>
                  </p:cNvPr>
                  <p:cNvGrpSpPr>
                    <a:grpSpLocks/>
                  </p:cNvGrpSpPr>
                  <p:nvPr/>
                </p:nvGrpSpPr>
                <p:grpSpPr bwMode="auto">
                  <a:xfrm>
                    <a:off x="836" y="3453"/>
                    <a:ext cx="397" cy="154"/>
                    <a:chOff x="836" y="3305"/>
                    <a:chExt cx="397" cy="154"/>
                  </a:xfrm>
                </p:grpSpPr>
                <p:grpSp>
                  <p:nvGrpSpPr>
                    <p:cNvPr id="1395" name="Group 74">
                      <a:extLst>
                        <a:ext uri="{FF2B5EF4-FFF2-40B4-BE49-F238E27FC236}">
                          <a16:creationId xmlns:a16="http://schemas.microsoft.com/office/drawing/2014/main" id="{48D2FA83-60D9-974D-AE72-512FA05C5F12}"/>
                        </a:ext>
                      </a:extLst>
                    </p:cNvPr>
                    <p:cNvGrpSpPr>
                      <a:grpSpLocks/>
                    </p:cNvGrpSpPr>
                    <p:nvPr/>
                  </p:nvGrpSpPr>
                  <p:grpSpPr bwMode="auto">
                    <a:xfrm>
                      <a:off x="890" y="3305"/>
                      <a:ext cx="343" cy="154"/>
                      <a:chOff x="844" y="3337"/>
                      <a:chExt cx="343" cy="154"/>
                    </a:xfrm>
                  </p:grpSpPr>
                  <p:sp>
                    <p:nvSpPr>
                      <p:cNvPr id="1399" name="Rectangle 75">
                        <a:extLst>
                          <a:ext uri="{FF2B5EF4-FFF2-40B4-BE49-F238E27FC236}">
                            <a16:creationId xmlns:a16="http://schemas.microsoft.com/office/drawing/2014/main" id="{C706B9B5-94D1-6A44-BF66-EAAFDF0847F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0" name="Text Box 76">
                        <a:extLst>
                          <a:ext uri="{FF2B5EF4-FFF2-40B4-BE49-F238E27FC236}">
                            <a16:creationId xmlns:a16="http://schemas.microsoft.com/office/drawing/2014/main" id="{8E295886-4BD5-BF47-9ED6-1EEA0855CE3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396" name="Group 77">
                      <a:extLst>
                        <a:ext uri="{FF2B5EF4-FFF2-40B4-BE49-F238E27FC236}">
                          <a16:creationId xmlns:a16="http://schemas.microsoft.com/office/drawing/2014/main" id="{85E5888E-ACDE-A048-AB52-2E52B5C83246}"/>
                        </a:ext>
                      </a:extLst>
                    </p:cNvPr>
                    <p:cNvGrpSpPr>
                      <a:grpSpLocks/>
                    </p:cNvGrpSpPr>
                    <p:nvPr/>
                  </p:nvGrpSpPr>
                  <p:grpSpPr bwMode="auto">
                    <a:xfrm>
                      <a:off x="836" y="3334"/>
                      <a:ext cx="354" cy="94"/>
                      <a:chOff x="836" y="3334"/>
                      <a:chExt cx="354" cy="94"/>
                    </a:xfrm>
                  </p:grpSpPr>
                  <p:sp>
                    <p:nvSpPr>
                      <p:cNvPr id="1397" name="Rectangle 78">
                        <a:extLst>
                          <a:ext uri="{FF2B5EF4-FFF2-40B4-BE49-F238E27FC236}">
                            <a16:creationId xmlns:a16="http://schemas.microsoft.com/office/drawing/2014/main" id="{82615A2A-BF17-5548-83C3-E32578EFC52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8" name="Rectangle 79">
                        <a:extLst>
                          <a:ext uri="{FF2B5EF4-FFF2-40B4-BE49-F238E27FC236}">
                            <a16:creationId xmlns:a16="http://schemas.microsoft.com/office/drawing/2014/main" id="{ABFA8DCD-5499-B64E-8686-262B4971AC6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93" name="Rectangle 80">
                    <a:extLst>
                      <a:ext uri="{FF2B5EF4-FFF2-40B4-BE49-F238E27FC236}">
                        <a16:creationId xmlns:a16="http://schemas.microsoft.com/office/drawing/2014/main" id="{015FD140-4F4A-084B-9FD6-3D1462B6F25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4" name="Rectangle 81">
                    <a:extLst>
                      <a:ext uri="{FF2B5EF4-FFF2-40B4-BE49-F238E27FC236}">
                        <a16:creationId xmlns:a16="http://schemas.microsoft.com/office/drawing/2014/main" id="{CD85327C-6314-844B-BBE0-5A87CB5E5DE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89" name="Rectangle 82">
                  <a:extLst>
                    <a:ext uri="{FF2B5EF4-FFF2-40B4-BE49-F238E27FC236}">
                      <a16:creationId xmlns:a16="http://schemas.microsoft.com/office/drawing/2014/main" id="{9F39B614-10F1-774F-B244-ABEBE76703B0}"/>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0" name="Rectangle 83">
                  <a:extLst>
                    <a:ext uri="{FF2B5EF4-FFF2-40B4-BE49-F238E27FC236}">
                      <a16:creationId xmlns:a16="http://schemas.microsoft.com/office/drawing/2014/main" id="{BAC1E200-588A-7740-8C26-1A0629345FF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1" name="Rectangle 84">
                  <a:extLst>
                    <a:ext uri="{FF2B5EF4-FFF2-40B4-BE49-F238E27FC236}">
                      <a16:creationId xmlns:a16="http://schemas.microsoft.com/office/drawing/2014/main" id="{35F06EAB-82D2-C44A-A22C-E5918BD89C2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83" name="AutoShape 85">
              <a:extLst>
                <a:ext uri="{FF2B5EF4-FFF2-40B4-BE49-F238E27FC236}">
                  <a16:creationId xmlns:a16="http://schemas.microsoft.com/office/drawing/2014/main" id="{18F6CCEB-1F89-1545-BB6F-0DB94AEE141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4" name="Group 86">
            <a:extLst>
              <a:ext uri="{FF2B5EF4-FFF2-40B4-BE49-F238E27FC236}">
                <a16:creationId xmlns:a16="http://schemas.microsoft.com/office/drawing/2014/main" id="{1121707D-6A2B-FD4D-8EA2-98FA9D7539B1}"/>
              </a:ext>
            </a:extLst>
          </p:cNvPr>
          <p:cNvGrpSpPr>
            <a:grpSpLocks/>
          </p:cNvGrpSpPr>
          <p:nvPr/>
        </p:nvGrpSpPr>
        <p:grpSpPr bwMode="auto">
          <a:xfrm>
            <a:off x="1543545" y="4795058"/>
            <a:ext cx="1081087" cy="244475"/>
            <a:chOff x="504" y="3523"/>
            <a:chExt cx="681" cy="154"/>
          </a:xfrm>
        </p:grpSpPr>
        <p:grpSp>
          <p:nvGrpSpPr>
            <p:cNvPr id="1415" name="Group 87">
              <a:extLst>
                <a:ext uri="{FF2B5EF4-FFF2-40B4-BE49-F238E27FC236}">
                  <a16:creationId xmlns:a16="http://schemas.microsoft.com/office/drawing/2014/main" id="{A2C1DB06-344A-F84A-8733-AFC4DAEEE2B6}"/>
                </a:ext>
              </a:extLst>
            </p:cNvPr>
            <p:cNvGrpSpPr>
              <a:grpSpLocks/>
            </p:cNvGrpSpPr>
            <p:nvPr/>
          </p:nvGrpSpPr>
          <p:grpSpPr bwMode="auto">
            <a:xfrm>
              <a:off x="623" y="3523"/>
              <a:ext cx="510" cy="154"/>
              <a:chOff x="723" y="3453"/>
              <a:chExt cx="510" cy="154"/>
            </a:xfrm>
          </p:grpSpPr>
          <p:grpSp>
            <p:nvGrpSpPr>
              <p:cNvPr id="1419" name="Group 88">
                <a:extLst>
                  <a:ext uri="{FF2B5EF4-FFF2-40B4-BE49-F238E27FC236}">
                    <a16:creationId xmlns:a16="http://schemas.microsoft.com/office/drawing/2014/main" id="{1312DEFD-37D9-EE4B-A6D8-BD394BBA836C}"/>
                  </a:ext>
                </a:extLst>
              </p:cNvPr>
              <p:cNvGrpSpPr>
                <a:grpSpLocks/>
              </p:cNvGrpSpPr>
              <p:nvPr/>
            </p:nvGrpSpPr>
            <p:grpSpPr bwMode="auto">
              <a:xfrm>
                <a:off x="836" y="3453"/>
                <a:ext cx="397" cy="154"/>
                <a:chOff x="836" y="3305"/>
                <a:chExt cx="397" cy="154"/>
              </a:xfrm>
            </p:grpSpPr>
            <p:grpSp>
              <p:nvGrpSpPr>
                <p:cNvPr id="1422" name="Group 89">
                  <a:extLst>
                    <a:ext uri="{FF2B5EF4-FFF2-40B4-BE49-F238E27FC236}">
                      <a16:creationId xmlns:a16="http://schemas.microsoft.com/office/drawing/2014/main" id="{AEB25500-68E5-0242-9D77-3AB457942928}"/>
                    </a:ext>
                  </a:extLst>
                </p:cNvPr>
                <p:cNvGrpSpPr>
                  <a:grpSpLocks/>
                </p:cNvGrpSpPr>
                <p:nvPr/>
              </p:nvGrpSpPr>
              <p:grpSpPr bwMode="auto">
                <a:xfrm>
                  <a:off x="890" y="3305"/>
                  <a:ext cx="343" cy="154"/>
                  <a:chOff x="844" y="3337"/>
                  <a:chExt cx="343" cy="154"/>
                </a:xfrm>
              </p:grpSpPr>
              <p:sp>
                <p:nvSpPr>
                  <p:cNvPr id="1426" name="Rectangle 90">
                    <a:extLst>
                      <a:ext uri="{FF2B5EF4-FFF2-40B4-BE49-F238E27FC236}">
                        <a16:creationId xmlns:a16="http://schemas.microsoft.com/office/drawing/2014/main" id="{CB0F42B1-EC5C-574D-9996-8915E9E894E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7" name="Text Box 91">
                    <a:extLst>
                      <a:ext uri="{FF2B5EF4-FFF2-40B4-BE49-F238E27FC236}">
                        <a16:creationId xmlns:a16="http://schemas.microsoft.com/office/drawing/2014/main" id="{6165BC0B-3830-4148-A011-D65290E5C6BF}"/>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23" name="Group 92">
                  <a:extLst>
                    <a:ext uri="{FF2B5EF4-FFF2-40B4-BE49-F238E27FC236}">
                      <a16:creationId xmlns:a16="http://schemas.microsoft.com/office/drawing/2014/main" id="{B01FA0AD-A461-A44D-B4B2-0EDADF7B1DA4}"/>
                    </a:ext>
                  </a:extLst>
                </p:cNvPr>
                <p:cNvGrpSpPr>
                  <a:grpSpLocks/>
                </p:cNvGrpSpPr>
                <p:nvPr/>
              </p:nvGrpSpPr>
              <p:grpSpPr bwMode="auto">
                <a:xfrm>
                  <a:off x="836" y="3334"/>
                  <a:ext cx="354" cy="94"/>
                  <a:chOff x="836" y="3334"/>
                  <a:chExt cx="354" cy="94"/>
                </a:xfrm>
              </p:grpSpPr>
              <p:sp>
                <p:nvSpPr>
                  <p:cNvPr id="1424" name="Rectangle 93">
                    <a:extLst>
                      <a:ext uri="{FF2B5EF4-FFF2-40B4-BE49-F238E27FC236}">
                        <a16:creationId xmlns:a16="http://schemas.microsoft.com/office/drawing/2014/main" id="{4D064722-2CBE-3641-B55B-92EDAA8C22B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5" name="Rectangle 94">
                    <a:extLst>
                      <a:ext uri="{FF2B5EF4-FFF2-40B4-BE49-F238E27FC236}">
                        <a16:creationId xmlns:a16="http://schemas.microsoft.com/office/drawing/2014/main" id="{F1511B9F-2E7C-3340-9B5D-715334B1E14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20" name="Rectangle 95">
                <a:extLst>
                  <a:ext uri="{FF2B5EF4-FFF2-40B4-BE49-F238E27FC236}">
                    <a16:creationId xmlns:a16="http://schemas.microsoft.com/office/drawing/2014/main" id="{41BCDDA4-7173-A74D-8FA7-8C15DAE22791}"/>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1" name="Rectangle 96">
                <a:extLst>
                  <a:ext uri="{FF2B5EF4-FFF2-40B4-BE49-F238E27FC236}">
                    <a16:creationId xmlns:a16="http://schemas.microsoft.com/office/drawing/2014/main" id="{A5C31A2B-EA68-F74D-B78C-D518F2DD9D4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16" name="Rectangle 97">
              <a:extLst>
                <a:ext uri="{FF2B5EF4-FFF2-40B4-BE49-F238E27FC236}">
                  <a16:creationId xmlns:a16="http://schemas.microsoft.com/office/drawing/2014/main" id="{45277660-2427-0E41-B8FB-470007D3DDC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7" name="Rectangle 98">
              <a:extLst>
                <a:ext uri="{FF2B5EF4-FFF2-40B4-BE49-F238E27FC236}">
                  <a16:creationId xmlns:a16="http://schemas.microsoft.com/office/drawing/2014/main" id="{A8CCFB6D-51C0-524A-A7B0-AA5FCE9A99B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8" name="Rectangle 99">
              <a:extLst>
                <a:ext uri="{FF2B5EF4-FFF2-40B4-BE49-F238E27FC236}">
                  <a16:creationId xmlns:a16="http://schemas.microsoft.com/office/drawing/2014/main" id="{7F631B2E-9741-3944-A05C-0F55FF83064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28" name="Group 100">
            <a:extLst>
              <a:ext uri="{FF2B5EF4-FFF2-40B4-BE49-F238E27FC236}">
                <a16:creationId xmlns:a16="http://schemas.microsoft.com/office/drawing/2014/main" id="{ADC383E7-C8CF-9D44-A628-045BE938429B}"/>
              </a:ext>
            </a:extLst>
          </p:cNvPr>
          <p:cNvGrpSpPr>
            <a:grpSpLocks/>
          </p:cNvGrpSpPr>
          <p:nvPr/>
        </p:nvGrpSpPr>
        <p:grpSpPr bwMode="auto">
          <a:xfrm>
            <a:off x="2572245" y="3626658"/>
            <a:ext cx="1316037" cy="1314450"/>
            <a:chOff x="931" y="1941"/>
            <a:chExt cx="829" cy="828"/>
          </a:xfrm>
        </p:grpSpPr>
        <p:sp>
          <p:nvSpPr>
            <p:cNvPr id="1429" name="Freeform 101">
              <a:extLst>
                <a:ext uri="{FF2B5EF4-FFF2-40B4-BE49-F238E27FC236}">
                  <a16:creationId xmlns:a16="http://schemas.microsoft.com/office/drawing/2014/main" id="{25A378C0-55B4-C94D-A623-59A8EB7F0073}"/>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30" name="Group 102">
              <a:extLst>
                <a:ext uri="{FF2B5EF4-FFF2-40B4-BE49-F238E27FC236}">
                  <a16:creationId xmlns:a16="http://schemas.microsoft.com/office/drawing/2014/main" id="{9F804CDB-1EC2-BD48-82BF-534976C2A4BE}"/>
                </a:ext>
              </a:extLst>
            </p:cNvPr>
            <p:cNvGrpSpPr>
              <a:grpSpLocks/>
            </p:cNvGrpSpPr>
            <p:nvPr/>
          </p:nvGrpSpPr>
          <p:grpSpPr bwMode="auto">
            <a:xfrm>
              <a:off x="931" y="1941"/>
              <a:ext cx="501" cy="828"/>
              <a:chOff x="569" y="2954"/>
              <a:chExt cx="501" cy="828"/>
            </a:xfrm>
          </p:grpSpPr>
          <p:sp>
            <p:nvSpPr>
              <p:cNvPr id="1431" name="Rectangle 103">
                <a:extLst>
                  <a:ext uri="{FF2B5EF4-FFF2-40B4-BE49-F238E27FC236}">
                    <a16:creationId xmlns:a16="http://schemas.microsoft.com/office/drawing/2014/main" id="{F5FF0A09-50BB-5A47-BC95-9E36D622C934}"/>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2" name="Text Box 104">
                <a:extLst>
                  <a:ext uri="{FF2B5EF4-FFF2-40B4-BE49-F238E27FC236}">
                    <a16:creationId xmlns:a16="http://schemas.microsoft.com/office/drawing/2014/main" id="{983732BD-F5E1-A040-B8D1-C73DABEAF53B}"/>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33" name="Line 105">
                <a:extLst>
                  <a:ext uri="{FF2B5EF4-FFF2-40B4-BE49-F238E27FC236}">
                    <a16:creationId xmlns:a16="http://schemas.microsoft.com/office/drawing/2014/main" id="{ABFD8491-C1C6-2548-A702-B2F9CB59E807}"/>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4" name="Line 106">
                <a:extLst>
                  <a:ext uri="{FF2B5EF4-FFF2-40B4-BE49-F238E27FC236}">
                    <a16:creationId xmlns:a16="http://schemas.microsoft.com/office/drawing/2014/main" id="{21CDF7E2-6761-3C43-9832-7D888CA6E260}"/>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5" name="Line 107">
                <a:extLst>
                  <a:ext uri="{FF2B5EF4-FFF2-40B4-BE49-F238E27FC236}">
                    <a16:creationId xmlns:a16="http://schemas.microsoft.com/office/drawing/2014/main" id="{D7B9C5E9-14E3-B44B-841F-C2912C7A4ACA}"/>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6" name="Line 108">
                <a:extLst>
                  <a:ext uri="{FF2B5EF4-FFF2-40B4-BE49-F238E27FC236}">
                    <a16:creationId xmlns:a16="http://schemas.microsoft.com/office/drawing/2014/main" id="{47E7EAA2-A0DE-5D4C-8841-CCE69E254183}"/>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37" name="Group 145">
            <a:extLst>
              <a:ext uri="{FF2B5EF4-FFF2-40B4-BE49-F238E27FC236}">
                <a16:creationId xmlns:a16="http://schemas.microsoft.com/office/drawing/2014/main" id="{EB3EB365-6337-534D-85A9-F5BF2F50279A}"/>
              </a:ext>
            </a:extLst>
          </p:cNvPr>
          <p:cNvGrpSpPr>
            <a:grpSpLocks/>
          </p:cNvGrpSpPr>
          <p:nvPr/>
        </p:nvGrpSpPr>
        <p:grpSpPr bwMode="auto">
          <a:xfrm>
            <a:off x="1897557" y="3734608"/>
            <a:ext cx="544513" cy="244475"/>
            <a:chOff x="844" y="3337"/>
            <a:chExt cx="343" cy="154"/>
          </a:xfrm>
        </p:grpSpPr>
        <p:sp>
          <p:nvSpPr>
            <p:cNvPr id="1438" name="Rectangle 146">
              <a:extLst>
                <a:ext uri="{FF2B5EF4-FFF2-40B4-BE49-F238E27FC236}">
                  <a16:creationId xmlns:a16="http://schemas.microsoft.com/office/drawing/2014/main" id="{C1EDFB31-2B54-7F4B-B7B3-2B74EB1F1B4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9" name="Text Box 147">
              <a:extLst>
                <a:ext uri="{FF2B5EF4-FFF2-40B4-BE49-F238E27FC236}">
                  <a16:creationId xmlns:a16="http://schemas.microsoft.com/office/drawing/2014/main" id="{26739997-45D8-6E4B-A423-C6DCAC5970F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40" name="Group 44">
            <a:extLst>
              <a:ext uri="{FF2B5EF4-FFF2-40B4-BE49-F238E27FC236}">
                <a16:creationId xmlns:a16="http://schemas.microsoft.com/office/drawing/2014/main" id="{5E864C9E-2FFD-CA43-B79D-BEBA724A7561}"/>
              </a:ext>
            </a:extLst>
          </p:cNvPr>
          <p:cNvGrpSpPr>
            <a:grpSpLocks/>
          </p:cNvGrpSpPr>
          <p:nvPr/>
        </p:nvGrpSpPr>
        <p:grpSpPr bwMode="auto">
          <a:xfrm>
            <a:off x="2289670" y="1637520"/>
            <a:ext cx="976312" cy="1460500"/>
            <a:chOff x="651" y="681"/>
            <a:chExt cx="615" cy="920"/>
          </a:xfrm>
        </p:grpSpPr>
        <p:sp>
          <p:nvSpPr>
            <p:cNvPr id="1441" name="Freeform 45">
              <a:extLst>
                <a:ext uri="{FF2B5EF4-FFF2-40B4-BE49-F238E27FC236}">
                  <a16:creationId xmlns:a16="http://schemas.microsoft.com/office/drawing/2014/main" id="{3296C3CB-ADF7-C543-8BF9-E52EC508CB9C}"/>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42" name="Group 46">
              <a:extLst>
                <a:ext uri="{FF2B5EF4-FFF2-40B4-BE49-F238E27FC236}">
                  <a16:creationId xmlns:a16="http://schemas.microsoft.com/office/drawing/2014/main" id="{C9BF4AA6-9994-8F41-A05D-CBC5A1C1712B}"/>
                </a:ext>
              </a:extLst>
            </p:cNvPr>
            <p:cNvGrpSpPr>
              <a:grpSpLocks/>
            </p:cNvGrpSpPr>
            <p:nvPr/>
          </p:nvGrpSpPr>
          <p:grpSpPr bwMode="auto">
            <a:xfrm>
              <a:off x="651" y="681"/>
              <a:ext cx="501" cy="828"/>
              <a:chOff x="569" y="2954"/>
              <a:chExt cx="501" cy="828"/>
            </a:xfrm>
          </p:grpSpPr>
          <p:sp>
            <p:nvSpPr>
              <p:cNvPr id="1443" name="Rectangle 47">
                <a:extLst>
                  <a:ext uri="{FF2B5EF4-FFF2-40B4-BE49-F238E27FC236}">
                    <a16:creationId xmlns:a16="http://schemas.microsoft.com/office/drawing/2014/main" id="{44C90133-F644-3144-9C8C-A31E26B3769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algn="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4" name="Text Box 48">
                <a:extLst>
                  <a:ext uri="{FF2B5EF4-FFF2-40B4-BE49-F238E27FC236}">
                    <a16:creationId xmlns:a16="http://schemas.microsoft.com/office/drawing/2014/main" id="{D1000159-7078-524B-ABE3-6A5E79D44D1E}"/>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45" name="Line 49">
                <a:extLst>
                  <a:ext uri="{FF2B5EF4-FFF2-40B4-BE49-F238E27FC236}">
                    <a16:creationId xmlns:a16="http://schemas.microsoft.com/office/drawing/2014/main" id="{D2C8C2BD-FE00-FA4A-A35B-038AF71B3EB1}"/>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6" name="Line 50">
                <a:extLst>
                  <a:ext uri="{FF2B5EF4-FFF2-40B4-BE49-F238E27FC236}">
                    <a16:creationId xmlns:a16="http://schemas.microsoft.com/office/drawing/2014/main" id="{D202699A-F155-FF4E-87CC-CF23F4517C5D}"/>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7" name="Line 51">
                <a:extLst>
                  <a:ext uri="{FF2B5EF4-FFF2-40B4-BE49-F238E27FC236}">
                    <a16:creationId xmlns:a16="http://schemas.microsoft.com/office/drawing/2014/main" id="{6E937A07-7E1F-304E-B1B7-8202278EFAE7}"/>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8" name="Line 52">
                <a:extLst>
                  <a:ext uri="{FF2B5EF4-FFF2-40B4-BE49-F238E27FC236}">
                    <a16:creationId xmlns:a16="http://schemas.microsoft.com/office/drawing/2014/main" id="{55F43419-46AF-8641-A8A6-FD4FF58142C2}"/>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49" name="Group 109">
            <a:extLst>
              <a:ext uri="{FF2B5EF4-FFF2-40B4-BE49-F238E27FC236}">
                <a16:creationId xmlns:a16="http://schemas.microsoft.com/office/drawing/2014/main" id="{58FE9FE4-9009-F540-9B98-9736A8E284E0}"/>
              </a:ext>
            </a:extLst>
          </p:cNvPr>
          <p:cNvGrpSpPr>
            <a:grpSpLocks/>
          </p:cNvGrpSpPr>
          <p:nvPr/>
        </p:nvGrpSpPr>
        <p:grpSpPr bwMode="auto">
          <a:xfrm>
            <a:off x="1165720" y="1526395"/>
            <a:ext cx="1081087" cy="1217613"/>
            <a:chOff x="1404" y="3105"/>
            <a:chExt cx="681" cy="767"/>
          </a:xfrm>
        </p:grpSpPr>
        <p:grpSp>
          <p:nvGrpSpPr>
            <p:cNvPr id="1450" name="Group 110">
              <a:extLst>
                <a:ext uri="{FF2B5EF4-FFF2-40B4-BE49-F238E27FC236}">
                  <a16:creationId xmlns:a16="http://schemas.microsoft.com/office/drawing/2014/main" id="{CDAA7254-E209-2444-9E44-2A311BC72FC2}"/>
                </a:ext>
              </a:extLst>
            </p:cNvPr>
            <p:cNvGrpSpPr>
              <a:grpSpLocks/>
            </p:cNvGrpSpPr>
            <p:nvPr/>
          </p:nvGrpSpPr>
          <p:grpSpPr bwMode="auto">
            <a:xfrm>
              <a:off x="1404" y="3355"/>
              <a:ext cx="681" cy="468"/>
              <a:chOff x="42" y="886"/>
              <a:chExt cx="681" cy="468"/>
            </a:xfrm>
          </p:grpSpPr>
          <p:grpSp>
            <p:nvGrpSpPr>
              <p:cNvPr id="1455" name="Group 111">
                <a:extLst>
                  <a:ext uri="{FF2B5EF4-FFF2-40B4-BE49-F238E27FC236}">
                    <a16:creationId xmlns:a16="http://schemas.microsoft.com/office/drawing/2014/main" id="{7AA66DC0-034B-A34B-AAEF-041ADBFE2FBD}"/>
                  </a:ext>
                </a:extLst>
              </p:cNvPr>
              <p:cNvGrpSpPr>
                <a:grpSpLocks/>
              </p:cNvGrpSpPr>
              <p:nvPr/>
            </p:nvGrpSpPr>
            <p:grpSpPr bwMode="auto">
              <a:xfrm>
                <a:off x="278" y="886"/>
                <a:ext cx="397" cy="154"/>
                <a:chOff x="740" y="3209"/>
                <a:chExt cx="397" cy="154"/>
              </a:xfrm>
            </p:grpSpPr>
            <p:grpSp>
              <p:nvGrpSpPr>
                <p:cNvPr id="1480" name="Group 112">
                  <a:extLst>
                    <a:ext uri="{FF2B5EF4-FFF2-40B4-BE49-F238E27FC236}">
                      <a16:creationId xmlns:a16="http://schemas.microsoft.com/office/drawing/2014/main" id="{7E6F218F-EDED-5B44-9422-ABABEC3B27AC}"/>
                    </a:ext>
                  </a:extLst>
                </p:cNvPr>
                <p:cNvGrpSpPr>
                  <a:grpSpLocks/>
                </p:cNvGrpSpPr>
                <p:nvPr/>
              </p:nvGrpSpPr>
              <p:grpSpPr bwMode="auto">
                <a:xfrm>
                  <a:off x="794" y="3209"/>
                  <a:ext cx="343" cy="154"/>
                  <a:chOff x="844" y="3337"/>
                  <a:chExt cx="343" cy="154"/>
                </a:xfrm>
              </p:grpSpPr>
              <p:sp>
                <p:nvSpPr>
                  <p:cNvPr id="1483" name="Rectangle 113">
                    <a:extLst>
                      <a:ext uri="{FF2B5EF4-FFF2-40B4-BE49-F238E27FC236}">
                        <a16:creationId xmlns:a16="http://schemas.microsoft.com/office/drawing/2014/main" id="{9A2696C2-7BF2-3240-8202-E6BBE2E2F1F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4" name="Text Box 114">
                    <a:extLst>
                      <a:ext uri="{FF2B5EF4-FFF2-40B4-BE49-F238E27FC236}">
                        <a16:creationId xmlns:a16="http://schemas.microsoft.com/office/drawing/2014/main" id="{58C83739-1CBA-E249-9B1C-C8916D8D79C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81" name="Rectangle 115">
                  <a:extLst>
                    <a:ext uri="{FF2B5EF4-FFF2-40B4-BE49-F238E27FC236}">
                      <a16:creationId xmlns:a16="http://schemas.microsoft.com/office/drawing/2014/main" id="{5387A33B-5D06-C046-9DCF-1C317563693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2" name="Rectangle 116">
                  <a:extLst>
                    <a:ext uri="{FF2B5EF4-FFF2-40B4-BE49-F238E27FC236}">
                      <a16:creationId xmlns:a16="http://schemas.microsoft.com/office/drawing/2014/main" id="{08F8503E-3B0A-7A42-97B0-9FF42C53AF7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6" name="Group 117">
                <a:extLst>
                  <a:ext uri="{FF2B5EF4-FFF2-40B4-BE49-F238E27FC236}">
                    <a16:creationId xmlns:a16="http://schemas.microsoft.com/office/drawing/2014/main" id="{C978DB29-8FB0-A943-8A79-68EEB5518149}"/>
                  </a:ext>
                </a:extLst>
              </p:cNvPr>
              <p:cNvGrpSpPr>
                <a:grpSpLocks/>
              </p:cNvGrpSpPr>
              <p:nvPr/>
            </p:nvGrpSpPr>
            <p:grpSpPr bwMode="auto">
              <a:xfrm>
                <a:off x="278" y="1034"/>
                <a:ext cx="397" cy="154"/>
                <a:chOff x="836" y="3305"/>
                <a:chExt cx="397" cy="154"/>
              </a:xfrm>
            </p:grpSpPr>
            <p:grpSp>
              <p:nvGrpSpPr>
                <p:cNvPr id="1474" name="Group 118">
                  <a:extLst>
                    <a:ext uri="{FF2B5EF4-FFF2-40B4-BE49-F238E27FC236}">
                      <a16:creationId xmlns:a16="http://schemas.microsoft.com/office/drawing/2014/main" id="{9397A90E-1E80-FB4E-9C4A-441A9CFE5304}"/>
                    </a:ext>
                  </a:extLst>
                </p:cNvPr>
                <p:cNvGrpSpPr>
                  <a:grpSpLocks/>
                </p:cNvGrpSpPr>
                <p:nvPr/>
              </p:nvGrpSpPr>
              <p:grpSpPr bwMode="auto">
                <a:xfrm>
                  <a:off x="890" y="3305"/>
                  <a:ext cx="343" cy="154"/>
                  <a:chOff x="844" y="3337"/>
                  <a:chExt cx="343" cy="154"/>
                </a:xfrm>
              </p:grpSpPr>
              <p:sp>
                <p:nvSpPr>
                  <p:cNvPr id="1478" name="Rectangle 119">
                    <a:extLst>
                      <a:ext uri="{FF2B5EF4-FFF2-40B4-BE49-F238E27FC236}">
                        <a16:creationId xmlns:a16="http://schemas.microsoft.com/office/drawing/2014/main" id="{0DB16A9C-A911-F74E-B0EC-2983F84CABC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9" name="Text Box 120">
                    <a:extLst>
                      <a:ext uri="{FF2B5EF4-FFF2-40B4-BE49-F238E27FC236}">
                        <a16:creationId xmlns:a16="http://schemas.microsoft.com/office/drawing/2014/main" id="{92A60009-6700-4744-BC06-74E4E53DBF2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75" name="Group 121">
                  <a:extLst>
                    <a:ext uri="{FF2B5EF4-FFF2-40B4-BE49-F238E27FC236}">
                      <a16:creationId xmlns:a16="http://schemas.microsoft.com/office/drawing/2014/main" id="{EC28BAD4-51BE-9840-8F12-987638ECA02E}"/>
                    </a:ext>
                  </a:extLst>
                </p:cNvPr>
                <p:cNvGrpSpPr>
                  <a:grpSpLocks/>
                </p:cNvGrpSpPr>
                <p:nvPr/>
              </p:nvGrpSpPr>
              <p:grpSpPr bwMode="auto">
                <a:xfrm>
                  <a:off x="836" y="3334"/>
                  <a:ext cx="354" cy="94"/>
                  <a:chOff x="836" y="3334"/>
                  <a:chExt cx="354" cy="94"/>
                </a:xfrm>
              </p:grpSpPr>
              <p:sp>
                <p:nvSpPr>
                  <p:cNvPr id="1476" name="Rectangle 122">
                    <a:extLst>
                      <a:ext uri="{FF2B5EF4-FFF2-40B4-BE49-F238E27FC236}">
                        <a16:creationId xmlns:a16="http://schemas.microsoft.com/office/drawing/2014/main" id="{C525C5B2-D191-AA43-A272-09ADE5B6141E}"/>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7" name="Rectangle 123">
                    <a:extLst>
                      <a:ext uri="{FF2B5EF4-FFF2-40B4-BE49-F238E27FC236}">
                        <a16:creationId xmlns:a16="http://schemas.microsoft.com/office/drawing/2014/main" id="{E32D1144-95E0-244B-9A90-662C6315725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57" name="Group 124">
                <a:extLst>
                  <a:ext uri="{FF2B5EF4-FFF2-40B4-BE49-F238E27FC236}">
                    <a16:creationId xmlns:a16="http://schemas.microsoft.com/office/drawing/2014/main" id="{3A2BC2EA-7C10-2641-B88B-F885E6464C79}"/>
                  </a:ext>
                </a:extLst>
              </p:cNvPr>
              <p:cNvGrpSpPr>
                <a:grpSpLocks/>
              </p:cNvGrpSpPr>
              <p:nvPr/>
            </p:nvGrpSpPr>
            <p:grpSpPr bwMode="auto">
              <a:xfrm>
                <a:off x="165" y="1054"/>
                <a:ext cx="480" cy="112"/>
                <a:chOff x="627" y="3377"/>
                <a:chExt cx="480" cy="112"/>
              </a:xfrm>
            </p:grpSpPr>
            <p:sp>
              <p:nvSpPr>
                <p:cNvPr id="1472" name="Rectangle 125">
                  <a:extLst>
                    <a:ext uri="{FF2B5EF4-FFF2-40B4-BE49-F238E27FC236}">
                      <a16:creationId xmlns:a16="http://schemas.microsoft.com/office/drawing/2014/main" id="{8785FBBA-795C-CF44-B62B-D33FA9E618B7}"/>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3" name="Rectangle 126">
                  <a:extLst>
                    <a:ext uri="{FF2B5EF4-FFF2-40B4-BE49-F238E27FC236}">
                      <a16:creationId xmlns:a16="http://schemas.microsoft.com/office/drawing/2014/main" id="{76173DFA-C8EC-A843-B918-F2317BD0639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8" name="Group 127">
                <a:extLst>
                  <a:ext uri="{FF2B5EF4-FFF2-40B4-BE49-F238E27FC236}">
                    <a16:creationId xmlns:a16="http://schemas.microsoft.com/office/drawing/2014/main" id="{A48B6F5A-E505-7448-B7A9-5579391534EF}"/>
                  </a:ext>
                </a:extLst>
              </p:cNvPr>
              <p:cNvGrpSpPr>
                <a:grpSpLocks/>
              </p:cNvGrpSpPr>
              <p:nvPr/>
            </p:nvGrpSpPr>
            <p:grpSpPr bwMode="auto">
              <a:xfrm>
                <a:off x="42" y="1200"/>
                <a:ext cx="681" cy="154"/>
                <a:chOff x="504" y="3523"/>
                <a:chExt cx="681" cy="154"/>
              </a:xfrm>
            </p:grpSpPr>
            <p:grpSp>
              <p:nvGrpSpPr>
                <p:cNvPr id="1459" name="Group 128">
                  <a:extLst>
                    <a:ext uri="{FF2B5EF4-FFF2-40B4-BE49-F238E27FC236}">
                      <a16:creationId xmlns:a16="http://schemas.microsoft.com/office/drawing/2014/main" id="{681DE71A-000E-8E42-B0E8-4482D6CFE482}"/>
                    </a:ext>
                  </a:extLst>
                </p:cNvPr>
                <p:cNvGrpSpPr>
                  <a:grpSpLocks/>
                </p:cNvGrpSpPr>
                <p:nvPr/>
              </p:nvGrpSpPr>
              <p:grpSpPr bwMode="auto">
                <a:xfrm>
                  <a:off x="623" y="3523"/>
                  <a:ext cx="510" cy="154"/>
                  <a:chOff x="723" y="3453"/>
                  <a:chExt cx="510" cy="154"/>
                </a:xfrm>
              </p:grpSpPr>
              <p:grpSp>
                <p:nvGrpSpPr>
                  <p:cNvPr id="1463" name="Group 129">
                    <a:extLst>
                      <a:ext uri="{FF2B5EF4-FFF2-40B4-BE49-F238E27FC236}">
                        <a16:creationId xmlns:a16="http://schemas.microsoft.com/office/drawing/2014/main" id="{B6375359-6706-9C45-BC6D-18579F2035FD}"/>
                      </a:ext>
                    </a:extLst>
                  </p:cNvPr>
                  <p:cNvGrpSpPr>
                    <a:grpSpLocks/>
                  </p:cNvGrpSpPr>
                  <p:nvPr/>
                </p:nvGrpSpPr>
                <p:grpSpPr bwMode="auto">
                  <a:xfrm>
                    <a:off x="836" y="3453"/>
                    <a:ext cx="397" cy="154"/>
                    <a:chOff x="836" y="3305"/>
                    <a:chExt cx="397" cy="154"/>
                  </a:xfrm>
                </p:grpSpPr>
                <p:grpSp>
                  <p:nvGrpSpPr>
                    <p:cNvPr id="1466" name="Group 130">
                      <a:extLst>
                        <a:ext uri="{FF2B5EF4-FFF2-40B4-BE49-F238E27FC236}">
                          <a16:creationId xmlns:a16="http://schemas.microsoft.com/office/drawing/2014/main" id="{F84ECF8C-F8FC-E34C-9F1C-13FC2FCCD187}"/>
                        </a:ext>
                      </a:extLst>
                    </p:cNvPr>
                    <p:cNvGrpSpPr>
                      <a:grpSpLocks/>
                    </p:cNvGrpSpPr>
                    <p:nvPr/>
                  </p:nvGrpSpPr>
                  <p:grpSpPr bwMode="auto">
                    <a:xfrm>
                      <a:off x="890" y="3305"/>
                      <a:ext cx="343" cy="154"/>
                      <a:chOff x="844" y="3337"/>
                      <a:chExt cx="343" cy="154"/>
                    </a:xfrm>
                  </p:grpSpPr>
                  <p:sp>
                    <p:nvSpPr>
                      <p:cNvPr id="1470" name="Rectangle 131">
                        <a:extLst>
                          <a:ext uri="{FF2B5EF4-FFF2-40B4-BE49-F238E27FC236}">
                            <a16:creationId xmlns:a16="http://schemas.microsoft.com/office/drawing/2014/main" id="{56A648A7-A050-F44E-9D3A-14E1D0E85DC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1" name="Text Box 132">
                        <a:extLst>
                          <a:ext uri="{FF2B5EF4-FFF2-40B4-BE49-F238E27FC236}">
                            <a16:creationId xmlns:a16="http://schemas.microsoft.com/office/drawing/2014/main" id="{32C1EAAF-FBA4-124C-9646-AEC31F2D4AE0}"/>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67" name="Group 133">
                      <a:extLst>
                        <a:ext uri="{FF2B5EF4-FFF2-40B4-BE49-F238E27FC236}">
                          <a16:creationId xmlns:a16="http://schemas.microsoft.com/office/drawing/2014/main" id="{95189338-B5FB-BB41-85DD-B07304A918F9}"/>
                        </a:ext>
                      </a:extLst>
                    </p:cNvPr>
                    <p:cNvGrpSpPr>
                      <a:grpSpLocks/>
                    </p:cNvGrpSpPr>
                    <p:nvPr/>
                  </p:nvGrpSpPr>
                  <p:grpSpPr bwMode="auto">
                    <a:xfrm>
                      <a:off x="836" y="3334"/>
                      <a:ext cx="354" cy="94"/>
                      <a:chOff x="836" y="3334"/>
                      <a:chExt cx="354" cy="94"/>
                    </a:xfrm>
                  </p:grpSpPr>
                  <p:sp>
                    <p:nvSpPr>
                      <p:cNvPr id="1468" name="Rectangle 134">
                        <a:extLst>
                          <a:ext uri="{FF2B5EF4-FFF2-40B4-BE49-F238E27FC236}">
                            <a16:creationId xmlns:a16="http://schemas.microsoft.com/office/drawing/2014/main" id="{3CBF0518-5037-F648-9BCF-79DD7705E2A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9" name="Rectangle 135">
                        <a:extLst>
                          <a:ext uri="{FF2B5EF4-FFF2-40B4-BE49-F238E27FC236}">
                            <a16:creationId xmlns:a16="http://schemas.microsoft.com/office/drawing/2014/main" id="{BED42D69-973B-654F-9215-49EDA6426F9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64" name="Rectangle 136">
                    <a:extLst>
                      <a:ext uri="{FF2B5EF4-FFF2-40B4-BE49-F238E27FC236}">
                        <a16:creationId xmlns:a16="http://schemas.microsoft.com/office/drawing/2014/main" id="{DA6797DB-1AFF-FF42-A09B-6871FEC345F8}"/>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5" name="Rectangle 137">
                    <a:extLst>
                      <a:ext uri="{FF2B5EF4-FFF2-40B4-BE49-F238E27FC236}">
                        <a16:creationId xmlns:a16="http://schemas.microsoft.com/office/drawing/2014/main" id="{686420C8-7F0D-A049-B975-D1A1C472439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60" name="Rectangle 138">
                  <a:extLst>
                    <a:ext uri="{FF2B5EF4-FFF2-40B4-BE49-F238E27FC236}">
                      <a16:creationId xmlns:a16="http://schemas.microsoft.com/office/drawing/2014/main" id="{BF847ED3-F2FA-214E-9C6C-0926FFCA768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1" name="Rectangle 139">
                  <a:extLst>
                    <a:ext uri="{FF2B5EF4-FFF2-40B4-BE49-F238E27FC236}">
                      <a16:creationId xmlns:a16="http://schemas.microsoft.com/office/drawing/2014/main" id="{E6D859BD-B53E-BB4C-9782-B7FDD5506A2F}"/>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2" name="Rectangle 140">
                  <a:extLst>
                    <a:ext uri="{FF2B5EF4-FFF2-40B4-BE49-F238E27FC236}">
                      <a16:creationId xmlns:a16="http://schemas.microsoft.com/office/drawing/2014/main" id="{9790991B-D844-4241-B85A-CA1259965DC7}"/>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51" name="AutoShape 141">
              <a:extLst>
                <a:ext uri="{FF2B5EF4-FFF2-40B4-BE49-F238E27FC236}">
                  <a16:creationId xmlns:a16="http://schemas.microsoft.com/office/drawing/2014/main" id="{B068294F-E14C-F445-92F1-F5484E91004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2" name="Group 142">
              <a:extLst>
                <a:ext uri="{FF2B5EF4-FFF2-40B4-BE49-F238E27FC236}">
                  <a16:creationId xmlns:a16="http://schemas.microsoft.com/office/drawing/2014/main" id="{A7BC1A01-56FC-D641-A01F-791A195CDC3F}"/>
                </a:ext>
              </a:extLst>
            </p:cNvPr>
            <p:cNvGrpSpPr>
              <a:grpSpLocks/>
            </p:cNvGrpSpPr>
            <p:nvPr/>
          </p:nvGrpSpPr>
          <p:grpSpPr bwMode="auto">
            <a:xfrm>
              <a:off x="1695" y="3227"/>
              <a:ext cx="343" cy="154"/>
              <a:chOff x="844" y="3337"/>
              <a:chExt cx="343" cy="154"/>
            </a:xfrm>
          </p:grpSpPr>
          <p:sp>
            <p:nvSpPr>
              <p:cNvPr id="1453" name="Rectangle 143">
                <a:extLst>
                  <a:ext uri="{FF2B5EF4-FFF2-40B4-BE49-F238E27FC236}">
                    <a16:creationId xmlns:a16="http://schemas.microsoft.com/office/drawing/2014/main" id="{D94FBB29-8E0E-1A4D-B09C-73D936E62BB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4" name="Text Box 144">
                <a:extLst>
                  <a:ext uri="{FF2B5EF4-FFF2-40B4-BE49-F238E27FC236}">
                    <a16:creationId xmlns:a16="http://schemas.microsoft.com/office/drawing/2014/main" id="{C82973EC-B8F3-E842-8A88-D895358A3F4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sp>
        <p:nvSpPr>
          <p:cNvPr id="1485" name="Rectangle 226">
            <a:extLst>
              <a:ext uri="{FF2B5EF4-FFF2-40B4-BE49-F238E27FC236}">
                <a16:creationId xmlns:a16="http://schemas.microsoft.com/office/drawing/2014/main" id="{5DF70C14-A16A-3E4C-982B-58F5DD4F5DE9}"/>
              </a:ext>
            </a:extLst>
          </p:cNvPr>
          <p:cNvSpPr>
            <a:spLocks noChangeArrowheads="1"/>
          </p:cNvSpPr>
          <p:nvPr/>
        </p:nvSpPr>
        <p:spPr bwMode="auto">
          <a:xfrm>
            <a:off x="6120307" y="4620433"/>
            <a:ext cx="5201653" cy="1362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client now knows its IP address, name and IP address of DNS server, IP address of its first-hop router</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nvGrpSpPr>
          <p:cNvPr id="1341" name="Group 186">
            <a:extLst>
              <a:ext uri="{FF2B5EF4-FFF2-40B4-BE49-F238E27FC236}">
                <a16:creationId xmlns:a16="http://schemas.microsoft.com/office/drawing/2014/main" id="{0827A38F-76E7-194D-BDA6-1A605B355FB7}"/>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D46F6DF5-01A2-1849-A3BB-030EF6344BC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E1E80B19-9CDE-FB4C-AC77-EFE0782CC823}"/>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7E3264C2-51DE-F54E-9A1B-76045D0A25F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747CB78A-D52C-CE42-AC7E-25B8998929B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4140DAEF-666D-DA47-BDAF-E2CB84851395}"/>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299117A0-29F3-E34B-B8B3-2F87D3986129}"/>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0C5A74EE-A7D5-BA47-BFF6-F3C788C5CF2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15763F6D-F30B-604C-B1A4-B9E2BB00F6B7}"/>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E273AD4D-3F24-F44B-A734-2486970524D4}"/>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59BCC23F-6EFF-E446-B163-095673448F7F}"/>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12542AF1-426D-DF40-94A4-FC77464DBADC}"/>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5FF08725-A026-3F4F-AD7F-272FADC253CA}"/>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8AA7B66A-2CBB-2E47-80EB-79369D65AB83}"/>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018E5E89-C605-0C48-BE5E-A34A2400924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0966AC81-07B8-E14A-BAA7-22C95C7F847C}"/>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5F819351-A69B-9941-940C-349769D3699D}"/>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BFA9F2AA-7AE3-FF4B-967C-B9E2CADA8F5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8591C078-367E-8846-AE18-57822035D75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5FBF9D2A-7073-3241-B1BE-80315AD67F38}"/>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50A69CAB-1A9D-764D-A301-38CB4AB50107}"/>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A40FFDE9-6F48-8D40-9ACC-0075A43FDA1B}"/>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4939E403-BAAF-7740-9D06-F85AF207AB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9CFAF5A6-0089-3A4D-A737-EB7943AF586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BB6D7824-538E-7242-AAF3-ED996B971EF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3E4397CD-C96C-0B4E-BD03-383F30EF4E6A}"/>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277A6DC5-F29C-DC40-9896-6B2D357AC8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E3FA15CF-EFC6-FD4E-9002-2CF1C1E13990}"/>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CCECAEDD-8237-794F-9E2D-46763A7A221F}"/>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AE6B1F3E-B8FB-7547-9217-F09ADBEA75A9}"/>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4319B324-32C6-F449-A18D-0F337E57534F}"/>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F5225836-0C76-B346-8701-A331322937EC}"/>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52D4ECE6-91B2-404C-88C9-04B5ABAB0562}"/>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86" name="Slide Number Placeholder 3">
            <a:extLst>
              <a:ext uri="{FF2B5EF4-FFF2-40B4-BE49-F238E27FC236}">
                <a16:creationId xmlns:a16="http://schemas.microsoft.com/office/drawing/2014/main" id="{FEF1B6EF-B8A5-2041-9C60-52DC336233C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74</a:t>
            </a:fld>
            <a:endParaRPr lang="en-US" dirty="0"/>
          </a:p>
        </p:txBody>
      </p:sp>
    </p:spTree>
    <p:extLst>
      <p:ext uri="{BB962C8B-B14F-4D97-AF65-F5344CB8AC3E}">
        <p14:creationId xmlns:p14="http://schemas.microsoft.com/office/powerpoint/2010/main" val="312695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43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01">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381"/>
                                        </p:tgtEl>
                                        <p:attrNameLst>
                                          <p:attrName>style.visibility</p:attrName>
                                        </p:attrNameLst>
                                      </p:cBhvr>
                                      <p:to>
                                        <p:strVal val="visible"/>
                                      </p:to>
                                    </p:set>
                                    <p:animEffect transition="in" filter="wipe(up)">
                                      <p:cBhvr>
                                        <p:cTn id="13" dur="500"/>
                                        <p:tgtEl>
                                          <p:spTgt spid="1381"/>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1307">
                                            <p:txEl>
                                              <p:pRg st="0" end="0"/>
                                            </p:txEl>
                                          </p:spTgt>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414"/>
                                        </p:tgtEl>
                                        <p:attrNameLst>
                                          <p:attrName>style.visibility</p:attrName>
                                        </p:attrNameLst>
                                      </p:cBhvr>
                                      <p:to>
                                        <p:strVal val="visible"/>
                                      </p:to>
                                    </p:set>
                                  </p:childTnLst>
                                </p:cTn>
                              </p:par>
                            </p:childTnLst>
                          </p:cTn>
                        </p:par>
                        <p:par>
                          <p:cTn id="19" fill="hold">
                            <p:stCondLst>
                              <p:cond delay="500"/>
                            </p:stCondLst>
                            <p:childTnLst>
                              <p:par>
                                <p:cTn id="20" presetID="0" presetClass="path" presetSubtype="0" accel="50000" decel="50000" fill="hold" nodeType="afterEffect">
                                  <p:stCondLst>
                                    <p:cond delay="0"/>
                                  </p:stCondLst>
                                  <p:childTnLst>
                                    <p:animMotion origin="layout" path="M -0.01354 -0.01412 L 0.13802 -0.01343 L 0.28946 -0.30648 L -0.0306 -0.30949 " pathEditMode="relative" rAng="0" ptsTypes="AAAA">
                                      <p:cBhvr>
                                        <p:cTn id="21" dur="2000" fill="hold"/>
                                        <p:tgtEl>
                                          <p:spTgt spid="1414"/>
                                        </p:tgtEl>
                                        <p:attrNameLst>
                                          <p:attrName>ppt_x</p:attrName>
                                          <p:attrName>ppt_y</p:attrName>
                                        </p:attrNameLst>
                                      </p:cBhvr>
                                      <p:rCtr x="14297" y="-14745"/>
                                    </p:animMotion>
                                  </p:childTnLst>
                                </p:cTn>
                              </p:par>
                            </p:childTnLst>
                          </p:cTn>
                        </p:par>
                        <p:par>
                          <p:cTn id="22" fill="hold">
                            <p:stCondLst>
                              <p:cond delay="2500"/>
                            </p:stCondLst>
                            <p:childTnLst>
                              <p:par>
                                <p:cTn id="23" presetID="1" presetClass="exit" presetSubtype="0" fill="hold" nodeType="afterEffect">
                                  <p:stCondLst>
                                    <p:cond delay="0"/>
                                  </p:stCondLst>
                                  <p:childTnLst>
                                    <p:set>
                                      <p:cBhvr>
                                        <p:cTn id="24" dur="1" fill="hold">
                                          <p:stCondLst>
                                            <p:cond delay="0"/>
                                          </p:stCondLst>
                                        </p:cTn>
                                        <p:tgtEl>
                                          <p:spTgt spid="1428"/>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143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381"/>
                                        </p:tgtEl>
                                        <p:attrNameLst>
                                          <p:attrName>style.visibility</p:attrName>
                                        </p:attrNameLst>
                                      </p:cBhvr>
                                      <p:to>
                                        <p:strVal val="hidden"/>
                                      </p:to>
                                    </p:set>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1440"/>
                                        </p:tgtEl>
                                        <p:attrNameLst>
                                          <p:attrName>style.visibility</p:attrName>
                                        </p:attrNameLst>
                                      </p:cBhvr>
                                      <p:to>
                                        <p:strVal val="visible"/>
                                      </p:to>
                                    </p:set>
                                    <p:animEffect transition="in" filter="wipe(down)">
                                      <p:cBhvr>
                                        <p:cTn id="32" dur="500"/>
                                        <p:tgtEl>
                                          <p:spTgt spid="1440"/>
                                        </p:tgtEl>
                                      </p:cBhvr>
                                    </p:animEffect>
                                  </p:childTnLst>
                                </p:cTn>
                              </p:par>
                            </p:childTnLst>
                          </p:cTn>
                        </p:par>
                        <p:par>
                          <p:cTn id="33" fill="hold">
                            <p:stCondLst>
                              <p:cond delay="3000"/>
                            </p:stCondLst>
                            <p:childTnLst>
                              <p:par>
                                <p:cTn id="34" presetID="22" presetClass="entr" presetSubtype="4" fill="hold" nodeType="afterEffect">
                                  <p:stCondLst>
                                    <p:cond delay="0"/>
                                  </p:stCondLst>
                                  <p:childTnLst>
                                    <p:set>
                                      <p:cBhvr>
                                        <p:cTn id="35" dur="1" fill="hold">
                                          <p:stCondLst>
                                            <p:cond delay="0"/>
                                          </p:stCondLst>
                                        </p:cTn>
                                        <p:tgtEl>
                                          <p:spTgt spid="1449"/>
                                        </p:tgtEl>
                                        <p:attrNameLst>
                                          <p:attrName>style.visibility</p:attrName>
                                        </p:attrNameLst>
                                      </p:cBhvr>
                                      <p:to>
                                        <p:strVal val="visible"/>
                                      </p:to>
                                    </p:set>
                                    <p:animEffect transition="in" filter="wipe(down)">
                                      <p:cBhvr>
                                        <p:cTn id="36" dur="1000"/>
                                        <p:tgtEl>
                                          <p:spTgt spid="1449"/>
                                        </p:tgtEl>
                                      </p:cBhvr>
                                    </p:animEffect>
                                  </p:childTnLst>
                                </p:cTn>
                              </p:par>
                              <p:par>
                                <p:cTn id="37" presetID="1" presetClass="exit" presetSubtype="0" fill="hold" nodeType="withEffect">
                                  <p:stCondLst>
                                    <p:cond delay="0"/>
                                  </p:stCondLst>
                                  <p:childTnLst>
                                    <p:set>
                                      <p:cBhvr>
                                        <p:cTn id="38" dur="1" fill="hold">
                                          <p:stCondLst>
                                            <p:cond delay="0"/>
                                          </p:stCondLst>
                                        </p:cTn>
                                        <p:tgtEl>
                                          <p:spTgt spid="141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48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1" grpId="0" build="p"/>
      <p:bldP spid="1307" grpId="0" build="p"/>
      <p:bldP spid="1485" grpId="0" build="p"/>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addressing: last words ...</a:t>
            </a:r>
            <a:endParaRPr lang="en-US" sz="4800" dirty="0"/>
          </a:p>
        </p:txBody>
      </p:sp>
      <p:sp>
        <p:nvSpPr>
          <p:cNvPr id="5" name="Rectangle 3">
            <a:extLst>
              <a:ext uri="{FF2B5EF4-FFF2-40B4-BE49-F238E27FC236}">
                <a16:creationId xmlns:a16="http://schemas.microsoft.com/office/drawing/2014/main" id="{43E8044C-3653-B545-AA12-E470B06AA0C3}"/>
              </a:ext>
            </a:extLst>
          </p:cNvPr>
          <p:cNvSpPr txBox="1">
            <a:spLocks noChangeArrowheads="1"/>
          </p:cNvSpPr>
          <p:nvPr/>
        </p:nvSpPr>
        <p:spPr>
          <a:xfrm>
            <a:off x="703288" y="1513134"/>
            <a:ext cx="10920395" cy="36347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are there enough 32-bit IP addresses?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allocated last chunk of IPv4 addresses to RRs in 2011</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NAT (next) helps IPv4 address space exhaustion</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IPv6 has 128-bit address space</a:t>
            </a:r>
          </a:p>
        </p:txBody>
      </p:sp>
      <p:sp>
        <p:nvSpPr>
          <p:cNvPr id="2" name="TextBox 1">
            <a:extLst>
              <a:ext uri="{FF2B5EF4-FFF2-40B4-BE49-F238E27FC236}">
                <a16:creationId xmlns:a16="http://schemas.microsoft.com/office/drawing/2014/main" id="{DA23334C-B3DF-EA4F-9B01-0254D3D4FA54}"/>
              </a:ext>
            </a:extLst>
          </p:cNvPr>
          <p:cNvSpPr txBox="1"/>
          <p:nvPr/>
        </p:nvSpPr>
        <p:spPr>
          <a:xfrm flipH="1">
            <a:off x="1206941" y="4326912"/>
            <a:ext cx="8976150"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"Who the hell knew how much address space we needed?"  Vint Cerf (reflecting on decision to make IPv4 address 32 bits long)</a:t>
            </a:r>
          </a:p>
        </p:txBody>
      </p:sp>
      <p:sp>
        <p:nvSpPr>
          <p:cNvPr id="6" name="Slide Number Placeholder 3">
            <a:extLst>
              <a:ext uri="{FF2B5EF4-FFF2-40B4-BE49-F238E27FC236}">
                <a16:creationId xmlns:a16="http://schemas.microsoft.com/office/drawing/2014/main" id="{7B8F7CB5-70CC-E647-AF50-901B918C061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75</a:t>
            </a:fld>
            <a:endParaRPr lang="en-US" dirty="0"/>
          </a:p>
        </p:txBody>
      </p:sp>
    </p:spTree>
    <p:extLst>
      <p:ext uri="{BB962C8B-B14F-4D97-AF65-F5344CB8AC3E}">
        <p14:creationId xmlns:p14="http://schemas.microsoft.com/office/powerpoint/2010/main" val="2589358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
                                            <p:txEl>
                                              <p:pRg st="1" end="1"/>
                                            </p:txEl>
                                          </p:spTgt>
                                        </p:tgtEl>
                                        <p:attrNameLst>
                                          <p:attrName>style.visibility</p:attrName>
                                        </p:attrNameLst>
                                      </p:cBhvr>
                                      <p:to>
                                        <p:strVal val="visible"/>
                                      </p:to>
                                    </p:set>
                                    <p:animEffect transition="in" filter="dissolve">
                                      <p:cBhvr>
                                        <p:cTn id="10" dur="500"/>
                                        <p:tgtEl>
                                          <p:spTgt spid="5">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animEffect transition="in" filter="dissolve">
                                      <p:cBhvr>
                                        <p:cTn id="15" dur="500"/>
                                        <p:tgtEl>
                                          <p:spTgt spid="5">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5">
                                            <p:txEl>
                                              <p:pRg st="3" end="3"/>
                                            </p:txEl>
                                          </p:spTgt>
                                        </p:tgtEl>
                                        <p:attrNameLst>
                                          <p:attrName>style.visibility</p:attrName>
                                        </p:attrNameLst>
                                      </p:cBhvr>
                                      <p:to>
                                        <p:strVal val="visible"/>
                                      </p:to>
                                    </p:set>
                                    <p:animEffect transition="in" filter="dissolve">
                                      <p:cBhvr>
                                        <p:cTn id="18" dur="500"/>
                                        <p:tgtEl>
                                          <p:spTgt spid="5">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dissolve">
                                      <p:cBhvr>
                                        <p:cTn id="2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p:bldP spid="2"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match+action</a:t>
            </a:r>
            <a:endParaRPr lang="en-US" altLang="en-US" sz="2800" dirty="0">
              <a:solidFill>
                <a:schemeClr val="bg1">
                  <a:lumMod val="75000"/>
                </a:schemeClr>
              </a:solidFill>
              <a:ea typeface="ＭＳ Ｐゴシック" panose="020B0600070205080204" pitchFamily="34" charset="-128"/>
            </a:endParaRP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a:t>
            </a:r>
            <a:r>
              <a:rPr lang="en-US" altLang="en-US" sz="2800" dirty="0" err="1">
                <a:solidFill>
                  <a:schemeClr val="bg1">
                    <a:lumMod val="75000"/>
                  </a:schemeClr>
                </a:solidFill>
                <a:ea typeface="ＭＳ Ｐゴシック" panose="020B0600070205080204" pitchFamily="34" charset="-128"/>
              </a:rPr>
              <a:t>match+action</a:t>
            </a:r>
            <a:r>
              <a:rPr lang="en-US" altLang="en-US" sz="2800" dirty="0">
                <a:solidFill>
                  <a:schemeClr val="bg1">
                    <a:lumMod val="75000"/>
                  </a:schemeClr>
                </a:solidFill>
                <a:ea typeface="ＭＳ Ｐゴシック" panose="020B0600070205080204" pitchFamily="34" charset="-128"/>
              </a:rPr>
              <a:t>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76</a:t>
            </a:fld>
            <a:endParaRPr lang="en-US" dirty="0"/>
          </a:p>
        </p:txBody>
      </p:sp>
    </p:spTree>
    <p:extLst>
      <p:ext uri="{BB962C8B-B14F-4D97-AF65-F5344CB8AC3E}">
        <p14:creationId xmlns:p14="http://schemas.microsoft.com/office/powerpoint/2010/main" val="3435962336"/>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local network (e.g., home network) 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rest of</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with source or destination in this network have 10.0.0/24 address for  source, destination (as usual)</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all</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leaving</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local network have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same</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NAT IP address: 138.76.29.7,  but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different</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port numbers</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all devices in local network share just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one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IPv4 address as far as outside world is concerned</a:t>
            </a:r>
          </a:p>
        </p:txBody>
      </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Slide Number Placeholder 3">
            <a:extLst>
              <a:ext uri="{FF2B5EF4-FFF2-40B4-BE49-F238E27FC236}">
                <a16:creationId xmlns:a16="http://schemas.microsoft.com/office/drawing/2014/main" id="{ECE95E76-8D3F-5D49-BBDA-40760E7D55E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77</a:t>
            </a:fld>
            <a:endParaRPr lang="en-US" dirty="0"/>
          </a:p>
        </p:txBody>
      </p:sp>
    </p:spTree>
    <p:extLst>
      <p:ext uri="{BB962C8B-B14F-4D97-AF65-F5344CB8AC3E}">
        <p14:creationId xmlns:p14="http://schemas.microsoft.com/office/powerpoint/2010/main" val="74326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dissolve">
                                      <p:cBhvr>
                                        <p:cTn id="7" dur="500"/>
                                        <p:tgtEl>
                                          <p:spTgt spid="10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7"/>
                                        </p:tgtEl>
                                        <p:attrNameLst>
                                          <p:attrName>style.visibility</p:attrName>
                                        </p:attrNameLst>
                                      </p:cBhvr>
                                      <p:to>
                                        <p:strVal val="visible"/>
                                      </p:to>
                                    </p:set>
                                    <p:animEffect transition="in" filter="dissolve">
                                      <p:cBhvr>
                                        <p:cTn id="12" dur="500"/>
                                        <p:tgtEl>
                                          <p:spTgt spid="107"/>
                                        </p:tgtEl>
                                      </p:cBhvr>
                                    </p:animEffect>
                                  </p:childTnLst>
                                </p:cTn>
                              </p:par>
                              <p:par>
                                <p:cTn id="13" presetID="9"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devices in local network have 32-bit addresses in a “private” IP address space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10/8, 172.16/12, 192.168/16 prefixes) that can only be used in local network</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advantages:</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just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one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 needed from provider ISP for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all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addresses of host in local network without notifying outside world</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ISP without changing addresses of devices in local network</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security: devices inside local net not directly addressable, visible by outside world</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F7E4BF2-C93E-374A-8155-EA75613E8F4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78</a:t>
            </a:fld>
            <a:endParaRPr lang="en-US" dirty="0"/>
          </a:p>
        </p:txBody>
      </p:sp>
    </p:spTree>
    <p:extLst>
      <p:ext uri="{BB962C8B-B14F-4D97-AF65-F5344CB8AC3E}">
        <p14:creationId xmlns:p14="http://schemas.microsoft.com/office/powerpoint/2010/main" val="475275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3" end="3"/>
                                            </p:txEl>
                                          </p:spTgt>
                                        </p:tgtEl>
                                        <p:attrNameLst>
                                          <p:attrName>style.visibility</p:attrName>
                                        </p:attrNameLst>
                                      </p:cBhvr>
                                      <p:to>
                                        <p:strVal val="visible"/>
                                      </p:to>
                                    </p:set>
                                    <p:animEffect transition="in" filter="dissolve">
                                      <p:cBhvr>
                                        <p:cTn id="18" dur="500"/>
                                        <p:tgtEl>
                                          <p:spTgt spid="8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4" end="4"/>
                                            </p:txEl>
                                          </p:spTgt>
                                        </p:tgtEl>
                                        <p:attrNameLst>
                                          <p:attrName>style.visibility</p:attrName>
                                        </p:attrNameLst>
                                      </p:cBhvr>
                                      <p:to>
                                        <p:strVal val="visible"/>
                                      </p:to>
                                    </p:set>
                                    <p:animEffect transition="in" filter="dissolve">
                                      <p:cBhvr>
                                        <p:cTn id="21" dur="500"/>
                                        <p:tgtEl>
                                          <p:spTgt spid="8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implementation: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NAT router must (transparently):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outgoing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(source IP address, port #) of every outgoing datagram to (NAT IP address, new port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remote clients/servers will respond using (NAT IP address, new port #) as destination address</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remember (in NAT translation table)</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every (source IP address, port #)  to (NAT IP address, new port #) translation pair</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incoming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(NAT IP address, new port #) in destination fields of every incoming datagram with corresponding (source IP address, port #) stored in NAT table</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7312DB5A-90B0-B243-B2F8-16B9A390DE3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79</a:t>
            </a:fld>
            <a:endParaRPr lang="en-US" dirty="0"/>
          </a:p>
        </p:txBody>
      </p:sp>
    </p:spTree>
    <p:extLst>
      <p:ext uri="{BB962C8B-B14F-4D97-AF65-F5344CB8AC3E}">
        <p14:creationId xmlns:p14="http://schemas.microsoft.com/office/powerpoint/2010/main" val="1107749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1">
                                            <p:txEl>
                                              <p:pRg st="2" end="2"/>
                                            </p:txEl>
                                          </p:spTgt>
                                        </p:tgtEl>
                                        <p:attrNameLst>
                                          <p:attrName>style.visibility</p:attrName>
                                        </p:attrNameLst>
                                      </p:cBhvr>
                                      <p:to>
                                        <p:strVal val="visible"/>
                                      </p:to>
                                    </p:set>
                                    <p:animEffect transition="in" filter="dissolve">
                                      <p:cBhvr>
                                        <p:cTn id="10" dur="500"/>
                                        <p:tgtEl>
                                          <p:spTgt spid="81">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3" end="3"/>
                                            </p:txEl>
                                          </p:spTgt>
                                        </p:tgtEl>
                                        <p:attrNameLst>
                                          <p:attrName>style.visibility</p:attrName>
                                        </p:attrNameLst>
                                      </p:cBhvr>
                                      <p:to>
                                        <p:strVal val="visible"/>
                                      </p:to>
                                    </p:set>
                                    <p:animEffect transition="in" filter="dissolve">
                                      <p:cBhvr>
                                        <p:cTn id="15" dur="500"/>
                                        <p:tgtEl>
                                          <p:spTgt spid="81">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1">
                                            <p:txEl>
                                              <p:pRg st="4" end="4"/>
                                            </p:txEl>
                                          </p:spTgt>
                                        </p:tgtEl>
                                        <p:attrNameLst>
                                          <p:attrName>style.visibility</p:attrName>
                                        </p:attrNameLst>
                                      </p:cBhvr>
                                      <p:to>
                                        <p:strVal val="visible"/>
                                      </p:to>
                                    </p:set>
                                    <p:animEffect transition="in" filter="dissolve">
                                      <p:cBhvr>
                                        <p:cTn id="20" dur="500"/>
                                        <p:tgtEl>
                                          <p:spTgt spid="8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27F84A28-C4A8-B64C-A522-ED96A70BF4F6}"/>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3F4A61E6-1F91-CD48-9817-3EFAAE316322}"/>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29BBA0F8-D8A2-8948-9316-2CD52A8E777D}"/>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8C1E4275-2F68-5849-B286-D5540D1A27D3}"/>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ACAC77B2-102B-FF40-A235-6EDFA119EEEF}"/>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C175D47-A4A4-6645-8086-F38DC38BE77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B39131BB-ACC2-8347-8518-C3598BDDB3E9}"/>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C9868D3D-F7AB-374B-AF8C-1A31B3333D67}"/>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BCF07584-F53B-6A40-9D40-F36827FA8B4B}"/>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8C8E8062-3BC7-ED40-9145-8E53CCF57A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F05CF0B2-ADFC-5642-9080-810974A88D92}"/>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B4BFAC33-A46F-6F48-88E9-334122FDFB51}"/>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B75AE57F-3BEF-314F-8999-B1D6040F33CD}"/>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02FFB4A2-3C39-EA49-A1C9-F69127E1B83F}"/>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6F177354-84EF-E44F-BD75-48DAE4C983D1}"/>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1375D29A-087E-7E46-9CEA-14416B49BF28}"/>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DC525981-2B14-2640-B158-CE02695B558C}"/>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BDC038F8-12DC-9B48-A68C-450577D1A20F}"/>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4D5710FE-0785-5A48-AEAB-0C21EC1AE885}"/>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43A695E4-463A-2748-9301-7528118E9D3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5EFBE55D-A0D8-694A-88A8-B573ACAB13D6}"/>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402B8F20-1A59-4B4A-B3CF-303CC9B8E9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C93A4D0A-A948-B34D-A905-1543094B96E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3BACA1BE-7962-FA48-BEC5-4229D5B10C4E}"/>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FFF4A8ED-4027-F64B-8F00-59B9F44532D9}"/>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02A7CED3-D721-B04F-9DD9-9B40C20BEDBD}"/>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788D0873-6A2B-684C-959E-AF81C0E35B39}"/>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3F474D4B-441F-5C41-AF76-916D637CC0B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9BE86E9B-A255-EA46-8072-9F9CD10625BB}"/>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06A01750-5D72-784D-A71D-2DB7AD454DC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2E30B4AA-4B2F-4A43-A5B1-B7EAE1C5ADFC}"/>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9624DBA2-B294-A642-8E53-F51CB962FB2D}"/>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A97E6727-89A2-3046-B6AF-31E613B89650}"/>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B476178C-8B46-4945-9E70-1B47BD54703E}"/>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updates table</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39A4F056-0635-3B4E-AF02-5943F4D9B3AF}"/>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6A4AF0BA-7183-7E4F-8F56-54A31682489C}"/>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3FE0283C-E21B-D542-9E39-C2801B50C383}"/>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1" name="Group 129">
            <a:extLst>
              <a:ext uri="{FF2B5EF4-FFF2-40B4-BE49-F238E27FC236}">
                <a16:creationId xmlns:a16="http://schemas.microsoft.com/office/drawing/2014/main" id="{A019D077-2ABB-3344-ACBC-93645C742D99}"/>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B8F66CC1-3037-E74D-A021-4043072ED947}"/>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A4628EB5-017E-9542-B612-BEF665CB9DC7}"/>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42DDB704-CE98-4E46-A7DE-DDB1433EC314}"/>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348FD55D-4B52-B141-A915-FB610816735E}"/>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89E11CA1-32B5-9E44-B372-81818A9648F2}"/>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E1A1A68F-98DF-6140-8A3B-CC4EC09C27CC}"/>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AA767CA3-B9AF-1947-9E8B-7B78A42C71FF}"/>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E2185BCA-8B31-CA41-B7BE-278DC93C149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4ACEFFB9-09D4-C34F-AFD8-91F81AEB14B7}"/>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101431C9-4CC0-D847-919C-0DBB752E6AB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502198D0-5261-8C4C-8E3A-DF3954900C3B}"/>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B5A4AEEA-E775-7C48-85F8-7A891122D441}"/>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6DD6378B-4529-F246-A000-43AD78D87615}"/>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3F008E50-4578-AA40-AA1A-1A25E18912AB}"/>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B16A2E0-A7C5-3944-8912-ED29E0528737}"/>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Slide Number Placeholder 3">
            <a:extLst>
              <a:ext uri="{FF2B5EF4-FFF2-40B4-BE49-F238E27FC236}">
                <a16:creationId xmlns:a16="http://schemas.microsoft.com/office/drawing/2014/main" id="{9F67CE8D-C42D-5F41-A08F-EBC69C9720F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80</a:t>
            </a:fld>
            <a:endParaRPr lang="en-US" dirty="0"/>
          </a:p>
        </p:txBody>
      </p:sp>
    </p:spTree>
    <p:extLst>
      <p:ext uri="{BB962C8B-B14F-4D97-AF65-F5344CB8AC3E}">
        <p14:creationId xmlns:p14="http://schemas.microsoft.com/office/powerpoint/2010/main" val="80428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right)">
                                      <p:cBhvr>
                                        <p:cTn id="7" dur="1000"/>
                                        <p:tgtEl>
                                          <p:spTgt spid="125"/>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0"/>
                                        </p:tgtEl>
                                        <p:attrNameLst>
                                          <p:attrName>style.visibility</p:attrName>
                                        </p:attrNameLst>
                                      </p:cBhvr>
                                      <p:to>
                                        <p:strVal val="visible"/>
                                      </p:to>
                                    </p:set>
                                    <p:animEffect transition="in" filter="wipe(right)">
                                      <p:cBhvr>
                                        <p:cTn id="15" dur="1000"/>
                                        <p:tgtEl>
                                          <p:spTgt spid="170"/>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54"/>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86"/>
                                        </p:tgtEl>
                                        <p:attrNameLst>
                                          <p:attrName>style.visibility</p:attrName>
                                        </p:attrNameLst>
                                      </p:cBhvr>
                                      <p:to>
                                        <p:strVal val="visible"/>
                                      </p:to>
                                    </p:set>
                                  </p:childTnLst>
                                  <p:subTnLst>
                                    <p:set>
                                      <p:cBhvr override="childStyle">
                                        <p:cTn dur="1" fill="hold" display="0" masterRel="nextClick" afterEffect="1"/>
                                        <p:tgtEl>
                                          <p:spTgt spid="18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Effect transition="in" filter="wipe(left)">
                                      <p:cBhvr>
                                        <p:cTn id="26" dur="1000"/>
                                        <p:tgtEl>
                                          <p:spTgt spid="191"/>
                                        </p:tgtEl>
                                      </p:cBhvr>
                                    </p:animEffect>
                                  </p:childTnLst>
                                </p:cTn>
                              </p:par>
                            </p:childTnLst>
                          </p:cTn>
                        </p:par>
                        <p:par>
                          <p:cTn id="27" fill="hold">
                            <p:stCondLst>
                              <p:cond delay="1000"/>
                            </p:stCondLst>
                            <p:childTnLst>
                              <p:par>
                                <p:cTn id="28" presetID="1" presetClass="entr" presetSubtype="0" fill="hold" grpId="0" nodeType="afterEffect">
                                  <p:stCondLst>
                                    <p:cond delay="0"/>
                                  </p:stCondLst>
                                  <p:childTnLst>
                                    <p:set>
                                      <p:cBhvr>
                                        <p:cTn id="29" dur="1" fill="hold">
                                          <p:stCondLst>
                                            <p:cond delay="0"/>
                                          </p:stCondLst>
                                        </p:cTn>
                                        <p:tgtEl>
                                          <p:spTgt spid="206"/>
                                        </p:tgtEl>
                                        <p:attrNameLst>
                                          <p:attrName>style.visibility</p:attrName>
                                        </p:attrNameLst>
                                      </p:cBhvr>
                                      <p:to>
                                        <p:strVal val="visible"/>
                                      </p:to>
                                    </p:se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55"/>
                                        </p:tgtEl>
                                        <p:attrNameLst>
                                          <p:attrName>style.visibility</p:attrName>
                                        </p:attrNameLst>
                                      </p:cBhvr>
                                      <p:to>
                                        <p:strVal val="visible"/>
                                      </p:to>
                                    </p:set>
                                    <p:animEffect transition="in" filter="wipe(left)">
                                      <p:cBhvr>
                                        <p:cTn id="34" dur="10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p:bldP spid="206"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has been controversial: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“should” only process up to layer 3</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address “shortage” should be solved by IPv6</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violates end-to-end argument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(port # manipulation by network-layer device)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traversal: what if client wants to connect to server behind NAT?</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NAT is here to stay: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extensively used in home and institutional nets, 4G/5G cellular  nets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2A4FAD2-B6BA-4345-B284-73F2E1BF7E7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81</a:t>
            </a:fld>
            <a:endParaRPr lang="en-US" dirty="0"/>
          </a:p>
        </p:txBody>
      </p:sp>
    </p:spTree>
    <p:extLst>
      <p:ext uri="{BB962C8B-B14F-4D97-AF65-F5344CB8AC3E}">
        <p14:creationId xmlns:p14="http://schemas.microsoft.com/office/powerpoint/2010/main" val="2920770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xEl>
                                              <p:pRg st="1" end="1"/>
                                            </p:txEl>
                                          </p:spTgt>
                                        </p:tgtEl>
                                        <p:attrNameLst>
                                          <p:attrName>style.visibility</p:attrName>
                                        </p:attrNameLst>
                                      </p:cBhvr>
                                      <p:to>
                                        <p:strVal val="visible"/>
                                      </p:to>
                                    </p:set>
                                    <p:animEffect transition="in" filter="dissolve">
                                      <p:cBhvr>
                                        <p:cTn id="10" dur="500"/>
                                        <p:tgtEl>
                                          <p:spTgt spid="81">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xEl>
                                              <p:pRg st="2" end="2"/>
                                            </p:txEl>
                                          </p:spTgt>
                                        </p:tgtEl>
                                        <p:attrNameLst>
                                          <p:attrName>style.visibility</p:attrName>
                                        </p:attrNameLst>
                                      </p:cBhvr>
                                      <p:to>
                                        <p:strVal val="visible"/>
                                      </p:to>
                                    </p:set>
                                    <p:animEffect transition="in" filter="dissolve">
                                      <p:cBhvr>
                                        <p:cTn id="13" dur="500"/>
                                        <p:tgtEl>
                                          <p:spTgt spid="81">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1">
                                            <p:txEl>
                                              <p:pRg st="3" end="3"/>
                                            </p:txEl>
                                          </p:spTgt>
                                        </p:tgtEl>
                                        <p:attrNameLst>
                                          <p:attrName>style.visibility</p:attrName>
                                        </p:attrNameLst>
                                      </p:cBhvr>
                                      <p:to>
                                        <p:strVal val="visible"/>
                                      </p:to>
                                    </p:set>
                                    <p:animEffect transition="in" filter="dissolve">
                                      <p:cBhvr>
                                        <p:cTn id="16" dur="500"/>
                                        <p:tgtEl>
                                          <p:spTgt spid="81">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81">
                                            <p:txEl>
                                              <p:pRg st="4" end="4"/>
                                            </p:txEl>
                                          </p:spTgt>
                                        </p:tgtEl>
                                        <p:attrNameLst>
                                          <p:attrName>style.visibility</p:attrName>
                                        </p:attrNameLst>
                                      </p:cBhvr>
                                      <p:to>
                                        <p:strVal val="visible"/>
                                      </p:to>
                                    </p:set>
                                    <p:animEffect transition="in" filter="dissolve">
                                      <p:cBhvr>
                                        <p:cTn id="19" dur="500"/>
                                        <p:tgtEl>
                                          <p:spTgt spid="81">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81">
                                            <p:txEl>
                                              <p:pRg st="6" end="6"/>
                                            </p:txEl>
                                          </p:spTgt>
                                        </p:tgtEl>
                                        <p:attrNameLst>
                                          <p:attrName>style.visibility</p:attrName>
                                        </p:attrNameLst>
                                      </p:cBhvr>
                                      <p:to>
                                        <p:strVal val="visible"/>
                                      </p:to>
                                    </p:set>
                                    <p:animEffect transition="in" filter="dissolve">
                                      <p:cBhvr>
                                        <p:cTn id="27" dur="500"/>
                                        <p:tgtEl>
                                          <p:spTgt spid="8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initial motivation: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32-bit IPv4 address space would be completely allocated  </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additional motivation: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speed processing/forwarding: 40-byte </a:t>
            </a: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fixed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length header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nable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different network-layer treatment of “flows”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motivation</a:t>
            </a:r>
          </a:p>
        </p:txBody>
      </p:sp>
      <p:sp>
        <p:nvSpPr>
          <p:cNvPr id="4" name="Slide Number Placeholder 3">
            <a:extLst>
              <a:ext uri="{FF2B5EF4-FFF2-40B4-BE49-F238E27FC236}">
                <a16:creationId xmlns:a16="http://schemas.microsoft.com/office/drawing/2014/main" id="{3DCBCA91-367F-144D-81CF-EC6DDC4A71F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82</a:t>
            </a:fld>
            <a:endParaRPr lang="en-US" dirty="0"/>
          </a:p>
        </p:txBody>
      </p:sp>
    </p:spTree>
    <p:extLst>
      <p:ext uri="{BB962C8B-B14F-4D97-AF65-F5344CB8AC3E}">
        <p14:creationId xmlns:p14="http://schemas.microsoft.com/office/powerpoint/2010/main" val="368137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81">
                                            <p:txEl>
                                              <p:pRg st="3" end="3"/>
                                            </p:txEl>
                                          </p:spTgt>
                                        </p:tgtEl>
                                        <p:attrNameLst>
                                          <p:attrName>style.visibility</p:attrName>
                                        </p:attrNameLst>
                                      </p:cBhvr>
                                      <p:to>
                                        <p:strVal val="visible"/>
                                      </p:to>
                                    </p:set>
                                    <p:animEffect transition="in" filter="dissolve">
                                      <p:cBhvr>
                                        <p:cTn id="20" dur="500"/>
                                        <p:tgtEl>
                                          <p:spTgt spid="8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uiExpand="1" build="p"/>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datagram format</a:t>
            </a:r>
          </a:p>
        </p:txBody>
      </p:sp>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payload (data)</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source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payload len</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next hdr</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hop limit</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label</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a:t>
            </a: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ver</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32 bits</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priority: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priority among datagrams in flow</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label: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datagrams in same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 of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not well defined).</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128-bit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IPv6 addresses</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What’s missing (compared with IPv4):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checksum (to speed processing at routers)</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fragmentation/reassembly</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options (available as upper-layer, next-header protocol at router)</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Slide Number Placeholder 3">
            <a:extLst>
              <a:ext uri="{FF2B5EF4-FFF2-40B4-BE49-F238E27FC236}">
                <a16:creationId xmlns:a16="http://schemas.microsoft.com/office/drawing/2014/main" id="{FECA57F1-CDA6-B74D-8BAA-F8802916451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83</a:t>
            </a:fld>
            <a:endParaRPr lang="en-US" dirty="0"/>
          </a:p>
        </p:txBody>
      </p:sp>
    </p:spTree>
    <p:extLst>
      <p:ext uri="{BB962C8B-B14F-4D97-AF65-F5344CB8AC3E}">
        <p14:creationId xmlns:p14="http://schemas.microsoft.com/office/powerpoint/2010/main" val="110281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dissolv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dissolv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not all routers can be upgraded simultaneously</a:t>
            </a:r>
          </a:p>
          <a:p>
            <a:pPr lvl="1">
              <a:lnSpc>
                <a:spcPct val="75000"/>
              </a:lnSpc>
            </a:pPr>
            <a:r>
              <a:rPr lang="en-US" altLang="en-US" sz="2800" dirty="0">
                <a:ea typeface="ＭＳ Ｐゴシック" panose="020B0600070205080204" pitchFamily="34" charset="-128"/>
              </a:rPr>
              <a:t>no “</a:t>
            </a:r>
            <a:r>
              <a:rPr lang="en-US" altLang="ja-JP" sz="2800" dirty="0">
                <a:ea typeface="ＭＳ Ｐゴシック" panose="020B0600070205080204" pitchFamily="34" charset="-128"/>
              </a:rPr>
              <a:t>flag days”</a:t>
            </a:r>
          </a:p>
          <a:p>
            <a:pPr lvl="1">
              <a:lnSpc>
                <a:spcPct val="75000"/>
              </a:lnSpc>
            </a:pPr>
            <a:r>
              <a:rPr lang="en-US" altLang="en-US" sz="2800" dirty="0">
                <a:ea typeface="ＭＳ Ｐゴシック" panose="020B0600070205080204" pitchFamily="34" charset="-128"/>
              </a:rPr>
              <a:t>how will network operate with mixed IPv4 and IPv6 routers?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Transition from IPv4 to IPv6</a:t>
            </a:r>
          </a:p>
        </p:txBody>
      </p:sp>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source, dest addr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header fields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payload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UDP/TCP payload</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source dest addr</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header fields</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IPv6 datagram carried as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payload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in IPv4 datagram among IPv4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routers (“packet within a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used extensively in other contexts (4G/5G)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Slide Number Placeholder 3">
            <a:extLst>
              <a:ext uri="{FF2B5EF4-FFF2-40B4-BE49-F238E27FC236}">
                <a16:creationId xmlns:a16="http://schemas.microsoft.com/office/drawing/2014/main" id="{945B7C4C-9296-874F-B9F9-50A07C0FDE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84</a:t>
            </a:fld>
            <a:endParaRPr lang="en-US" dirty="0"/>
          </a:p>
        </p:txBody>
      </p:sp>
    </p:spTree>
    <p:extLst>
      <p:ext uri="{BB962C8B-B14F-4D97-AF65-F5344CB8AC3E}">
        <p14:creationId xmlns:p14="http://schemas.microsoft.com/office/powerpoint/2010/main" val="186678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dissolve">
                                      <p:cBhvr>
                                        <p:cTn id="7" dur="5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dissolve">
                                      <p:cBhvr>
                                        <p:cTn id="1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22" name="Group 21">
            <a:extLst>
              <a:ext uri="{FF2B5EF4-FFF2-40B4-BE49-F238E27FC236}">
                <a16:creationId xmlns:a16="http://schemas.microsoft.com/office/drawing/2014/main" id="{6955EFF3-F060-3445-9081-547BFBAF19BD}"/>
              </a:ext>
            </a:extLst>
          </p:cNvPr>
          <p:cNvGrpSpPr/>
          <p:nvPr/>
        </p:nvGrpSpPr>
        <p:grpSpPr>
          <a:xfrm>
            <a:off x="4282206" y="4270968"/>
            <a:ext cx="5834767" cy="1635995"/>
            <a:chOff x="4282206" y="4270968"/>
            <a:chExt cx="5834767" cy="1635995"/>
          </a:xfrm>
        </p:grpSpPr>
        <p:grpSp>
          <p:nvGrpSpPr>
            <p:cNvPr id="496" name="Group 495">
              <a:extLst>
                <a:ext uri="{FF2B5EF4-FFF2-40B4-BE49-F238E27FC236}">
                  <a16:creationId xmlns:a16="http://schemas.microsoft.com/office/drawing/2014/main" id="{84987C4E-F0D3-1E4E-9333-AA4663F4A8D6}"/>
                </a:ext>
              </a:extLst>
            </p:cNvPr>
            <p:cNvGrpSpPr/>
            <p:nvPr/>
          </p:nvGrpSpPr>
          <p:grpSpPr>
            <a:xfrm>
              <a:off x="5980176" y="4270968"/>
              <a:ext cx="2432304" cy="1345360"/>
              <a:chOff x="5705856" y="2228808"/>
              <a:chExt cx="2432304" cy="1345360"/>
            </a:xfrm>
          </p:grpSpPr>
          <p:sp>
            <p:nvSpPr>
              <p:cNvPr id="497" name="Freeform 417">
                <a:extLst>
                  <a:ext uri="{FF2B5EF4-FFF2-40B4-BE49-F238E27FC236}">
                    <a16:creationId xmlns:a16="http://schemas.microsoft.com/office/drawing/2014/main" id="{87F82499-92C4-7044-81C6-8C0BE2857D86}"/>
                  </a:ext>
                </a:extLst>
              </p:cNvPr>
              <p:cNvSpPr>
                <a:spLocks/>
              </p:cNvSpPr>
              <p:nvPr/>
            </p:nvSpPr>
            <p:spPr bwMode="auto">
              <a:xfrm rot="659626">
                <a:off x="5879224" y="2228808"/>
                <a:ext cx="2125934" cy="1345360"/>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 name="connsiteX0" fmla="*/ 6208 w 10764"/>
                  <a:gd name="connsiteY0" fmla="*/ 124 h 9874"/>
                  <a:gd name="connsiteX1" fmla="*/ 3717 w 10764"/>
                  <a:gd name="connsiteY1" fmla="*/ 746 h 9874"/>
                  <a:gd name="connsiteX2" fmla="*/ 1941 w 10764"/>
                  <a:gd name="connsiteY2" fmla="*/ 1872 h 9874"/>
                  <a:gd name="connsiteX3" fmla="*/ 1420 w 10764"/>
                  <a:gd name="connsiteY3" fmla="*/ 3354 h 9874"/>
                  <a:gd name="connsiteX4" fmla="*/ 165 w 10764"/>
                  <a:gd name="connsiteY4" fmla="*/ 4361 h 9874"/>
                  <a:gd name="connsiteX5" fmla="*/ 127 w 10764"/>
                  <a:gd name="connsiteY5" fmla="*/ 6761 h 9874"/>
                  <a:gd name="connsiteX6" fmla="*/ 1227 w 10764"/>
                  <a:gd name="connsiteY6" fmla="*/ 7205 h 9874"/>
                  <a:gd name="connsiteX7" fmla="*/ 4374 w 10764"/>
                  <a:gd name="connsiteY7" fmla="*/ 7205 h 9874"/>
                  <a:gd name="connsiteX8" fmla="*/ 5725 w 10764"/>
                  <a:gd name="connsiteY8" fmla="*/ 8183 h 9874"/>
                  <a:gd name="connsiteX9" fmla="*/ 7212 w 10764"/>
                  <a:gd name="connsiteY9" fmla="*/ 9694 h 9874"/>
                  <a:gd name="connsiteX10" fmla="*/ 8351 w 10764"/>
                  <a:gd name="connsiteY10" fmla="*/ 9754 h 9874"/>
                  <a:gd name="connsiteX11" fmla="*/ 9142 w 10764"/>
                  <a:gd name="connsiteY11" fmla="*/ 8894 h 9874"/>
                  <a:gd name="connsiteX12" fmla="*/ 9528 w 10764"/>
                  <a:gd name="connsiteY12" fmla="*/ 6554 h 9874"/>
                  <a:gd name="connsiteX13" fmla="*/ 10762 w 10764"/>
                  <a:gd name="connsiteY13" fmla="*/ 4612 h 9874"/>
                  <a:gd name="connsiteX14" fmla="*/ 9818 w 10764"/>
                  <a:gd name="connsiteY14" fmla="*/ 1546 h 9874"/>
                  <a:gd name="connsiteX15" fmla="*/ 8968 w 10764"/>
                  <a:gd name="connsiteY15" fmla="*/ 213 h 9874"/>
                  <a:gd name="connsiteX16" fmla="*/ 7443 w 10764"/>
                  <a:gd name="connsiteY16" fmla="*/ 5 h 9874"/>
                  <a:gd name="connsiteX17" fmla="*/ 6208 w 10764"/>
                  <a:gd name="connsiteY17" fmla="*/ 124 h 9874"/>
                  <a:gd name="connsiteX0" fmla="*/ 5767 w 10000"/>
                  <a:gd name="connsiteY0" fmla="*/ 126 h 12428"/>
                  <a:gd name="connsiteX1" fmla="*/ 3453 w 10000"/>
                  <a:gd name="connsiteY1" fmla="*/ 756 h 12428"/>
                  <a:gd name="connsiteX2" fmla="*/ 1803 w 10000"/>
                  <a:gd name="connsiteY2" fmla="*/ 1896 h 12428"/>
                  <a:gd name="connsiteX3" fmla="*/ 1319 w 10000"/>
                  <a:gd name="connsiteY3" fmla="*/ 3397 h 12428"/>
                  <a:gd name="connsiteX4" fmla="*/ 153 w 10000"/>
                  <a:gd name="connsiteY4" fmla="*/ 4417 h 12428"/>
                  <a:gd name="connsiteX5" fmla="*/ 118 w 10000"/>
                  <a:gd name="connsiteY5" fmla="*/ 6847 h 12428"/>
                  <a:gd name="connsiteX6" fmla="*/ 1140 w 10000"/>
                  <a:gd name="connsiteY6" fmla="*/ 7297 h 12428"/>
                  <a:gd name="connsiteX7" fmla="*/ 4064 w 10000"/>
                  <a:gd name="connsiteY7" fmla="*/ 7297 h 12428"/>
                  <a:gd name="connsiteX8" fmla="*/ 4730 w 10000"/>
                  <a:gd name="connsiteY8" fmla="*/ 12382 h 12428"/>
                  <a:gd name="connsiteX9" fmla="*/ 6700 w 10000"/>
                  <a:gd name="connsiteY9" fmla="*/ 9818 h 12428"/>
                  <a:gd name="connsiteX10" fmla="*/ 7758 w 10000"/>
                  <a:gd name="connsiteY10" fmla="*/ 9878 h 12428"/>
                  <a:gd name="connsiteX11" fmla="*/ 8493 w 10000"/>
                  <a:gd name="connsiteY11" fmla="*/ 9007 h 12428"/>
                  <a:gd name="connsiteX12" fmla="*/ 8852 w 10000"/>
                  <a:gd name="connsiteY12" fmla="*/ 6638 h 12428"/>
                  <a:gd name="connsiteX13" fmla="*/ 9998 w 10000"/>
                  <a:gd name="connsiteY13" fmla="*/ 4671 h 12428"/>
                  <a:gd name="connsiteX14" fmla="*/ 9121 w 10000"/>
                  <a:gd name="connsiteY14" fmla="*/ 1566 h 12428"/>
                  <a:gd name="connsiteX15" fmla="*/ 8331 w 10000"/>
                  <a:gd name="connsiteY15" fmla="*/ 216 h 12428"/>
                  <a:gd name="connsiteX16" fmla="*/ 6915 w 10000"/>
                  <a:gd name="connsiteY16" fmla="*/ 5 h 12428"/>
                  <a:gd name="connsiteX17" fmla="*/ 5767 w 10000"/>
                  <a:gd name="connsiteY17" fmla="*/ 126 h 12428"/>
                  <a:gd name="connsiteX0" fmla="*/ 5767 w 10000"/>
                  <a:gd name="connsiteY0" fmla="*/ 126 h 12382"/>
                  <a:gd name="connsiteX1" fmla="*/ 3453 w 10000"/>
                  <a:gd name="connsiteY1" fmla="*/ 756 h 12382"/>
                  <a:gd name="connsiteX2" fmla="*/ 1803 w 10000"/>
                  <a:gd name="connsiteY2" fmla="*/ 1896 h 12382"/>
                  <a:gd name="connsiteX3" fmla="*/ 1319 w 10000"/>
                  <a:gd name="connsiteY3" fmla="*/ 3397 h 12382"/>
                  <a:gd name="connsiteX4" fmla="*/ 153 w 10000"/>
                  <a:gd name="connsiteY4" fmla="*/ 4417 h 12382"/>
                  <a:gd name="connsiteX5" fmla="*/ 118 w 10000"/>
                  <a:gd name="connsiteY5" fmla="*/ 6847 h 12382"/>
                  <a:gd name="connsiteX6" fmla="*/ 1140 w 10000"/>
                  <a:gd name="connsiteY6" fmla="*/ 7297 h 12382"/>
                  <a:gd name="connsiteX7" fmla="*/ 3325 w 10000"/>
                  <a:gd name="connsiteY7" fmla="*/ 9972 h 12382"/>
                  <a:gd name="connsiteX8" fmla="*/ 4730 w 10000"/>
                  <a:gd name="connsiteY8" fmla="*/ 12382 h 12382"/>
                  <a:gd name="connsiteX9" fmla="*/ 6700 w 10000"/>
                  <a:gd name="connsiteY9" fmla="*/ 9818 h 12382"/>
                  <a:gd name="connsiteX10" fmla="*/ 7758 w 10000"/>
                  <a:gd name="connsiteY10" fmla="*/ 9878 h 12382"/>
                  <a:gd name="connsiteX11" fmla="*/ 8493 w 10000"/>
                  <a:gd name="connsiteY11" fmla="*/ 9007 h 12382"/>
                  <a:gd name="connsiteX12" fmla="*/ 8852 w 10000"/>
                  <a:gd name="connsiteY12" fmla="*/ 6638 h 12382"/>
                  <a:gd name="connsiteX13" fmla="*/ 9998 w 10000"/>
                  <a:gd name="connsiteY13" fmla="*/ 4671 h 12382"/>
                  <a:gd name="connsiteX14" fmla="*/ 9121 w 10000"/>
                  <a:gd name="connsiteY14" fmla="*/ 1566 h 12382"/>
                  <a:gd name="connsiteX15" fmla="*/ 8331 w 10000"/>
                  <a:gd name="connsiteY15" fmla="*/ 216 h 12382"/>
                  <a:gd name="connsiteX16" fmla="*/ 6915 w 10000"/>
                  <a:gd name="connsiteY16" fmla="*/ 5 h 12382"/>
                  <a:gd name="connsiteX17" fmla="*/ 5767 w 10000"/>
                  <a:gd name="connsiteY17" fmla="*/ 126 h 12382"/>
                  <a:gd name="connsiteX0" fmla="*/ 5770 w 10003"/>
                  <a:gd name="connsiteY0" fmla="*/ 126 h 12382"/>
                  <a:gd name="connsiteX1" fmla="*/ 3456 w 10003"/>
                  <a:gd name="connsiteY1" fmla="*/ 756 h 12382"/>
                  <a:gd name="connsiteX2" fmla="*/ 1806 w 10003"/>
                  <a:gd name="connsiteY2" fmla="*/ 1896 h 12382"/>
                  <a:gd name="connsiteX3" fmla="*/ 1322 w 10003"/>
                  <a:gd name="connsiteY3" fmla="*/ 3397 h 12382"/>
                  <a:gd name="connsiteX4" fmla="*/ 156 w 10003"/>
                  <a:gd name="connsiteY4" fmla="*/ 4417 h 12382"/>
                  <a:gd name="connsiteX5" fmla="*/ 121 w 10003"/>
                  <a:gd name="connsiteY5" fmla="*/ 6847 h 12382"/>
                  <a:gd name="connsiteX6" fmla="*/ 1194 w 10003"/>
                  <a:gd name="connsiteY6" fmla="*/ 9155 h 12382"/>
                  <a:gd name="connsiteX7" fmla="*/ 3328 w 10003"/>
                  <a:gd name="connsiteY7" fmla="*/ 9972 h 12382"/>
                  <a:gd name="connsiteX8" fmla="*/ 4733 w 10003"/>
                  <a:gd name="connsiteY8" fmla="*/ 12382 h 12382"/>
                  <a:gd name="connsiteX9" fmla="*/ 6703 w 10003"/>
                  <a:gd name="connsiteY9" fmla="*/ 9818 h 12382"/>
                  <a:gd name="connsiteX10" fmla="*/ 7761 w 10003"/>
                  <a:gd name="connsiteY10" fmla="*/ 9878 h 12382"/>
                  <a:gd name="connsiteX11" fmla="*/ 8496 w 10003"/>
                  <a:gd name="connsiteY11" fmla="*/ 9007 h 12382"/>
                  <a:gd name="connsiteX12" fmla="*/ 8855 w 10003"/>
                  <a:gd name="connsiteY12" fmla="*/ 6638 h 12382"/>
                  <a:gd name="connsiteX13" fmla="*/ 10001 w 10003"/>
                  <a:gd name="connsiteY13" fmla="*/ 4671 h 12382"/>
                  <a:gd name="connsiteX14" fmla="*/ 9124 w 10003"/>
                  <a:gd name="connsiteY14" fmla="*/ 1566 h 12382"/>
                  <a:gd name="connsiteX15" fmla="*/ 8334 w 10003"/>
                  <a:gd name="connsiteY15" fmla="*/ 216 h 12382"/>
                  <a:gd name="connsiteX16" fmla="*/ 6918 w 10003"/>
                  <a:gd name="connsiteY16" fmla="*/ 5 h 12382"/>
                  <a:gd name="connsiteX17" fmla="*/ 5770 w 10003"/>
                  <a:gd name="connsiteY17" fmla="*/ 126 h 12382"/>
                  <a:gd name="connsiteX0" fmla="*/ 5770 w 10003"/>
                  <a:gd name="connsiteY0" fmla="*/ 126 h 11611"/>
                  <a:gd name="connsiteX1" fmla="*/ 3456 w 10003"/>
                  <a:gd name="connsiteY1" fmla="*/ 756 h 11611"/>
                  <a:gd name="connsiteX2" fmla="*/ 1806 w 10003"/>
                  <a:gd name="connsiteY2" fmla="*/ 1896 h 11611"/>
                  <a:gd name="connsiteX3" fmla="*/ 1322 w 10003"/>
                  <a:gd name="connsiteY3" fmla="*/ 3397 h 11611"/>
                  <a:gd name="connsiteX4" fmla="*/ 156 w 10003"/>
                  <a:gd name="connsiteY4" fmla="*/ 4417 h 11611"/>
                  <a:gd name="connsiteX5" fmla="*/ 121 w 10003"/>
                  <a:gd name="connsiteY5" fmla="*/ 6847 h 11611"/>
                  <a:gd name="connsiteX6" fmla="*/ 1194 w 10003"/>
                  <a:gd name="connsiteY6" fmla="*/ 9155 h 11611"/>
                  <a:gd name="connsiteX7" fmla="*/ 3328 w 10003"/>
                  <a:gd name="connsiteY7" fmla="*/ 9972 h 11611"/>
                  <a:gd name="connsiteX8" fmla="*/ 5017 w 10003"/>
                  <a:gd name="connsiteY8" fmla="*/ 11611 h 11611"/>
                  <a:gd name="connsiteX9" fmla="*/ 6703 w 10003"/>
                  <a:gd name="connsiteY9" fmla="*/ 9818 h 11611"/>
                  <a:gd name="connsiteX10" fmla="*/ 7761 w 10003"/>
                  <a:gd name="connsiteY10" fmla="*/ 9878 h 11611"/>
                  <a:gd name="connsiteX11" fmla="*/ 8496 w 10003"/>
                  <a:gd name="connsiteY11" fmla="*/ 9007 h 11611"/>
                  <a:gd name="connsiteX12" fmla="*/ 8855 w 10003"/>
                  <a:gd name="connsiteY12" fmla="*/ 6638 h 11611"/>
                  <a:gd name="connsiteX13" fmla="*/ 10001 w 10003"/>
                  <a:gd name="connsiteY13" fmla="*/ 4671 h 11611"/>
                  <a:gd name="connsiteX14" fmla="*/ 9124 w 10003"/>
                  <a:gd name="connsiteY14" fmla="*/ 1566 h 11611"/>
                  <a:gd name="connsiteX15" fmla="*/ 8334 w 10003"/>
                  <a:gd name="connsiteY15" fmla="*/ 216 h 11611"/>
                  <a:gd name="connsiteX16" fmla="*/ 6918 w 10003"/>
                  <a:gd name="connsiteY16" fmla="*/ 5 h 11611"/>
                  <a:gd name="connsiteX17" fmla="*/ 5770 w 10003"/>
                  <a:gd name="connsiteY17" fmla="*/ 126 h 1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03" h="11611">
                    <a:moveTo>
                      <a:pt x="5770" y="126"/>
                    </a:moveTo>
                    <a:cubicBezTo>
                      <a:pt x="5196" y="245"/>
                      <a:pt x="4120" y="456"/>
                      <a:pt x="3456" y="756"/>
                    </a:cubicBezTo>
                    <a:cubicBezTo>
                      <a:pt x="2793" y="1055"/>
                      <a:pt x="2166" y="1460"/>
                      <a:pt x="1806" y="1896"/>
                    </a:cubicBezTo>
                    <a:cubicBezTo>
                      <a:pt x="1448" y="2331"/>
                      <a:pt x="1600" y="2977"/>
                      <a:pt x="1322" y="3397"/>
                    </a:cubicBezTo>
                    <a:cubicBezTo>
                      <a:pt x="1044" y="3816"/>
                      <a:pt x="354" y="3846"/>
                      <a:pt x="156" y="4417"/>
                    </a:cubicBezTo>
                    <a:cubicBezTo>
                      <a:pt x="-41" y="4987"/>
                      <a:pt x="-52" y="6057"/>
                      <a:pt x="121" y="6847"/>
                    </a:cubicBezTo>
                    <a:cubicBezTo>
                      <a:pt x="294" y="7637"/>
                      <a:pt x="660" y="8634"/>
                      <a:pt x="1194" y="9155"/>
                    </a:cubicBezTo>
                    <a:cubicBezTo>
                      <a:pt x="1728" y="9676"/>
                      <a:pt x="2691" y="9563"/>
                      <a:pt x="3328" y="9972"/>
                    </a:cubicBezTo>
                    <a:cubicBezTo>
                      <a:pt x="3965" y="10381"/>
                      <a:pt x="4455" y="11637"/>
                      <a:pt x="5017" y="11611"/>
                    </a:cubicBezTo>
                    <a:cubicBezTo>
                      <a:pt x="5579" y="11585"/>
                      <a:pt x="6246" y="10107"/>
                      <a:pt x="6703" y="9818"/>
                    </a:cubicBezTo>
                    <a:cubicBezTo>
                      <a:pt x="7160" y="9529"/>
                      <a:pt x="7465" y="10013"/>
                      <a:pt x="7761" y="9878"/>
                    </a:cubicBezTo>
                    <a:cubicBezTo>
                      <a:pt x="8057" y="9743"/>
                      <a:pt x="8317" y="9548"/>
                      <a:pt x="8496" y="9007"/>
                    </a:cubicBezTo>
                    <a:cubicBezTo>
                      <a:pt x="8675" y="8468"/>
                      <a:pt x="8604" y="7361"/>
                      <a:pt x="8855" y="6638"/>
                    </a:cubicBezTo>
                    <a:cubicBezTo>
                      <a:pt x="9106" y="5915"/>
                      <a:pt x="9957" y="5511"/>
                      <a:pt x="10001" y="4671"/>
                    </a:cubicBezTo>
                    <a:cubicBezTo>
                      <a:pt x="10047" y="3830"/>
                      <a:pt x="9402" y="2308"/>
                      <a:pt x="9124" y="1566"/>
                    </a:cubicBezTo>
                    <a:cubicBezTo>
                      <a:pt x="8846" y="823"/>
                      <a:pt x="8702" y="471"/>
                      <a:pt x="8334" y="216"/>
                    </a:cubicBezTo>
                    <a:cubicBezTo>
                      <a:pt x="7968" y="-39"/>
                      <a:pt x="7349" y="20"/>
                      <a:pt x="6918" y="5"/>
                    </a:cubicBezTo>
                    <a:cubicBezTo>
                      <a:pt x="6488" y="-9"/>
                      <a:pt x="6345" y="5"/>
                      <a:pt x="5770" y="1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8" name="Group 497">
                <a:extLst>
                  <a:ext uri="{FF2B5EF4-FFF2-40B4-BE49-F238E27FC236}">
                    <a16:creationId xmlns:a16="http://schemas.microsoft.com/office/drawing/2014/main" id="{6B8DEDCB-9DCF-6E46-9C42-540C19255E9B}"/>
                  </a:ext>
                </a:extLst>
              </p:cNvPr>
              <p:cNvGrpSpPr/>
              <p:nvPr/>
            </p:nvGrpSpPr>
            <p:grpSpPr>
              <a:xfrm>
                <a:off x="5705856" y="2321052"/>
                <a:ext cx="2432304" cy="1054608"/>
                <a:chOff x="5705856" y="2321052"/>
                <a:chExt cx="2432304" cy="1054608"/>
              </a:xfrm>
            </p:grpSpPr>
            <p:cxnSp>
              <p:nvCxnSpPr>
                <p:cNvPr id="499" name="Straight Connector 498">
                  <a:extLst>
                    <a:ext uri="{FF2B5EF4-FFF2-40B4-BE49-F238E27FC236}">
                      <a16:creationId xmlns:a16="http://schemas.microsoft.com/office/drawing/2014/main" id="{2E80BCA9-6A41-0A47-A48F-1F0931A1CB93}"/>
                    </a:ext>
                  </a:extLst>
                </p:cNvPr>
                <p:cNvCxnSpPr/>
                <p:nvPr/>
              </p:nvCxnSpPr>
              <p:spPr>
                <a:xfrm>
                  <a:off x="5705856" y="2811780"/>
                  <a:ext cx="2432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0A17012B-B85C-C64A-A03B-D6E609A17059}"/>
                    </a:ext>
                  </a:extLst>
                </p:cNvPr>
                <p:cNvCxnSpPr>
                  <a:cxnSpLocks/>
                  <a:stCxn id="517" idx="5"/>
                </p:cNvCxnSpPr>
                <p:nvPr/>
              </p:nvCxnSpPr>
              <p:spPr>
                <a:xfrm flipV="1">
                  <a:off x="6858545" y="2397253"/>
                  <a:ext cx="83275" cy="8849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A7E5F492-5D82-9742-BEC7-2ABD50579949}"/>
                    </a:ext>
                  </a:extLst>
                </p:cNvPr>
                <p:cNvCxnSpPr>
                  <a:cxnSpLocks/>
                  <a:stCxn id="523" idx="2"/>
                </p:cNvCxnSpPr>
                <p:nvPr/>
              </p:nvCxnSpPr>
              <p:spPr>
                <a:xfrm flipV="1">
                  <a:off x="6858272" y="2805686"/>
                  <a:ext cx="734296" cy="39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45559EFA-A03E-B24F-A350-22BF777FDDEC}"/>
                    </a:ext>
                  </a:extLst>
                </p:cNvPr>
                <p:cNvCxnSpPr>
                  <a:cxnSpLocks/>
                  <a:stCxn id="537" idx="2"/>
                  <a:endCxn id="516" idx="2"/>
                </p:cNvCxnSpPr>
                <p:nvPr/>
              </p:nvCxnSpPr>
              <p:spPr>
                <a:xfrm flipV="1">
                  <a:off x="6218192" y="2413902"/>
                  <a:ext cx="714756" cy="3870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D15AEF3-2CE4-9346-A5A8-6831B41099CE}"/>
                    </a:ext>
                  </a:extLst>
                </p:cNvPr>
                <p:cNvCxnSpPr>
                  <a:cxnSpLocks/>
                  <a:stCxn id="532" idx="4"/>
                </p:cNvCxnSpPr>
                <p:nvPr/>
              </p:nvCxnSpPr>
              <p:spPr>
                <a:xfrm>
                  <a:off x="6219785" y="2880798"/>
                  <a:ext cx="646107" cy="32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769067-25CC-F042-AEE7-FBE84938EAA9}"/>
                    </a:ext>
                  </a:extLst>
                </p:cNvPr>
                <p:cNvCxnSpPr>
                  <a:cxnSpLocks/>
                  <a:endCxn id="530" idx="2"/>
                </p:cNvCxnSpPr>
                <p:nvPr/>
              </p:nvCxnSpPr>
              <p:spPr>
                <a:xfrm>
                  <a:off x="6943685" y="2415978"/>
                  <a:ext cx="661347" cy="3743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5" name="Group 504">
                  <a:extLst>
                    <a:ext uri="{FF2B5EF4-FFF2-40B4-BE49-F238E27FC236}">
                      <a16:creationId xmlns:a16="http://schemas.microsoft.com/office/drawing/2014/main" id="{F85DBEA2-40AF-154A-A705-F1846F58C802}"/>
                    </a:ext>
                  </a:extLst>
                </p:cNvPr>
                <p:cNvGrpSpPr/>
                <p:nvPr/>
              </p:nvGrpSpPr>
              <p:grpSpPr>
                <a:xfrm>
                  <a:off x="5974080" y="2321052"/>
                  <a:ext cx="1878278" cy="1054608"/>
                  <a:chOff x="5974080" y="2321052"/>
                  <a:chExt cx="1878278" cy="1054608"/>
                </a:xfrm>
              </p:grpSpPr>
              <p:grpSp>
                <p:nvGrpSpPr>
                  <p:cNvPr id="506" name="Group 505">
                    <a:extLst>
                      <a:ext uri="{FF2B5EF4-FFF2-40B4-BE49-F238E27FC236}">
                        <a16:creationId xmlns:a16="http://schemas.microsoft.com/office/drawing/2014/main" id="{52F94E6D-D2C5-ED4B-A854-9A2DE1647424}"/>
                      </a:ext>
                    </a:extLst>
                  </p:cNvPr>
                  <p:cNvGrpSpPr/>
                  <p:nvPr/>
                </p:nvGrpSpPr>
                <p:grpSpPr>
                  <a:xfrm>
                    <a:off x="5974080" y="2708148"/>
                    <a:ext cx="491438" cy="266700"/>
                    <a:chOff x="7493876" y="2774731"/>
                    <a:chExt cx="1481958" cy="894622"/>
                  </a:xfrm>
                </p:grpSpPr>
                <p:sp>
                  <p:nvSpPr>
                    <p:cNvPr id="531" name="Freeform 530">
                      <a:extLst>
                        <a:ext uri="{FF2B5EF4-FFF2-40B4-BE49-F238E27FC236}">
                          <a16:creationId xmlns:a16="http://schemas.microsoft.com/office/drawing/2014/main" id="{DC0FF471-B053-A94E-9EE3-2C2616F53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2" name="Oval 531">
                      <a:extLst>
                        <a:ext uri="{FF2B5EF4-FFF2-40B4-BE49-F238E27FC236}">
                          <a16:creationId xmlns:a16="http://schemas.microsoft.com/office/drawing/2014/main" id="{194BB483-D6CC-FE4E-8BDB-65B60648A2A5}"/>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3" name="Group 532">
                      <a:extLst>
                        <a:ext uri="{FF2B5EF4-FFF2-40B4-BE49-F238E27FC236}">
                          <a16:creationId xmlns:a16="http://schemas.microsoft.com/office/drawing/2014/main" id="{4E7CE696-6385-564E-B8DA-2AEAD245D327}"/>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B1AA8AD5-7F1B-2949-B1DF-4A17AE5FE5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8F5E806C-0542-4249-8912-339743FE36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19BC52EA-49A8-464B-AFBE-1BD32FB0774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7" name="Freeform 536">
                        <a:extLst>
                          <a:ext uri="{FF2B5EF4-FFF2-40B4-BE49-F238E27FC236}">
                            <a16:creationId xmlns:a16="http://schemas.microsoft.com/office/drawing/2014/main" id="{ED70C072-1D79-FA49-8319-F162DD83F8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7" name="Group 506">
                    <a:extLst>
                      <a:ext uri="{FF2B5EF4-FFF2-40B4-BE49-F238E27FC236}">
                        <a16:creationId xmlns:a16="http://schemas.microsoft.com/office/drawing/2014/main" id="{BAFC2167-3F82-CA44-B89F-FA4BC8926902}"/>
                      </a:ext>
                    </a:extLst>
                  </p:cNvPr>
                  <p:cNvGrpSpPr/>
                  <p:nvPr/>
                </p:nvGrpSpPr>
                <p:grpSpPr>
                  <a:xfrm>
                    <a:off x="7360920" y="2697480"/>
                    <a:ext cx="491438" cy="266700"/>
                    <a:chOff x="7493876" y="2774731"/>
                    <a:chExt cx="1481958" cy="894622"/>
                  </a:xfrm>
                </p:grpSpPr>
                <p:sp>
                  <p:nvSpPr>
                    <p:cNvPr id="524" name="Freeform 523">
                      <a:extLst>
                        <a:ext uri="{FF2B5EF4-FFF2-40B4-BE49-F238E27FC236}">
                          <a16:creationId xmlns:a16="http://schemas.microsoft.com/office/drawing/2014/main" id="{8F3F73A6-1620-E74B-B7C3-2C379B955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5" name="Oval 524">
                      <a:extLst>
                        <a:ext uri="{FF2B5EF4-FFF2-40B4-BE49-F238E27FC236}">
                          <a16:creationId xmlns:a16="http://schemas.microsoft.com/office/drawing/2014/main" id="{3AC20900-95D7-EB4B-9C42-888BBFC5F039}"/>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6" name="Group 525">
                      <a:extLst>
                        <a:ext uri="{FF2B5EF4-FFF2-40B4-BE49-F238E27FC236}">
                          <a16:creationId xmlns:a16="http://schemas.microsoft.com/office/drawing/2014/main" id="{700CCE16-A6CD-5D40-9B6E-FA433DE49AA2}"/>
                        </a:ext>
                      </a:extLst>
                    </p:cNvPr>
                    <p:cNvGrpSpPr/>
                    <p:nvPr/>
                  </p:nvGrpSpPr>
                  <p:grpSpPr>
                    <a:xfrm>
                      <a:off x="7713663" y="2848339"/>
                      <a:ext cx="1042107" cy="425543"/>
                      <a:chOff x="7786941" y="2884917"/>
                      <a:chExt cx="897649" cy="353919"/>
                    </a:xfrm>
                  </p:grpSpPr>
                  <p:sp>
                    <p:nvSpPr>
                      <p:cNvPr id="527" name="Freeform 526">
                        <a:extLst>
                          <a:ext uri="{FF2B5EF4-FFF2-40B4-BE49-F238E27FC236}">
                            <a16:creationId xmlns:a16="http://schemas.microsoft.com/office/drawing/2014/main" id="{89C1937C-9C1F-B047-874F-893D2B5289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8" name="Freeform 527">
                        <a:extLst>
                          <a:ext uri="{FF2B5EF4-FFF2-40B4-BE49-F238E27FC236}">
                            <a16:creationId xmlns:a16="http://schemas.microsoft.com/office/drawing/2014/main" id="{99D4CD0D-1B37-BA45-9DA9-074750C037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3E03FF8F-525D-AD4C-A7A2-432F8C1FBD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0" name="Freeform 529">
                        <a:extLst>
                          <a:ext uri="{FF2B5EF4-FFF2-40B4-BE49-F238E27FC236}">
                            <a16:creationId xmlns:a16="http://schemas.microsoft.com/office/drawing/2014/main" id="{4CAFE4DF-576F-2342-BF99-C4DEE97D2E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8" name="Group 507">
                    <a:extLst>
                      <a:ext uri="{FF2B5EF4-FFF2-40B4-BE49-F238E27FC236}">
                        <a16:creationId xmlns:a16="http://schemas.microsoft.com/office/drawing/2014/main" id="{FB318CE4-7DA4-4A41-9554-A1B78A74527A}"/>
                      </a:ext>
                    </a:extLst>
                  </p:cNvPr>
                  <p:cNvGrpSpPr/>
                  <p:nvPr/>
                </p:nvGrpSpPr>
                <p:grpSpPr>
                  <a:xfrm>
                    <a:off x="6614160" y="3108960"/>
                    <a:ext cx="491438" cy="266700"/>
                    <a:chOff x="7493876" y="2774731"/>
                    <a:chExt cx="1481958" cy="894622"/>
                  </a:xfrm>
                </p:grpSpPr>
                <p:sp>
                  <p:nvSpPr>
                    <p:cNvPr id="517" name="Freeform 516">
                      <a:extLst>
                        <a:ext uri="{FF2B5EF4-FFF2-40B4-BE49-F238E27FC236}">
                          <a16:creationId xmlns:a16="http://schemas.microsoft.com/office/drawing/2014/main" id="{852B6B81-173A-344A-93A6-A0B8BB7698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8" name="Oval 517">
                      <a:extLst>
                        <a:ext uri="{FF2B5EF4-FFF2-40B4-BE49-F238E27FC236}">
                          <a16:creationId xmlns:a16="http://schemas.microsoft.com/office/drawing/2014/main" id="{9896B737-EC89-4545-841E-5E185FC1D65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9" name="Group 518">
                      <a:extLst>
                        <a:ext uri="{FF2B5EF4-FFF2-40B4-BE49-F238E27FC236}">
                          <a16:creationId xmlns:a16="http://schemas.microsoft.com/office/drawing/2014/main" id="{F4DBFAD5-4E96-0748-873E-5522C65E107E}"/>
                        </a:ext>
                      </a:extLst>
                    </p:cNvPr>
                    <p:cNvGrpSpPr/>
                    <p:nvPr/>
                  </p:nvGrpSpPr>
                  <p:grpSpPr>
                    <a:xfrm>
                      <a:off x="7713663" y="2848339"/>
                      <a:ext cx="1042107" cy="425543"/>
                      <a:chOff x="7786941" y="2884917"/>
                      <a:chExt cx="897649" cy="353919"/>
                    </a:xfrm>
                  </p:grpSpPr>
                  <p:sp>
                    <p:nvSpPr>
                      <p:cNvPr id="520" name="Freeform 519">
                        <a:extLst>
                          <a:ext uri="{FF2B5EF4-FFF2-40B4-BE49-F238E27FC236}">
                            <a16:creationId xmlns:a16="http://schemas.microsoft.com/office/drawing/2014/main" id="{3470ECDB-31AB-F140-9FA5-CF439C8B2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1" name="Freeform 520">
                        <a:extLst>
                          <a:ext uri="{FF2B5EF4-FFF2-40B4-BE49-F238E27FC236}">
                            <a16:creationId xmlns:a16="http://schemas.microsoft.com/office/drawing/2014/main" id="{97EC32B7-874F-EB4B-8886-509F6FE4AC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ED8B1D4F-FE0F-094C-BE00-584F482FB9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3" name="Freeform 522">
                        <a:extLst>
                          <a:ext uri="{FF2B5EF4-FFF2-40B4-BE49-F238E27FC236}">
                            <a16:creationId xmlns:a16="http://schemas.microsoft.com/office/drawing/2014/main" id="{82AC8057-5410-F240-9673-593E954EF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9" name="Group 508">
                    <a:extLst>
                      <a:ext uri="{FF2B5EF4-FFF2-40B4-BE49-F238E27FC236}">
                        <a16:creationId xmlns:a16="http://schemas.microsoft.com/office/drawing/2014/main" id="{0A5A6BEA-B591-4C44-BA4B-CFDD4D1BCBC0}"/>
                      </a:ext>
                    </a:extLst>
                  </p:cNvPr>
                  <p:cNvGrpSpPr/>
                  <p:nvPr/>
                </p:nvGrpSpPr>
                <p:grpSpPr>
                  <a:xfrm>
                    <a:off x="6688836" y="2321052"/>
                    <a:ext cx="491438" cy="266700"/>
                    <a:chOff x="7493876" y="2774731"/>
                    <a:chExt cx="1481958" cy="894622"/>
                  </a:xfrm>
                </p:grpSpPr>
                <p:sp>
                  <p:nvSpPr>
                    <p:cNvPr id="510" name="Freeform 509">
                      <a:extLst>
                        <a:ext uri="{FF2B5EF4-FFF2-40B4-BE49-F238E27FC236}">
                          <a16:creationId xmlns:a16="http://schemas.microsoft.com/office/drawing/2014/main" id="{B3CA2360-C1A8-CB48-BD8E-4C20040473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91E4C545-CC3F-C24B-8339-B5045FB751B2}"/>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28A3E9EF-0314-E244-BB9D-29F966A6BBD5}"/>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F33744E2-2C8F-664D-8A15-5A1A58CEDF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B120A3AD-A34F-244F-A4DD-D84298C772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5851AC2-246D-2448-BE57-5FA08C6263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313AD300-51C8-EC46-A5B0-83D840C0D9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830222" cy="967204"/>
              <a:chOff x="3670217" y="2254595"/>
              <a:chExt cx="1830222" cy="967204"/>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97" name="Text Box 144">
                <a:extLst>
                  <a:ext uri="{FF2B5EF4-FFF2-40B4-BE49-F238E27FC236}">
                    <a16:creationId xmlns:a16="http://schemas.microsoft.com/office/drawing/2014/main" id="{402A1172-046E-434C-B078-59701766D9CA}"/>
                  </a:ext>
                </a:extLst>
              </p:cNvPr>
              <p:cNvSpPr txBox="1">
                <a:spLocks noChangeArrowheads="1"/>
              </p:cNvSpPr>
              <p:nvPr/>
            </p:nvSpPr>
            <p:spPr bwMode="auto">
              <a:xfrm>
                <a:off x="463129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298305" y="4365816"/>
              <a:ext cx="1818668" cy="965617"/>
              <a:chOff x="3615607" y="2254595"/>
              <a:chExt cx="1818668" cy="965617"/>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Text Box 143">
                <a:extLst>
                  <a:ext uri="{FF2B5EF4-FFF2-40B4-BE49-F238E27FC236}">
                    <a16:creationId xmlns:a16="http://schemas.microsoft.com/office/drawing/2014/main" id="{5C6BDB27-D839-A841-8038-49CB793C907E}"/>
                  </a:ext>
                </a:extLst>
              </p:cNvPr>
              <p:cNvSpPr txBox="1">
                <a:spLocks noChangeArrowheads="1"/>
              </p:cNvSpPr>
              <p:nvPr/>
            </p:nvSpPr>
            <p:spPr bwMode="auto">
              <a:xfrm>
                <a:off x="361560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1" name="TextBox 20">
              <a:extLst>
                <a:ext uri="{FF2B5EF4-FFF2-40B4-BE49-F238E27FC236}">
                  <a16:creationId xmlns:a16="http://schemas.microsoft.com/office/drawing/2014/main" id="{FDF40405-26DE-E04A-AD9E-09DB8BF9FDDC}"/>
                </a:ext>
              </a:extLst>
            </p:cNvPr>
            <p:cNvSpPr txBox="1"/>
            <p:nvPr/>
          </p:nvSpPr>
          <p:spPr>
            <a:xfrm>
              <a:off x="6655028" y="5568409"/>
              <a:ext cx="128291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IPv4 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1" name="Text Box 75">
            <a:extLst>
              <a:ext uri="{FF2B5EF4-FFF2-40B4-BE49-F238E27FC236}">
                <a16:creationId xmlns:a16="http://schemas.microsoft.com/office/drawing/2014/main" id="{9575480C-065E-F445-B98F-75CCDE26D4F5}"/>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network connecting two IPv6 routers</a:t>
            </a:r>
          </a:p>
        </p:txBody>
      </p:sp>
      <p:sp>
        <p:nvSpPr>
          <p:cNvPr id="542" name="Rectangle 541">
            <a:extLst>
              <a:ext uri="{FF2B5EF4-FFF2-40B4-BE49-F238E27FC236}">
                <a16:creationId xmlns:a16="http://schemas.microsoft.com/office/drawing/2014/main" id="{76ED368D-E910-AF4A-A7B9-EA73D840E65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Slide Number Placeholder 3">
            <a:extLst>
              <a:ext uri="{FF2B5EF4-FFF2-40B4-BE49-F238E27FC236}">
                <a16:creationId xmlns:a16="http://schemas.microsoft.com/office/drawing/2014/main" id="{2F913256-ADEF-544C-8B13-58406F24A6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85</a:t>
            </a:fld>
            <a:endParaRPr lang="en-US" dirty="0"/>
          </a:p>
        </p:txBody>
      </p:sp>
    </p:spTree>
    <p:extLst>
      <p:ext uri="{BB962C8B-B14F-4D97-AF65-F5344CB8AC3E}">
        <p14:creationId xmlns:p14="http://schemas.microsoft.com/office/powerpoint/2010/main" val="1059402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par>
                          <p:cTn id="13" fill="hold">
                            <p:stCondLst>
                              <p:cond delay="500"/>
                            </p:stCondLst>
                            <p:childTnLst>
                              <p:par>
                                <p:cTn id="14" presetID="9" presetClass="entr" presetSubtype="0" fill="hold" nodeType="afterEffect">
                                  <p:stCondLst>
                                    <p:cond delay="500"/>
                                  </p:stCondLst>
                                  <p:childTnLst>
                                    <p:set>
                                      <p:cBhvr>
                                        <p:cTn id="15" dur="1" fill="hold">
                                          <p:stCondLst>
                                            <p:cond delay="0"/>
                                          </p:stCondLst>
                                        </p:cTn>
                                        <p:tgtEl>
                                          <p:spTgt spid="18"/>
                                        </p:tgtEl>
                                        <p:attrNameLst>
                                          <p:attrName>style.visibility</p:attrName>
                                        </p:attrNameLst>
                                      </p:cBhvr>
                                      <p:to>
                                        <p:strVal val="visible"/>
                                      </p:to>
                                    </p:set>
                                    <p:animEffect transition="in" filter="dissolve">
                                      <p:cBhvr>
                                        <p:cTn id="16" dur="500"/>
                                        <p:tgtEl>
                                          <p:spTgt spid="18"/>
                                        </p:tgtEl>
                                      </p:cBhvr>
                                    </p:animEffect>
                                  </p:childTnLst>
                                </p:cTn>
                              </p:par>
                            </p:childTnLst>
                          </p:cTn>
                        </p:par>
                        <p:par>
                          <p:cTn id="17" fill="hold">
                            <p:stCondLst>
                              <p:cond delay="1500"/>
                            </p:stCondLst>
                            <p:childTnLst>
                              <p:par>
                                <p:cTn id="18" presetID="9" presetClass="entr" presetSubtype="0" fill="hold" grpId="0" nodeType="after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541"/>
                                        </p:tgtEl>
                                        <p:attrNameLst>
                                          <p:attrName>style.visibility</p:attrName>
                                        </p:attrNameLst>
                                      </p:cBhvr>
                                      <p:to>
                                        <p:strVal val="visible"/>
                                      </p:to>
                                    </p:set>
                                    <p:animEffect transition="in" filter="dissolve">
                                      <p:cBhvr>
                                        <p:cTn id="28" dur="500"/>
                                        <p:tgtEl>
                                          <p:spTgt spid="54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542"/>
                                        </p:tgtEl>
                                        <p:attrNameLst>
                                          <p:attrName>style.visibility</p:attrName>
                                        </p:attrNameLst>
                                      </p:cBhvr>
                                      <p:to>
                                        <p:strVal val="visible"/>
                                      </p:to>
                                    </p:set>
                                    <p:animEffect transition="in" filter="dissolve">
                                      <p:cBhvr>
                                        <p:cTn id="31" dur="500"/>
                                        <p:tgtEl>
                                          <p:spTgt spid="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541" grpId="0"/>
      <p:bldP spid="542"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163" name="Text Box 75">
            <a:extLst>
              <a:ext uri="{FF2B5EF4-FFF2-40B4-BE49-F238E27FC236}">
                <a16:creationId xmlns:a16="http://schemas.microsoft.com/office/drawing/2014/main" id="{FB50B50B-04E2-EF4D-9B48-0A32C12C8284}"/>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tunnel connecting two IPv6 routers</a:t>
            </a:r>
          </a:p>
        </p:txBody>
      </p:sp>
      <p:grpSp>
        <p:nvGrpSpPr>
          <p:cNvPr id="6" name="Group 5">
            <a:extLst>
              <a:ext uri="{FF2B5EF4-FFF2-40B4-BE49-F238E27FC236}">
                <a16:creationId xmlns:a16="http://schemas.microsoft.com/office/drawing/2014/main" id="{0D8AE034-D79C-534D-95B0-02574300A754}"/>
              </a:ext>
            </a:extLst>
          </p:cNvPr>
          <p:cNvGrpSpPr/>
          <p:nvPr/>
        </p:nvGrpSpPr>
        <p:grpSpPr>
          <a:xfrm>
            <a:off x="6003967" y="4337621"/>
            <a:ext cx="2430462" cy="573088"/>
            <a:chOff x="6003967" y="4337621"/>
            <a:chExt cx="2430462" cy="573088"/>
          </a:xfrm>
        </p:grpSpPr>
        <p:sp>
          <p:nvSpPr>
            <p:cNvPr id="162" name="Rectangle 67">
              <a:extLst>
                <a:ext uri="{FF2B5EF4-FFF2-40B4-BE49-F238E27FC236}">
                  <a16:creationId xmlns:a16="http://schemas.microsoft.com/office/drawing/2014/main" id="{CE8FB727-F1B4-8A44-A551-3B252C50F2DD}"/>
                </a:ext>
              </a:extLst>
            </p:cNvPr>
            <p:cNvSpPr>
              <a:spLocks noChangeArrowheads="1"/>
            </p:cNvSpPr>
            <p:nvPr/>
          </p:nvSpPr>
          <p:spPr bwMode="auto">
            <a:xfrm>
              <a:off x="6003967" y="4844034"/>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6" name="Text Box 244">
              <a:extLst>
                <a:ext uri="{FF2B5EF4-FFF2-40B4-BE49-F238E27FC236}">
                  <a16:creationId xmlns:a16="http://schemas.microsoft.com/office/drawing/2014/main" id="{A91EB700-6F66-3246-A11B-80477B368243}"/>
                </a:ext>
              </a:extLst>
            </p:cNvPr>
            <p:cNvSpPr txBox="1">
              <a:spLocks noChangeArrowheads="1"/>
            </p:cNvSpPr>
            <p:nvPr/>
          </p:nvSpPr>
          <p:spPr bwMode="auto">
            <a:xfrm>
              <a:off x="6115092" y="4337621"/>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764058" cy="963613"/>
            <a:chOff x="3670217" y="2254595"/>
            <a:chExt cx="1764058" cy="963613"/>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352915" y="4365816"/>
            <a:ext cx="1764058" cy="965200"/>
            <a:chOff x="3670217" y="2254595"/>
            <a:chExt cx="1764058" cy="965200"/>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467" name="Group 466">
            <a:extLst>
              <a:ext uri="{FF2B5EF4-FFF2-40B4-BE49-F238E27FC236}">
                <a16:creationId xmlns:a16="http://schemas.microsoft.com/office/drawing/2014/main" id="{582FCB21-81FE-7B4D-993E-70AE16E2CB72}"/>
              </a:ext>
            </a:extLst>
          </p:cNvPr>
          <p:cNvGrpSpPr/>
          <p:nvPr/>
        </p:nvGrpSpPr>
        <p:grpSpPr>
          <a:xfrm>
            <a:off x="2834599" y="5970990"/>
            <a:ext cx="2306635" cy="467910"/>
            <a:chOff x="2670897" y="3119120"/>
            <a:chExt cx="2306635" cy="467910"/>
          </a:xfrm>
        </p:grpSpPr>
        <p:sp>
          <p:nvSpPr>
            <p:cNvPr id="468" name="Line 57">
              <a:extLst>
                <a:ext uri="{FF2B5EF4-FFF2-40B4-BE49-F238E27FC236}">
                  <a16:creationId xmlns:a16="http://schemas.microsoft.com/office/drawing/2014/main" id="{8CE2752B-6E0C-F84A-9A32-BC1A3D305AAD}"/>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Text Box 18">
              <a:extLst>
                <a:ext uri="{FF2B5EF4-FFF2-40B4-BE49-F238E27FC236}">
                  <a16:creationId xmlns:a16="http://schemas.microsoft.com/office/drawing/2014/main" id="{99B67058-3545-9E43-9FA2-BC1B4BE58044}"/>
                </a:ext>
              </a:extLst>
            </p:cNvPr>
            <p:cNvSpPr txBox="1">
              <a:spLocks noChangeArrowheads="1"/>
            </p:cNvSpPr>
            <p:nvPr/>
          </p:nvSpPr>
          <p:spPr bwMode="auto">
            <a:xfrm>
              <a:off x="2670897" y="3311570"/>
              <a:ext cx="1348447"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grpSp>
      <p:grpSp>
        <p:nvGrpSpPr>
          <p:cNvPr id="470" name="Group 469">
            <a:extLst>
              <a:ext uri="{FF2B5EF4-FFF2-40B4-BE49-F238E27FC236}">
                <a16:creationId xmlns:a16="http://schemas.microsoft.com/office/drawing/2014/main" id="{58A87233-BB18-2342-80C1-3FDAF4FCF0D6}"/>
              </a:ext>
            </a:extLst>
          </p:cNvPr>
          <p:cNvGrpSpPr/>
          <p:nvPr/>
        </p:nvGrpSpPr>
        <p:grpSpPr>
          <a:xfrm>
            <a:off x="4511040" y="5222642"/>
            <a:ext cx="5332920" cy="956237"/>
            <a:chOff x="4225418" y="2614613"/>
            <a:chExt cx="5332920" cy="1162913"/>
          </a:xfrm>
        </p:grpSpPr>
        <p:grpSp>
          <p:nvGrpSpPr>
            <p:cNvPr id="471" name="Group 470">
              <a:extLst>
                <a:ext uri="{FF2B5EF4-FFF2-40B4-BE49-F238E27FC236}">
                  <a16:creationId xmlns:a16="http://schemas.microsoft.com/office/drawing/2014/main" id="{6417E717-F932-334A-B523-B49F41EEFCEF}"/>
                </a:ext>
              </a:extLst>
            </p:cNvPr>
            <p:cNvGrpSpPr/>
            <p:nvPr/>
          </p:nvGrpSpPr>
          <p:grpSpPr>
            <a:xfrm>
              <a:off x="4225418" y="3289252"/>
              <a:ext cx="5303159" cy="488274"/>
              <a:chOff x="979298" y="4279852"/>
              <a:chExt cx="5303159" cy="488274"/>
            </a:xfrm>
          </p:grpSpPr>
          <p:sp>
            <p:nvSpPr>
              <p:cNvPr id="473" name="Rectangle 26">
                <a:extLst>
                  <a:ext uri="{FF2B5EF4-FFF2-40B4-BE49-F238E27FC236}">
                    <a16:creationId xmlns:a16="http://schemas.microsoft.com/office/drawing/2014/main" id="{E704B502-2B95-9F42-80CE-21EEE1329483}"/>
                  </a:ext>
                </a:extLst>
              </p:cNvPr>
              <p:cNvSpPr>
                <a:spLocks noChangeArrowheads="1"/>
              </p:cNvSpPr>
              <p:nvPr/>
            </p:nvSpPr>
            <p:spPr bwMode="auto">
              <a:xfrm>
                <a:off x="979298" y="4289347"/>
                <a:ext cx="5303159" cy="468314"/>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4" name="Line 27">
                <a:extLst>
                  <a:ext uri="{FF2B5EF4-FFF2-40B4-BE49-F238E27FC236}">
                    <a16:creationId xmlns:a16="http://schemas.microsoft.com/office/drawing/2014/main" id="{38D4C635-FA91-D44D-BD07-BB877820EACA}"/>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Line 28">
                <a:extLst>
                  <a:ext uri="{FF2B5EF4-FFF2-40B4-BE49-F238E27FC236}">
                    <a16:creationId xmlns:a16="http://schemas.microsoft.com/office/drawing/2014/main" id="{62A3BDAB-160E-D94B-927D-6AAC72DEDEAD}"/>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Line 29">
                <a:extLst>
                  <a:ext uri="{FF2B5EF4-FFF2-40B4-BE49-F238E27FC236}">
                    <a16:creationId xmlns:a16="http://schemas.microsoft.com/office/drawing/2014/main" id="{540B2AB8-5EC3-CC45-8B22-9378CEEA1A87}"/>
                  </a:ext>
                </a:extLst>
              </p:cNvPr>
              <p:cNvSpPr>
                <a:spLocks noChangeShapeType="1"/>
              </p:cNvSpPr>
              <p:nvPr/>
            </p:nvSpPr>
            <p:spPr bwMode="auto">
              <a:xfrm>
                <a:off x="2129045" y="4299810"/>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77" name="Group 476">
                <a:extLst>
                  <a:ext uri="{FF2B5EF4-FFF2-40B4-BE49-F238E27FC236}">
                    <a16:creationId xmlns:a16="http://schemas.microsoft.com/office/drawing/2014/main" id="{8A3CA284-45CA-7046-A47F-984CA0AEF54A}"/>
                  </a:ext>
                </a:extLst>
              </p:cNvPr>
              <p:cNvGrpSpPr/>
              <p:nvPr/>
            </p:nvGrpSpPr>
            <p:grpSpPr>
              <a:xfrm>
                <a:off x="2865478" y="4319509"/>
                <a:ext cx="3402012" cy="414337"/>
                <a:chOff x="8090620" y="3748009"/>
                <a:chExt cx="3402012" cy="414337"/>
              </a:xfrm>
            </p:grpSpPr>
            <p:sp>
              <p:nvSpPr>
                <p:cNvPr id="480" name="Line 65">
                  <a:extLst>
                    <a:ext uri="{FF2B5EF4-FFF2-40B4-BE49-F238E27FC236}">
                      <a16:creationId xmlns:a16="http://schemas.microsoft.com/office/drawing/2014/main" id="{58CA2B8C-1734-0B42-A1DE-5FF99DFC0046}"/>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Rectangle 5">
                  <a:extLst>
                    <a:ext uri="{FF2B5EF4-FFF2-40B4-BE49-F238E27FC236}">
                      <a16:creationId xmlns:a16="http://schemas.microsoft.com/office/drawing/2014/main" id="{083BA3FA-8CB0-B247-8BDD-71A9460BBC83}"/>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2" name="Line 8">
                  <a:extLst>
                    <a:ext uri="{FF2B5EF4-FFF2-40B4-BE49-F238E27FC236}">
                      <a16:creationId xmlns:a16="http://schemas.microsoft.com/office/drawing/2014/main" id="{350DB54B-5F36-B04C-B44A-9922DAACE4BF}"/>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Line 9">
                  <a:extLst>
                    <a:ext uri="{FF2B5EF4-FFF2-40B4-BE49-F238E27FC236}">
                      <a16:creationId xmlns:a16="http://schemas.microsoft.com/office/drawing/2014/main" id="{BF3D96E9-0FCE-6146-A7D2-999BEAE4DD65}"/>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Line 10">
                  <a:extLst>
                    <a:ext uri="{FF2B5EF4-FFF2-40B4-BE49-F238E27FC236}">
                      <a16:creationId xmlns:a16="http://schemas.microsoft.com/office/drawing/2014/main" id="{FABE8F28-530E-CF4F-9CE5-F9516E73F302}"/>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Line 11">
                  <a:extLst>
                    <a:ext uri="{FF2B5EF4-FFF2-40B4-BE49-F238E27FC236}">
                      <a16:creationId xmlns:a16="http://schemas.microsoft.com/office/drawing/2014/main" id="{A52F325C-2ACD-9042-B1E1-02285FB9AEE0}"/>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Line 12">
                  <a:extLst>
                    <a:ext uri="{FF2B5EF4-FFF2-40B4-BE49-F238E27FC236}">
                      <a16:creationId xmlns:a16="http://schemas.microsoft.com/office/drawing/2014/main" id="{2414715C-3B10-6C4D-8622-E9A6624259EE}"/>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Line 13">
                  <a:extLst>
                    <a:ext uri="{FF2B5EF4-FFF2-40B4-BE49-F238E27FC236}">
                      <a16:creationId xmlns:a16="http://schemas.microsoft.com/office/drawing/2014/main" id="{8951336E-5F7F-0A41-AB9E-17FDE2E72D71}"/>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Line 14">
                  <a:extLst>
                    <a:ext uri="{FF2B5EF4-FFF2-40B4-BE49-F238E27FC236}">
                      <a16:creationId xmlns:a16="http://schemas.microsoft.com/office/drawing/2014/main" id="{D109FFC4-0686-BA45-8416-CCA8AE188951}"/>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Line 15">
                  <a:extLst>
                    <a:ext uri="{FF2B5EF4-FFF2-40B4-BE49-F238E27FC236}">
                      <a16:creationId xmlns:a16="http://schemas.microsoft.com/office/drawing/2014/main" id="{BDE93B63-B7CB-6E4A-980E-E24EA4C058F5}"/>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8" name="Rectangle 5">
                <a:extLst>
                  <a:ext uri="{FF2B5EF4-FFF2-40B4-BE49-F238E27FC236}">
                    <a16:creationId xmlns:a16="http://schemas.microsoft.com/office/drawing/2014/main" id="{B5E41425-B1F8-2445-ADEE-043413AFC1E8}"/>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9" name="Text Box 64">
                <a:extLst>
                  <a:ext uri="{FF2B5EF4-FFF2-40B4-BE49-F238E27FC236}">
                    <a16:creationId xmlns:a16="http://schemas.microsoft.com/office/drawing/2014/main" id="{A3A8B632-6487-834D-BE46-4579297998B8}"/>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491" name="Line 29">
                <a:extLst>
                  <a:ext uri="{FF2B5EF4-FFF2-40B4-BE49-F238E27FC236}">
                    <a16:creationId xmlns:a16="http://schemas.microsoft.com/office/drawing/2014/main" id="{DAB9ECEA-D85D-1A4F-BA23-45E2EF5BAE7A}"/>
                  </a:ext>
                </a:extLst>
              </p:cNvPr>
              <p:cNvSpPr>
                <a:spLocks noChangeShapeType="1"/>
              </p:cNvSpPr>
              <p:nvPr/>
            </p:nvSpPr>
            <p:spPr bwMode="auto">
              <a:xfrm>
                <a:off x="1141962" y="4285554"/>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Line 29">
                <a:extLst>
                  <a:ext uri="{FF2B5EF4-FFF2-40B4-BE49-F238E27FC236}">
                    <a16:creationId xmlns:a16="http://schemas.microsoft.com/office/drawing/2014/main" id="{1835EE88-FFC9-6145-9FA4-024B97A0E0A6}"/>
                  </a:ext>
                </a:extLst>
              </p:cNvPr>
              <p:cNvSpPr>
                <a:spLocks noChangeShapeType="1"/>
              </p:cNvSpPr>
              <p:nvPr/>
            </p:nvSpPr>
            <p:spPr bwMode="auto">
              <a:xfrm>
                <a:off x="1214646" y="4294108"/>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Line 29">
                <a:extLst>
                  <a:ext uri="{FF2B5EF4-FFF2-40B4-BE49-F238E27FC236}">
                    <a16:creationId xmlns:a16="http://schemas.microsoft.com/office/drawing/2014/main" id="{DA546E44-2985-B04E-9342-D3FA12D49CE2}"/>
                  </a:ext>
                </a:extLst>
              </p:cNvPr>
              <p:cNvSpPr>
                <a:spLocks noChangeShapeType="1"/>
              </p:cNvSpPr>
              <p:nvPr/>
            </p:nvSpPr>
            <p:spPr bwMode="auto">
              <a:xfrm>
                <a:off x="1024733" y="427985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4" name="Line 29">
                <a:extLst>
                  <a:ext uri="{FF2B5EF4-FFF2-40B4-BE49-F238E27FC236}">
                    <a16:creationId xmlns:a16="http://schemas.microsoft.com/office/drawing/2014/main" id="{F68BA5C6-0D09-1A48-9B38-855C654FF9D3}"/>
                  </a:ext>
                </a:extLst>
              </p:cNvPr>
              <p:cNvSpPr>
                <a:spLocks noChangeShapeType="1"/>
              </p:cNvSpPr>
              <p:nvPr/>
            </p:nvSpPr>
            <p:spPr bwMode="auto">
              <a:xfrm>
                <a:off x="1749220" y="429981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471">
              <a:extLst>
                <a:ext uri="{FF2B5EF4-FFF2-40B4-BE49-F238E27FC236}">
                  <a16:creationId xmlns:a16="http://schemas.microsoft.com/office/drawing/2014/main" id="{AAB7D595-0EAC-C340-8646-E5D0558E23D5}"/>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0" name="TextBox 489">
            <a:extLst>
              <a:ext uri="{FF2B5EF4-FFF2-40B4-BE49-F238E27FC236}">
                <a16:creationId xmlns:a16="http://schemas.microsoft.com/office/drawing/2014/main" id="{ED951575-6D9E-8444-AF65-4E4F4F15AFAD}"/>
              </a:ext>
            </a:extLst>
          </p:cNvPr>
          <p:cNvSpPr txBox="1"/>
          <p:nvPr/>
        </p:nvSpPr>
        <p:spPr>
          <a:xfrm>
            <a:off x="4979542" y="6158950"/>
            <a:ext cx="53739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tunneling: IPv6 datagram as payload in a IPv4 datagram</a:t>
            </a:r>
          </a:p>
        </p:txBody>
      </p:sp>
      <p:grpSp>
        <p:nvGrpSpPr>
          <p:cNvPr id="460" name="Group 459">
            <a:extLst>
              <a:ext uri="{FF2B5EF4-FFF2-40B4-BE49-F238E27FC236}">
                <a16:creationId xmlns:a16="http://schemas.microsoft.com/office/drawing/2014/main" id="{4D18DF3D-F021-0C48-A36D-4B23F8AAFD1C}"/>
              </a:ext>
            </a:extLst>
          </p:cNvPr>
          <p:cNvGrpSpPr/>
          <p:nvPr/>
        </p:nvGrpSpPr>
        <p:grpSpPr>
          <a:xfrm>
            <a:off x="6903720" y="4965117"/>
            <a:ext cx="838200" cy="376503"/>
            <a:chOff x="6827520" y="2412417"/>
            <a:chExt cx="838200" cy="376503"/>
          </a:xfrm>
        </p:grpSpPr>
        <p:sp>
          <p:nvSpPr>
            <p:cNvPr id="461" name="Right Arrow 460">
              <a:extLst>
                <a:ext uri="{FF2B5EF4-FFF2-40B4-BE49-F238E27FC236}">
                  <a16:creationId xmlns:a16="http://schemas.microsoft.com/office/drawing/2014/main" id="{FEC858D0-05CB-1D47-B1C9-43E27921274B}"/>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62" name="Group 61">
              <a:extLst>
                <a:ext uri="{FF2B5EF4-FFF2-40B4-BE49-F238E27FC236}">
                  <a16:creationId xmlns:a16="http://schemas.microsoft.com/office/drawing/2014/main" id="{43EB2327-7325-AB41-A3B5-0C0DE2655D45}"/>
                </a:ext>
              </a:extLst>
            </p:cNvPr>
            <p:cNvGrpSpPr>
              <a:grpSpLocks/>
            </p:cNvGrpSpPr>
            <p:nvPr/>
          </p:nvGrpSpPr>
          <p:grpSpPr bwMode="auto">
            <a:xfrm>
              <a:off x="6827520" y="2412417"/>
              <a:ext cx="335280" cy="376503"/>
              <a:chOff x="335231" y="4405745"/>
              <a:chExt cx="1252537" cy="2138362"/>
            </a:xfrm>
          </p:grpSpPr>
          <p:sp>
            <p:nvSpPr>
              <p:cNvPr id="463" name="Freeform 462">
                <a:extLst>
                  <a:ext uri="{FF2B5EF4-FFF2-40B4-BE49-F238E27FC236}">
                    <a16:creationId xmlns:a16="http://schemas.microsoft.com/office/drawing/2014/main" id="{10DEFA56-477A-FB49-8503-F1F4C4F92FF5}"/>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4" name="Freeform 463">
                <a:extLst>
                  <a:ext uri="{FF2B5EF4-FFF2-40B4-BE49-F238E27FC236}">
                    <a16:creationId xmlns:a16="http://schemas.microsoft.com/office/drawing/2014/main" id="{2E0154E9-B9C9-C04C-B69D-570B28DA959C}"/>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5" name="Rectangle 65">
                <a:extLst>
                  <a:ext uri="{FF2B5EF4-FFF2-40B4-BE49-F238E27FC236}">
                    <a16:creationId xmlns:a16="http://schemas.microsoft.com/office/drawing/2014/main" id="{1C32B141-66A3-F744-B5C1-7283AA1EDE73}"/>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20" name="Rectangle 19">
            <a:extLst>
              <a:ext uri="{FF2B5EF4-FFF2-40B4-BE49-F238E27FC236}">
                <a16:creationId xmlns:a16="http://schemas.microsoft.com/office/drawing/2014/main" id="{00DD4844-819E-9E45-B164-6CDFAEE5472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576096C-AF15-BD40-9CA1-5F9A555E20FA}"/>
              </a:ext>
            </a:extLst>
          </p:cNvPr>
          <p:cNvGrpSpPr/>
          <p:nvPr/>
        </p:nvGrpSpPr>
        <p:grpSpPr>
          <a:xfrm>
            <a:off x="5243279" y="4964546"/>
            <a:ext cx="3924175" cy="366887"/>
            <a:chOff x="5243279" y="4964546"/>
            <a:chExt cx="3924175" cy="366887"/>
          </a:xfrm>
        </p:grpSpPr>
        <p:sp>
          <p:nvSpPr>
            <p:cNvPr id="165" name="Text Box 144">
              <a:extLst>
                <a:ext uri="{FF2B5EF4-FFF2-40B4-BE49-F238E27FC236}">
                  <a16:creationId xmlns:a16="http://schemas.microsoft.com/office/drawing/2014/main" id="{5162208E-6A82-C943-B994-B2D4BDC38859}"/>
                </a:ext>
              </a:extLst>
            </p:cNvPr>
            <p:cNvSpPr txBox="1">
              <a:spLocks noChangeArrowheads="1"/>
            </p:cNvSpPr>
            <p:nvPr/>
          </p:nvSpPr>
          <p:spPr bwMode="auto">
            <a:xfrm>
              <a:off x="5243279" y="4964546"/>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14" name="Text Box 143">
              <a:extLst>
                <a:ext uri="{FF2B5EF4-FFF2-40B4-BE49-F238E27FC236}">
                  <a16:creationId xmlns:a16="http://schemas.microsoft.com/office/drawing/2014/main" id="{E4FD710E-6938-5A41-BE72-D4BFF3EB9495}"/>
                </a:ext>
              </a:extLst>
            </p:cNvPr>
            <p:cNvSpPr txBox="1">
              <a:spLocks noChangeArrowheads="1"/>
            </p:cNvSpPr>
            <p:nvPr/>
          </p:nvSpPr>
          <p:spPr bwMode="auto">
            <a:xfrm>
              <a:off x="8298305" y="4992879"/>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sp>
        <p:nvSpPr>
          <p:cNvPr id="175" name="Slide Number Placeholder 3">
            <a:extLst>
              <a:ext uri="{FF2B5EF4-FFF2-40B4-BE49-F238E27FC236}">
                <a16:creationId xmlns:a16="http://schemas.microsoft.com/office/drawing/2014/main" id="{9F47540C-0C6C-044C-8C90-FAB0F57C41C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86</a:t>
            </a:fld>
            <a:endParaRPr lang="en-US" dirty="0"/>
          </a:p>
        </p:txBody>
      </p:sp>
    </p:spTree>
    <p:extLst>
      <p:ext uri="{BB962C8B-B14F-4D97-AF65-F5344CB8AC3E}">
        <p14:creationId xmlns:p14="http://schemas.microsoft.com/office/powerpoint/2010/main" val="3383375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63"/>
                                        </p:tgtEl>
                                        <p:attrNameLst>
                                          <p:attrName>style.visibility</p:attrName>
                                        </p:attrNameLst>
                                      </p:cBhvr>
                                      <p:to>
                                        <p:strVal val="visible"/>
                                      </p:to>
                                    </p:set>
                                    <p:animEffect transition="in" filter="dissolve">
                                      <p:cBhvr>
                                        <p:cTn id="10" dur="500"/>
                                        <p:tgtEl>
                                          <p:spTgt spid="1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60"/>
                                        </p:tgtEl>
                                        <p:attrNameLst>
                                          <p:attrName>style.visibility</p:attrName>
                                        </p:attrNameLst>
                                      </p:cBhvr>
                                      <p:to>
                                        <p:strVal val="visible"/>
                                      </p:to>
                                    </p:set>
                                    <p:animEffect transition="in" filter="wipe(left)">
                                      <p:cBhvr>
                                        <p:cTn id="15" dur="500"/>
                                        <p:tgtEl>
                                          <p:spTgt spid="46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470"/>
                                        </p:tgtEl>
                                        <p:attrNameLst>
                                          <p:attrName>style.visibility</p:attrName>
                                        </p:attrNameLst>
                                      </p:cBhvr>
                                      <p:to>
                                        <p:strVal val="visible"/>
                                      </p:to>
                                    </p:set>
                                    <p:animEffect transition="in" filter="wipe(up)">
                                      <p:cBhvr>
                                        <p:cTn id="20" dur="500"/>
                                        <p:tgtEl>
                                          <p:spTgt spid="470"/>
                                        </p:tgtEl>
                                      </p:cBhvr>
                                    </p:animEffect>
                                  </p:childTnLst>
                                </p:cTn>
                              </p:par>
                            </p:childTnLst>
                          </p:cTn>
                        </p:par>
                        <p:par>
                          <p:cTn id="21" fill="hold">
                            <p:stCondLst>
                              <p:cond delay="500"/>
                            </p:stCondLst>
                            <p:childTnLst>
                              <p:par>
                                <p:cTn id="22" presetID="9" presetClass="entr" presetSubtype="0" fill="hold" nodeType="afterEffect">
                                  <p:stCondLst>
                                    <p:cond delay="500"/>
                                  </p:stCondLst>
                                  <p:childTnLst>
                                    <p:set>
                                      <p:cBhvr>
                                        <p:cTn id="23" dur="1" fill="hold">
                                          <p:stCondLst>
                                            <p:cond delay="0"/>
                                          </p:stCondLst>
                                        </p:cTn>
                                        <p:tgtEl>
                                          <p:spTgt spid="467"/>
                                        </p:tgtEl>
                                        <p:attrNameLst>
                                          <p:attrName>style.visibility</p:attrName>
                                        </p:attrNameLst>
                                      </p:cBhvr>
                                      <p:to>
                                        <p:strVal val="visible"/>
                                      </p:to>
                                    </p:set>
                                    <p:animEffect transition="in" filter="dissolve">
                                      <p:cBhvr>
                                        <p:cTn id="24" dur="500"/>
                                        <p:tgtEl>
                                          <p:spTgt spid="467"/>
                                        </p:tgtEl>
                                      </p:cBhvr>
                                    </p:animEffect>
                                  </p:childTnLst>
                                </p:cTn>
                              </p:par>
                            </p:childTnLst>
                          </p:cTn>
                        </p:par>
                        <p:par>
                          <p:cTn id="25" fill="hold">
                            <p:stCondLst>
                              <p:cond delay="1500"/>
                            </p:stCondLst>
                            <p:childTnLst>
                              <p:par>
                                <p:cTn id="26" presetID="9" presetClass="entr" presetSubtype="0" fill="hold" grpId="0" nodeType="afterEffect">
                                  <p:stCondLst>
                                    <p:cond delay="500"/>
                                  </p:stCondLst>
                                  <p:childTnLst>
                                    <p:set>
                                      <p:cBhvr>
                                        <p:cTn id="27" dur="1" fill="hold">
                                          <p:stCondLst>
                                            <p:cond delay="0"/>
                                          </p:stCondLst>
                                        </p:cTn>
                                        <p:tgtEl>
                                          <p:spTgt spid="490"/>
                                        </p:tgtEl>
                                        <p:attrNameLst>
                                          <p:attrName>style.visibility</p:attrName>
                                        </p:attrNameLst>
                                      </p:cBhvr>
                                      <p:to>
                                        <p:strVal val="visible"/>
                                      </p:to>
                                    </p:set>
                                    <p:animEffect transition="in" filter="dissolve">
                                      <p:cBhvr>
                                        <p:cTn id="28" dur="500"/>
                                        <p:tgtEl>
                                          <p:spTgt spid="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p:bldP spid="490"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0" name="Group 354">
            <a:extLst>
              <a:ext uri="{FF2B5EF4-FFF2-40B4-BE49-F238E27FC236}">
                <a16:creationId xmlns:a16="http://schemas.microsoft.com/office/drawing/2014/main" id="{8664861B-122E-9E40-A054-FD448E175B48}"/>
              </a:ext>
            </a:extLst>
          </p:cNvPr>
          <p:cNvGrpSpPr>
            <a:grpSpLocks/>
          </p:cNvGrpSpPr>
          <p:nvPr/>
        </p:nvGrpSpPr>
        <p:grpSpPr bwMode="auto">
          <a:xfrm>
            <a:off x="6285630" y="3268207"/>
            <a:ext cx="1176337" cy="3330575"/>
            <a:chOff x="3507" y="2128"/>
            <a:chExt cx="741" cy="2098"/>
          </a:xfrm>
        </p:grpSpPr>
        <p:sp>
          <p:nvSpPr>
            <p:cNvPr id="171" name="Line 196">
              <a:extLst>
                <a:ext uri="{FF2B5EF4-FFF2-40B4-BE49-F238E27FC236}">
                  <a16:creationId xmlns:a16="http://schemas.microsoft.com/office/drawing/2014/main" id="{5F8A900E-F4A9-C049-BD79-B1EA7B6F499A}"/>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Text Box 210">
              <a:extLst>
                <a:ext uri="{FF2B5EF4-FFF2-40B4-BE49-F238E27FC236}">
                  <a16:creationId xmlns:a16="http://schemas.microsoft.com/office/drawing/2014/main" id="{857A6CF4-362B-DD44-B28A-D45F0134BB80}"/>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C-to-D:</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173" name="Line 211">
              <a:extLst>
                <a:ext uri="{FF2B5EF4-FFF2-40B4-BE49-F238E27FC236}">
                  <a16:creationId xmlns:a16="http://schemas.microsoft.com/office/drawing/2014/main" id="{E8B43FB3-D739-F746-A9FF-D32BF1E82C48}"/>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4" name="Group 217">
              <a:extLst>
                <a:ext uri="{FF2B5EF4-FFF2-40B4-BE49-F238E27FC236}">
                  <a16:creationId xmlns:a16="http://schemas.microsoft.com/office/drawing/2014/main" id="{A90D65B9-F6BA-EE47-BCAA-41FC80D0D98B}"/>
                </a:ext>
              </a:extLst>
            </p:cNvPr>
            <p:cNvGrpSpPr>
              <a:grpSpLocks/>
            </p:cNvGrpSpPr>
            <p:nvPr/>
          </p:nvGrpSpPr>
          <p:grpSpPr bwMode="auto">
            <a:xfrm>
              <a:off x="3558" y="2220"/>
              <a:ext cx="583" cy="1388"/>
              <a:chOff x="478" y="2082"/>
              <a:chExt cx="583" cy="1388"/>
            </a:xfrm>
          </p:grpSpPr>
          <p:sp>
            <p:nvSpPr>
              <p:cNvPr id="175" name="Rectangle 218">
                <a:extLst>
                  <a:ext uri="{FF2B5EF4-FFF2-40B4-BE49-F238E27FC236}">
                    <a16:creationId xmlns:a16="http://schemas.microsoft.com/office/drawing/2014/main" id="{450F7344-AA44-114F-BAED-E52F2048F2A2}"/>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19">
                <a:extLst>
                  <a:ext uri="{FF2B5EF4-FFF2-40B4-BE49-F238E27FC236}">
                    <a16:creationId xmlns:a16="http://schemas.microsoft.com/office/drawing/2014/main" id="{1411D276-5368-954A-BD00-E54BD0F43AC9}"/>
                  </a:ext>
                </a:extLst>
              </p:cNvPr>
              <p:cNvGrpSpPr>
                <a:grpSpLocks/>
              </p:cNvGrpSpPr>
              <p:nvPr/>
            </p:nvGrpSpPr>
            <p:grpSpPr bwMode="auto">
              <a:xfrm>
                <a:off x="499" y="2471"/>
                <a:ext cx="493" cy="908"/>
                <a:chOff x="4869" y="143"/>
                <a:chExt cx="493" cy="908"/>
              </a:xfrm>
            </p:grpSpPr>
            <p:sp>
              <p:nvSpPr>
                <p:cNvPr id="178" name="Rectangle 220">
                  <a:extLst>
                    <a:ext uri="{FF2B5EF4-FFF2-40B4-BE49-F238E27FC236}">
                      <a16:creationId xmlns:a16="http://schemas.microsoft.com/office/drawing/2014/main" id="{C5BF02DE-C1F8-BB4A-8D32-290E9B10039C}"/>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9" name="Text Box 221">
                  <a:extLst>
                    <a:ext uri="{FF2B5EF4-FFF2-40B4-BE49-F238E27FC236}">
                      <a16:creationId xmlns:a16="http://schemas.microsoft.com/office/drawing/2014/main" id="{0AF63432-1868-7041-BC7C-74D54D5D6950}"/>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177" name="Text Box 222">
                <a:extLst>
                  <a:ext uri="{FF2B5EF4-FFF2-40B4-BE49-F238E27FC236}">
                    <a16:creationId xmlns:a16="http://schemas.microsoft.com/office/drawing/2014/main" id="{CB089CAC-22C3-6542-8215-15782FB5B57E}"/>
                  </a:ext>
                </a:extLst>
              </p:cNvPr>
              <p:cNvSpPr txBox="1">
                <a:spLocks noChangeArrowheads="1"/>
              </p:cNvSpPr>
              <p:nvPr/>
            </p:nvSpPr>
            <p:spPr bwMode="auto">
              <a:xfrm>
                <a:off x="49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a:t>
            </a:r>
          </a:p>
        </p:txBody>
      </p:sp>
      <p:sp>
        <p:nvSpPr>
          <p:cNvPr id="94" name="Text Box 76">
            <a:extLst>
              <a:ext uri="{FF2B5EF4-FFF2-40B4-BE49-F238E27FC236}">
                <a16:creationId xmlns:a16="http://schemas.microsoft.com/office/drawing/2014/main" id="{62F1B7C4-0039-A74A-B993-603447F55862}"/>
              </a:ext>
            </a:extLst>
          </p:cNvPr>
          <p:cNvSpPr txBox="1">
            <a:spLocks noChangeArrowheads="1"/>
          </p:cNvSpPr>
          <p:nvPr/>
        </p:nvSpPr>
        <p:spPr bwMode="auto">
          <a:xfrm>
            <a:off x="1638577" y="2479069"/>
            <a:ext cx="19080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 view:</a:t>
            </a:r>
          </a:p>
        </p:txBody>
      </p:sp>
      <p:sp>
        <p:nvSpPr>
          <p:cNvPr id="95" name="Line 147">
            <a:extLst>
              <a:ext uri="{FF2B5EF4-FFF2-40B4-BE49-F238E27FC236}">
                <a16:creationId xmlns:a16="http://schemas.microsoft.com/office/drawing/2014/main" id="{189F3025-CEBB-CD49-B964-56C598B88309}"/>
              </a:ext>
            </a:extLst>
          </p:cNvPr>
          <p:cNvSpPr>
            <a:spLocks noChangeShapeType="1"/>
          </p:cNvSpPr>
          <p:nvPr/>
        </p:nvSpPr>
        <p:spPr bwMode="auto">
          <a:xfrm flipV="1">
            <a:off x="5432976" y="2762595"/>
            <a:ext cx="2750903" cy="0"/>
          </a:xfrm>
          <a:prstGeom prst="line">
            <a:avLst/>
          </a:prstGeom>
          <a:noFill/>
          <a:ln w="19050">
            <a:solidFill>
              <a:srgbClr val="CC000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80">
            <a:extLst>
              <a:ext uri="{FF2B5EF4-FFF2-40B4-BE49-F238E27FC236}">
                <a16:creationId xmlns:a16="http://schemas.microsoft.com/office/drawing/2014/main" id="{A633AB40-6115-0148-BF57-58966884971E}"/>
              </a:ext>
            </a:extLst>
          </p:cNvPr>
          <p:cNvSpPr txBox="1">
            <a:spLocks noChangeArrowheads="1"/>
          </p:cNvSpPr>
          <p:nvPr/>
        </p:nvSpPr>
        <p:spPr bwMode="auto">
          <a:xfrm>
            <a:off x="5807990" y="2886420"/>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97" name="Text Box 181">
            <a:extLst>
              <a:ext uri="{FF2B5EF4-FFF2-40B4-BE49-F238E27FC236}">
                <a16:creationId xmlns:a16="http://schemas.microsoft.com/office/drawing/2014/main" id="{931D1568-1B10-2D4F-B743-5FD9A1B5FEC0}"/>
              </a:ext>
            </a:extLst>
          </p:cNvPr>
          <p:cNvSpPr txBox="1">
            <a:spLocks noChangeArrowheads="1"/>
          </p:cNvSpPr>
          <p:nvPr/>
        </p:nvSpPr>
        <p:spPr bwMode="auto">
          <a:xfrm>
            <a:off x="7170020" y="2888007"/>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141" name="Text Box 50">
            <a:extLst>
              <a:ext uri="{FF2B5EF4-FFF2-40B4-BE49-F238E27FC236}">
                <a16:creationId xmlns:a16="http://schemas.microsoft.com/office/drawing/2014/main" id="{AEE118FB-311C-E349-8593-792B261584D5}"/>
              </a:ext>
            </a:extLst>
          </p:cNvPr>
          <p:cNvSpPr txBox="1">
            <a:spLocks noChangeArrowheads="1"/>
          </p:cNvSpPr>
          <p:nvPr/>
        </p:nvSpPr>
        <p:spPr bwMode="auto">
          <a:xfrm>
            <a:off x="8317782" y="2256182"/>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42" name="Line 142">
            <a:extLst>
              <a:ext uri="{FF2B5EF4-FFF2-40B4-BE49-F238E27FC236}">
                <a16:creationId xmlns:a16="http://schemas.microsoft.com/office/drawing/2014/main" id="{B207ED6F-0861-6549-ACDE-1CC3A99A2CAC}"/>
              </a:ext>
            </a:extLst>
          </p:cNvPr>
          <p:cNvSpPr>
            <a:spLocks noChangeShapeType="1"/>
          </p:cNvSpPr>
          <p:nvPr/>
        </p:nvSpPr>
        <p:spPr bwMode="auto">
          <a:xfrm flipV="1">
            <a:off x="8857532" y="275307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Text Box 145">
            <a:extLst>
              <a:ext uri="{FF2B5EF4-FFF2-40B4-BE49-F238E27FC236}">
                <a16:creationId xmlns:a16="http://schemas.microsoft.com/office/drawing/2014/main" id="{1227F6DB-46DA-1841-BA2F-8F0DEEC6D107}"/>
              </a:ext>
            </a:extLst>
          </p:cNvPr>
          <p:cNvSpPr txBox="1">
            <a:spLocks noChangeArrowheads="1"/>
          </p:cNvSpPr>
          <p:nvPr/>
        </p:nvSpPr>
        <p:spPr bwMode="auto">
          <a:xfrm>
            <a:off x="8099025" y="2875307"/>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44" name="Text Box 146">
            <a:extLst>
              <a:ext uri="{FF2B5EF4-FFF2-40B4-BE49-F238E27FC236}">
                <a16:creationId xmlns:a16="http://schemas.microsoft.com/office/drawing/2014/main" id="{5E720538-FCCC-3B43-88A3-8D7219A344B6}"/>
              </a:ext>
            </a:extLst>
          </p:cNvPr>
          <p:cNvSpPr txBox="1">
            <a:spLocks noChangeArrowheads="1"/>
          </p:cNvSpPr>
          <p:nvPr/>
        </p:nvSpPr>
        <p:spPr bwMode="auto">
          <a:xfrm>
            <a:off x="9202020" y="2878482"/>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47" name="Text Box 299">
            <a:extLst>
              <a:ext uri="{FF2B5EF4-FFF2-40B4-BE49-F238E27FC236}">
                <a16:creationId xmlns:a16="http://schemas.microsoft.com/office/drawing/2014/main" id="{8CB09BD1-4824-F647-AAE9-42E9C8BCF505}"/>
              </a:ext>
            </a:extLst>
          </p:cNvPr>
          <p:cNvSpPr txBox="1">
            <a:spLocks noChangeArrowheads="1"/>
          </p:cNvSpPr>
          <p:nvPr/>
        </p:nvSpPr>
        <p:spPr bwMode="auto">
          <a:xfrm>
            <a:off x="9334991" y="2262532"/>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64" name="Text Box 300">
            <a:extLst>
              <a:ext uri="{FF2B5EF4-FFF2-40B4-BE49-F238E27FC236}">
                <a16:creationId xmlns:a16="http://schemas.microsoft.com/office/drawing/2014/main" id="{0AED3E2E-7EF0-D24B-88E2-E14C6018ACAD}"/>
              </a:ext>
            </a:extLst>
          </p:cNvPr>
          <p:cNvSpPr txBox="1">
            <a:spLocks noChangeArrowheads="1"/>
          </p:cNvSpPr>
          <p:nvPr/>
        </p:nvSpPr>
        <p:spPr bwMode="auto">
          <a:xfrm>
            <a:off x="5923515" y="2249832"/>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p:txBody>
      </p:sp>
      <p:sp>
        <p:nvSpPr>
          <p:cNvPr id="165" name="Text Box 301">
            <a:extLst>
              <a:ext uri="{FF2B5EF4-FFF2-40B4-BE49-F238E27FC236}">
                <a16:creationId xmlns:a16="http://schemas.microsoft.com/office/drawing/2014/main" id="{39A05E3B-A345-BB4E-B350-FFA01EA28B89}"/>
              </a:ext>
            </a:extLst>
          </p:cNvPr>
          <p:cNvSpPr txBox="1">
            <a:spLocks noChangeArrowheads="1"/>
          </p:cNvSpPr>
          <p:nvPr/>
        </p:nvSpPr>
        <p:spPr bwMode="auto">
          <a:xfrm>
            <a:off x="7311307" y="2253007"/>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p:txBody>
      </p:sp>
      <p:grpSp>
        <p:nvGrpSpPr>
          <p:cNvPr id="228" name="Group 227">
            <a:extLst>
              <a:ext uri="{FF2B5EF4-FFF2-40B4-BE49-F238E27FC236}">
                <a16:creationId xmlns:a16="http://schemas.microsoft.com/office/drawing/2014/main" id="{39028889-DBAA-3341-BA48-2F577863B977}"/>
              </a:ext>
            </a:extLst>
          </p:cNvPr>
          <p:cNvGrpSpPr/>
          <p:nvPr/>
        </p:nvGrpSpPr>
        <p:grpSpPr>
          <a:xfrm>
            <a:off x="5730326" y="2580911"/>
            <a:ext cx="735192" cy="352789"/>
            <a:chOff x="7493876" y="2774731"/>
            <a:chExt cx="1481958" cy="894622"/>
          </a:xfrm>
        </p:grpSpPr>
        <p:sp>
          <p:nvSpPr>
            <p:cNvPr id="229" name="Freeform 228">
              <a:extLst>
                <a:ext uri="{FF2B5EF4-FFF2-40B4-BE49-F238E27FC236}">
                  <a16:creationId xmlns:a16="http://schemas.microsoft.com/office/drawing/2014/main" id="{CB310358-E859-094E-BA99-37FCB4BFE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0" name="Oval 229">
              <a:extLst>
                <a:ext uri="{FF2B5EF4-FFF2-40B4-BE49-F238E27FC236}">
                  <a16:creationId xmlns:a16="http://schemas.microsoft.com/office/drawing/2014/main" id="{BDD1722D-BC4F-C74B-9D5B-6930831E774E}"/>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1" name="Group 230">
              <a:extLst>
                <a:ext uri="{FF2B5EF4-FFF2-40B4-BE49-F238E27FC236}">
                  <a16:creationId xmlns:a16="http://schemas.microsoft.com/office/drawing/2014/main" id="{365AE07F-5A02-F246-9B95-59DB9423D00E}"/>
                </a:ext>
              </a:extLst>
            </p:cNvPr>
            <p:cNvGrpSpPr/>
            <p:nvPr/>
          </p:nvGrpSpPr>
          <p:grpSpPr>
            <a:xfrm>
              <a:off x="7713663" y="2848339"/>
              <a:ext cx="1042107" cy="425543"/>
              <a:chOff x="7786941" y="2884917"/>
              <a:chExt cx="897649" cy="353919"/>
            </a:xfrm>
          </p:grpSpPr>
          <p:sp>
            <p:nvSpPr>
              <p:cNvPr id="232" name="Freeform 231">
                <a:extLst>
                  <a:ext uri="{FF2B5EF4-FFF2-40B4-BE49-F238E27FC236}">
                    <a16:creationId xmlns:a16="http://schemas.microsoft.com/office/drawing/2014/main" id="{14FD44EE-3757-4A4D-A18D-C61EFBB439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226F2D87-B266-FA4E-A83F-3DC6A4A918A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1C9C26E9-F250-174F-B690-FE783CED1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059C9F2E-BB6A-0F4E-9FD4-EF90C4B949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 name="Group 5">
            <a:extLst>
              <a:ext uri="{FF2B5EF4-FFF2-40B4-BE49-F238E27FC236}">
                <a16:creationId xmlns:a16="http://schemas.microsoft.com/office/drawing/2014/main" id="{2014D45D-C451-BD45-B3E1-5D0E9F0BB121}"/>
              </a:ext>
            </a:extLst>
          </p:cNvPr>
          <p:cNvGrpSpPr/>
          <p:nvPr/>
        </p:nvGrpSpPr>
        <p:grpSpPr>
          <a:xfrm>
            <a:off x="3670217" y="2228091"/>
            <a:ext cx="1845462" cy="967204"/>
            <a:chOff x="3670217" y="2254595"/>
            <a:chExt cx="1845462" cy="967204"/>
          </a:xfrm>
        </p:grpSpPr>
        <p:sp>
          <p:nvSpPr>
            <p:cNvPr id="108" name="Text Box 92">
              <a:extLst>
                <a:ext uri="{FF2B5EF4-FFF2-40B4-BE49-F238E27FC236}">
                  <a16:creationId xmlns:a16="http://schemas.microsoft.com/office/drawing/2014/main" id="{DC72D4CE-728B-FA4B-B59D-377BAA1C8D48}"/>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09" name="Text Box 108">
              <a:extLst>
                <a:ext uri="{FF2B5EF4-FFF2-40B4-BE49-F238E27FC236}">
                  <a16:creationId xmlns:a16="http://schemas.microsoft.com/office/drawing/2014/main" id="{85A19B03-1473-714F-9887-6504518B21C6}"/>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10" name="Line 141">
              <a:extLst>
                <a:ext uri="{FF2B5EF4-FFF2-40B4-BE49-F238E27FC236}">
                  <a16:creationId xmlns:a16="http://schemas.microsoft.com/office/drawing/2014/main" id="{F2FAFBC3-4C7D-C642-A947-11DC85620955}"/>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143">
              <a:extLst>
                <a:ext uri="{FF2B5EF4-FFF2-40B4-BE49-F238E27FC236}">
                  <a16:creationId xmlns:a16="http://schemas.microsoft.com/office/drawing/2014/main" id="{00EF4233-9EC3-844D-8E2A-77960111BBD8}"/>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12" name="Text Box 144">
              <a:extLst>
                <a:ext uri="{FF2B5EF4-FFF2-40B4-BE49-F238E27FC236}">
                  <a16:creationId xmlns:a16="http://schemas.microsoft.com/office/drawing/2014/main" id="{5E2FA2CC-4EA4-AD41-95CA-1861738152CB}"/>
                </a:ext>
              </a:extLst>
            </p:cNvPr>
            <p:cNvSpPr txBox="1">
              <a:spLocks noChangeArrowheads="1"/>
            </p:cNvSpPr>
            <p:nvPr/>
          </p:nvSpPr>
          <p:spPr bwMode="auto">
            <a:xfrm>
              <a:off x="464653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20" name="Group 219">
              <a:extLst>
                <a:ext uri="{FF2B5EF4-FFF2-40B4-BE49-F238E27FC236}">
                  <a16:creationId xmlns:a16="http://schemas.microsoft.com/office/drawing/2014/main" id="{74CC5104-3EFC-E748-9B0E-5926A004A103}"/>
                </a:ext>
              </a:extLst>
            </p:cNvPr>
            <p:cNvGrpSpPr/>
            <p:nvPr/>
          </p:nvGrpSpPr>
          <p:grpSpPr>
            <a:xfrm>
              <a:off x="3670217" y="2586162"/>
              <a:ext cx="731126" cy="344556"/>
              <a:chOff x="7493876" y="2774731"/>
              <a:chExt cx="1481958" cy="894622"/>
            </a:xfrm>
          </p:grpSpPr>
          <p:sp>
            <p:nvSpPr>
              <p:cNvPr id="221" name="Freeform 220">
                <a:extLst>
                  <a:ext uri="{FF2B5EF4-FFF2-40B4-BE49-F238E27FC236}">
                    <a16:creationId xmlns:a16="http://schemas.microsoft.com/office/drawing/2014/main" id="{0BF917FE-20F1-4D4B-96F5-AD639F3236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2" name="Oval 221">
                <a:extLst>
                  <a:ext uri="{FF2B5EF4-FFF2-40B4-BE49-F238E27FC236}">
                    <a16:creationId xmlns:a16="http://schemas.microsoft.com/office/drawing/2014/main" id="{18C3CC32-D6FE-ED4C-AD44-2E0696436D35}"/>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3" name="Group 222">
                <a:extLst>
                  <a:ext uri="{FF2B5EF4-FFF2-40B4-BE49-F238E27FC236}">
                    <a16:creationId xmlns:a16="http://schemas.microsoft.com/office/drawing/2014/main" id="{050D50AB-99F7-7848-816D-ACDFFEBC137C}"/>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FB5F5580-B0CB-AA4B-8DF1-EEE382384D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25BB82A7-BED3-A344-8C34-8B87559B06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D4F8AB81-DCE9-9446-8DA1-C8D6725E7F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B92654A9-F3B1-4D42-9026-275B3599AE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DB5F07A2-77E1-3F44-82A2-FAFB1D6E8265}"/>
                </a:ext>
              </a:extLst>
            </p:cNvPr>
            <p:cNvGrpSpPr/>
            <p:nvPr/>
          </p:nvGrpSpPr>
          <p:grpSpPr>
            <a:xfrm>
              <a:off x="4703149" y="2589549"/>
              <a:ext cx="731126" cy="344556"/>
              <a:chOff x="7493876" y="2774731"/>
              <a:chExt cx="1481958" cy="894622"/>
            </a:xfrm>
          </p:grpSpPr>
          <p:sp>
            <p:nvSpPr>
              <p:cNvPr id="237" name="Freeform 236">
                <a:extLst>
                  <a:ext uri="{FF2B5EF4-FFF2-40B4-BE49-F238E27FC236}">
                    <a16:creationId xmlns:a16="http://schemas.microsoft.com/office/drawing/2014/main" id="{E0C1A841-EEA2-9245-81BC-B16DAB8EF2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944A78DE-8BD9-704D-89D8-A35BDB215604}"/>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F0C4EB01-0400-2141-BFB2-C0309A22DF76}"/>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B8D4A940-A832-3241-98A7-BB1908240A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00FF0D0E-05AB-944C-A79B-3423CEB491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8CD9AC42-4B77-F74D-86DE-346EA94EAF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5305C70E-2DCA-0E47-AAFF-96E48AEB60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44" name="Group 243">
            <a:extLst>
              <a:ext uri="{FF2B5EF4-FFF2-40B4-BE49-F238E27FC236}">
                <a16:creationId xmlns:a16="http://schemas.microsoft.com/office/drawing/2014/main" id="{260C4F26-23D6-9242-8BE5-74523DD9653A}"/>
              </a:ext>
            </a:extLst>
          </p:cNvPr>
          <p:cNvGrpSpPr/>
          <p:nvPr/>
        </p:nvGrpSpPr>
        <p:grpSpPr>
          <a:xfrm>
            <a:off x="8149080" y="2589144"/>
            <a:ext cx="731126" cy="344556"/>
            <a:chOff x="7493876" y="2774731"/>
            <a:chExt cx="1481958" cy="894622"/>
          </a:xfrm>
        </p:grpSpPr>
        <p:sp>
          <p:nvSpPr>
            <p:cNvPr id="245" name="Freeform 244">
              <a:extLst>
                <a:ext uri="{FF2B5EF4-FFF2-40B4-BE49-F238E27FC236}">
                  <a16:creationId xmlns:a16="http://schemas.microsoft.com/office/drawing/2014/main" id="{F105FE72-06AE-6B4F-96BE-504B2FAEC5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6" name="Oval 245">
              <a:extLst>
                <a:ext uri="{FF2B5EF4-FFF2-40B4-BE49-F238E27FC236}">
                  <a16:creationId xmlns:a16="http://schemas.microsoft.com/office/drawing/2014/main" id="{B7217426-8714-C946-9C1A-40D47C566B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7" name="Group 246">
              <a:extLst>
                <a:ext uri="{FF2B5EF4-FFF2-40B4-BE49-F238E27FC236}">
                  <a16:creationId xmlns:a16="http://schemas.microsoft.com/office/drawing/2014/main" id="{0DEF368C-5725-BB4C-AB45-C0FF709C0A05}"/>
                </a:ext>
              </a:extLst>
            </p:cNvPr>
            <p:cNvGrpSpPr/>
            <p:nvPr/>
          </p:nvGrpSpPr>
          <p:grpSpPr>
            <a:xfrm>
              <a:off x="7713663" y="2848339"/>
              <a:ext cx="1042107" cy="425543"/>
              <a:chOff x="7786941" y="2884917"/>
              <a:chExt cx="897649" cy="353919"/>
            </a:xfrm>
          </p:grpSpPr>
          <p:sp>
            <p:nvSpPr>
              <p:cNvPr id="248" name="Freeform 247">
                <a:extLst>
                  <a:ext uri="{FF2B5EF4-FFF2-40B4-BE49-F238E27FC236}">
                    <a16:creationId xmlns:a16="http://schemas.microsoft.com/office/drawing/2014/main" id="{BCB05907-54A9-3F40-AB68-756B29FC9B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79501DF3-6EA0-C949-A4D8-B34748F5CF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2FF40264-FA3D-8E42-BDB3-D20205B748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1" name="Freeform 250">
                <a:extLst>
                  <a:ext uri="{FF2B5EF4-FFF2-40B4-BE49-F238E27FC236}">
                    <a16:creationId xmlns:a16="http://schemas.microsoft.com/office/drawing/2014/main" id="{2F811DAE-742A-554D-98AE-297E33C3AF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2" name="Group 251">
            <a:extLst>
              <a:ext uri="{FF2B5EF4-FFF2-40B4-BE49-F238E27FC236}">
                <a16:creationId xmlns:a16="http://schemas.microsoft.com/office/drawing/2014/main" id="{73DAB662-46A3-1740-895A-C9F59057714E}"/>
              </a:ext>
            </a:extLst>
          </p:cNvPr>
          <p:cNvGrpSpPr/>
          <p:nvPr/>
        </p:nvGrpSpPr>
        <p:grpSpPr>
          <a:xfrm>
            <a:off x="9154917" y="2589144"/>
            <a:ext cx="731126" cy="344556"/>
            <a:chOff x="7493876" y="2774731"/>
            <a:chExt cx="1481958" cy="894622"/>
          </a:xfrm>
        </p:grpSpPr>
        <p:sp>
          <p:nvSpPr>
            <p:cNvPr id="253" name="Freeform 252">
              <a:extLst>
                <a:ext uri="{FF2B5EF4-FFF2-40B4-BE49-F238E27FC236}">
                  <a16:creationId xmlns:a16="http://schemas.microsoft.com/office/drawing/2014/main" id="{1F23325B-DEF1-D147-BA2A-F13EB3A20B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4" name="Oval 253">
              <a:extLst>
                <a:ext uri="{FF2B5EF4-FFF2-40B4-BE49-F238E27FC236}">
                  <a16:creationId xmlns:a16="http://schemas.microsoft.com/office/drawing/2014/main" id="{5AB66852-5B5D-6043-B152-508CF80D02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5" name="Group 254">
              <a:extLst>
                <a:ext uri="{FF2B5EF4-FFF2-40B4-BE49-F238E27FC236}">
                  <a16:creationId xmlns:a16="http://schemas.microsoft.com/office/drawing/2014/main" id="{48443CFC-B0D9-0140-AE3D-34EF9D94A9B9}"/>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CD09D57E-4177-1D43-9D16-CF4BB72D4E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17840F7D-2E73-6B4D-A846-155663EFFC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D154457B-75BC-3744-B03C-20ED7891E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BD794E38-3FFD-774D-ABE1-907A2A8AE3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1" name="Group 260">
            <a:extLst>
              <a:ext uri="{FF2B5EF4-FFF2-40B4-BE49-F238E27FC236}">
                <a16:creationId xmlns:a16="http://schemas.microsoft.com/office/drawing/2014/main" id="{DE5BA2A6-B0B3-FF49-992D-05869D73B8DF}"/>
              </a:ext>
            </a:extLst>
          </p:cNvPr>
          <p:cNvGrpSpPr/>
          <p:nvPr/>
        </p:nvGrpSpPr>
        <p:grpSpPr>
          <a:xfrm>
            <a:off x="7115503" y="2580911"/>
            <a:ext cx="735192" cy="352789"/>
            <a:chOff x="7493876" y="2774731"/>
            <a:chExt cx="1481958" cy="894622"/>
          </a:xfrm>
        </p:grpSpPr>
        <p:sp>
          <p:nvSpPr>
            <p:cNvPr id="262" name="Freeform 261">
              <a:extLst>
                <a:ext uri="{FF2B5EF4-FFF2-40B4-BE49-F238E27FC236}">
                  <a16:creationId xmlns:a16="http://schemas.microsoft.com/office/drawing/2014/main" id="{557EE858-39ED-F647-8008-B12C2A120A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3" name="Oval 262">
              <a:extLst>
                <a:ext uri="{FF2B5EF4-FFF2-40B4-BE49-F238E27FC236}">
                  <a16:creationId xmlns:a16="http://schemas.microsoft.com/office/drawing/2014/main" id="{F1649AEA-C6EA-AC4F-9B25-9370FAD9086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4" name="Group 263">
              <a:extLst>
                <a:ext uri="{FF2B5EF4-FFF2-40B4-BE49-F238E27FC236}">
                  <a16:creationId xmlns:a16="http://schemas.microsoft.com/office/drawing/2014/main" id="{C9DE58EE-1FB9-3E4E-B762-21A246C09B13}"/>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DF8564C7-5BDF-0F46-B18C-70B1E7AE832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25151B35-6950-F04D-B899-96D24ECA1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6F57A9C6-B303-3D43-B30F-B41EDFD88E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370B2DF2-4F6B-1147-8ED0-B7B0F512B4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1" y="1603264"/>
            <a:ext cx="2751341" cy="762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1850265" y="1375666"/>
            <a:ext cx="17098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logical view:</a:t>
            </a: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677401" y="1119786"/>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860702" cy="967204"/>
            <a:chOff x="3670217" y="2254595"/>
            <a:chExt cx="1860702" cy="967204"/>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66177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8121650" y="1138202"/>
            <a:ext cx="1788188" cy="965617"/>
            <a:chOff x="3646087" y="2254595"/>
            <a:chExt cx="1788188" cy="965617"/>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64608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13" name="Group 352">
            <a:extLst>
              <a:ext uri="{FF2B5EF4-FFF2-40B4-BE49-F238E27FC236}">
                <a16:creationId xmlns:a16="http://schemas.microsoft.com/office/drawing/2014/main" id="{6D9D1049-F44E-3F4A-80FD-2483C456DB03}"/>
              </a:ext>
            </a:extLst>
          </p:cNvPr>
          <p:cNvGrpSpPr>
            <a:grpSpLocks/>
          </p:cNvGrpSpPr>
          <p:nvPr/>
        </p:nvGrpSpPr>
        <p:grpSpPr bwMode="auto">
          <a:xfrm>
            <a:off x="4068210" y="3305037"/>
            <a:ext cx="817562" cy="2981325"/>
            <a:chOff x="1611" y="2132"/>
            <a:chExt cx="515" cy="1878"/>
          </a:xfrm>
        </p:grpSpPr>
        <p:grpSp>
          <p:nvGrpSpPr>
            <p:cNvPr id="314" name="Group 212">
              <a:extLst>
                <a:ext uri="{FF2B5EF4-FFF2-40B4-BE49-F238E27FC236}">
                  <a16:creationId xmlns:a16="http://schemas.microsoft.com/office/drawing/2014/main" id="{08296943-CF65-6046-A639-281DB2B4159A}"/>
                </a:ext>
              </a:extLst>
            </p:cNvPr>
            <p:cNvGrpSpPr>
              <a:grpSpLocks/>
            </p:cNvGrpSpPr>
            <p:nvPr/>
          </p:nvGrpSpPr>
          <p:grpSpPr bwMode="auto">
            <a:xfrm>
              <a:off x="1634" y="2200"/>
              <a:ext cx="476" cy="908"/>
              <a:chOff x="652" y="2144"/>
              <a:chExt cx="476" cy="908"/>
            </a:xfrm>
          </p:grpSpPr>
          <p:sp>
            <p:nvSpPr>
              <p:cNvPr id="318" name="Rectangle 183">
                <a:extLst>
                  <a:ext uri="{FF2B5EF4-FFF2-40B4-BE49-F238E27FC236}">
                    <a16:creationId xmlns:a16="http://schemas.microsoft.com/office/drawing/2014/main" id="{BFBED704-56E4-AA44-8C48-A95A3F1E9ECC}"/>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Text Box 184">
                <a:extLst>
                  <a:ext uri="{FF2B5EF4-FFF2-40B4-BE49-F238E27FC236}">
                    <a16:creationId xmlns:a16="http://schemas.microsoft.com/office/drawing/2014/main" id="{582CD7EF-8435-564C-A54E-C5300FC7AE01}"/>
                  </a:ext>
                </a:extLst>
              </p:cNvPr>
              <p:cNvSpPr txBox="1">
                <a:spLocks noChangeArrowheads="1"/>
              </p:cNvSpPr>
              <p:nvPr/>
            </p:nvSpPr>
            <p:spPr bwMode="auto">
              <a:xfrm>
                <a:off x="667" y="2162"/>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15" name="Line 194">
              <a:extLst>
                <a:ext uri="{FF2B5EF4-FFF2-40B4-BE49-F238E27FC236}">
                  <a16:creationId xmlns:a16="http://schemas.microsoft.com/office/drawing/2014/main" id="{502430B4-5780-C542-8B2D-1CF5A6D0F224}"/>
                </a:ext>
              </a:extLst>
            </p:cNvPr>
            <p:cNvSpPr>
              <a:spLocks noChangeShapeType="1"/>
            </p:cNvSpPr>
            <p:nvPr/>
          </p:nvSpPr>
          <p:spPr bwMode="auto">
            <a:xfrm>
              <a:off x="1661" y="2132"/>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Text Box 204">
              <a:extLst>
                <a:ext uri="{FF2B5EF4-FFF2-40B4-BE49-F238E27FC236}">
                  <a16:creationId xmlns:a16="http://schemas.microsoft.com/office/drawing/2014/main" id="{BF78DD92-AFFB-9349-A4B6-0E5E3DC0C488}"/>
                </a:ext>
              </a:extLst>
            </p:cNvPr>
            <p:cNvSpPr txBox="1">
              <a:spLocks noChangeArrowheads="1"/>
            </p:cNvSpPr>
            <p:nvPr/>
          </p:nvSpPr>
          <p:spPr bwMode="auto">
            <a:xfrm>
              <a:off x="1611" y="3690"/>
              <a:ext cx="51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A-to-B:</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17" name="Line 205">
              <a:extLst>
                <a:ext uri="{FF2B5EF4-FFF2-40B4-BE49-F238E27FC236}">
                  <a16:creationId xmlns:a16="http://schemas.microsoft.com/office/drawing/2014/main" id="{563E255C-9996-4045-82D6-10D683D9A50A}"/>
                </a:ext>
              </a:extLst>
            </p:cNvPr>
            <p:cNvSpPr>
              <a:spLocks noChangeShapeType="1"/>
            </p:cNvSpPr>
            <p:nvPr/>
          </p:nvSpPr>
          <p:spPr bwMode="auto">
            <a:xfrm>
              <a:off x="1856" y="3230"/>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0" name="Group 353">
            <a:extLst>
              <a:ext uri="{FF2B5EF4-FFF2-40B4-BE49-F238E27FC236}">
                <a16:creationId xmlns:a16="http://schemas.microsoft.com/office/drawing/2014/main" id="{A328CA0B-F627-524F-A2DA-8DD10274F500}"/>
              </a:ext>
            </a:extLst>
          </p:cNvPr>
          <p:cNvGrpSpPr>
            <a:grpSpLocks/>
          </p:cNvGrpSpPr>
          <p:nvPr/>
        </p:nvGrpSpPr>
        <p:grpSpPr bwMode="auto">
          <a:xfrm>
            <a:off x="5052460" y="3297100"/>
            <a:ext cx="1176337" cy="3319462"/>
            <a:chOff x="2231" y="2127"/>
            <a:chExt cx="741" cy="2091"/>
          </a:xfrm>
        </p:grpSpPr>
        <p:grpSp>
          <p:nvGrpSpPr>
            <p:cNvPr id="321" name="Group 216">
              <a:extLst>
                <a:ext uri="{FF2B5EF4-FFF2-40B4-BE49-F238E27FC236}">
                  <a16:creationId xmlns:a16="http://schemas.microsoft.com/office/drawing/2014/main" id="{B4FDDA2F-9F53-A94C-93FE-47EAA7C6BAC0}"/>
                </a:ext>
              </a:extLst>
            </p:cNvPr>
            <p:cNvGrpSpPr>
              <a:grpSpLocks/>
            </p:cNvGrpSpPr>
            <p:nvPr/>
          </p:nvGrpSpPr>
          <p:grpSpPr bwMode="auto">
            <a:xfrm>
              <a:off x="2262" y="2194"/>
              <a:ext cx="583" cy="1388"/>
              <a:chOff x="478" y="2082"/>
              <a:chExt cx="583" cy="1388"/>
            </a:xfrm>
          </p:grpSpPr>
          <p:sp>
            <p:nvSpPr>
              <p:cNvPr id="325" name="Rectangle 189">
                <a:extLst>
                  <a:ext uri="{FF2B5EF4-FFF2-40B4-BE49-F238E27FC236}">
                    <a16:creationId xmlns:a16="http://schemas.microsoft.com/office/drawing/2014/main" id="{70B74872-C217-FC41-88E4-62EA004C8BB5}"/>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90">
                <a:extLst>
                  <a:ext uri="{FF2B5EF4-FFF2-40B4-BE49-F238E27FC236}">
                    <a16:creationId xmlns:a16="http://schemas.microsoft.com/office/drawing/2014/main" id="{CF809BF0-4E65-1B40-AB07-4F110FD0C354}"/>
                  </a:ext>
                </a:extLst>
              </p:cNvPr>
              <p:cNvGrpSpPr>
                <a:grpSpLocks/>
              </p:cNvGrpSpPr>
              <p:nvPr/>
            </p:nvGrpSpPr>
            <p:grpSpPr bwMode="auto">
              <a:xfrm>
                <a:off x="499" y="2471"/>
                <a:ext cx="493" cy="908"/>
                <a:chOff x="4869" y="143"/>
                <a:chExt cx="493" cy="908"/>
              </a:xfrm>
            </p:grpSpPr>
            <p:sp>
              <p:nvSpPr>
                <p:cNvPr id="328" name="Rectangle 191">
                  <a:extLst>
                    <a:ext uri="{FF2B5EF4-FFF2-40B4-BE49-F238E27FC236}">
                      <a16:creationId xmlns:a16="http://schemas.microsoft.com/office/drawing/2014/main" id="{A8B5E821-E51C-5E4F-B431-DA1FBAC1A13F}"/>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Text Box 192">
                  <a:extLst>
                    <a:ext uri="{FF2B5EF4-FFF2-40B4-BE49-F238E27FC236}">
                      <a16:creationId xmlns:a16="http://schemas.microsoft.com/office/drawing/2014/main" id="{35AB2FDE-8EF6-194F-8B89-3E69A80B07F1}"/>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27" name="Text Box 193">
                <a:extLst>
                  <a:ext uri="{FF2B5EF4-FFF2-40B4-BE49-F238E27FC236}">
                    <a16:creationId xmlns:a16="http://schemas.microsoft.com/office/drawing/2014/main" id="{2B7B6EF8-F396-7A49-BF06-3BB5819D48AC}"/>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sp>
          <p:nvSpPr>
            <p:cNvPr id="322" name="Line 195">
              <a:extLst>
                <a:ext uri="{FF2B5EF4-FFF2-40B4-BE49-F238E27FC236}">
                  <a16:creationId xmlns:a16="http://schemas.microsoft.com/office/drawing/2014/main" id="{8310E25A-1203-8D49-8C94-6972726DCA5F}"/>
                </a:ext>
              </a:extLst>
            </p:cNvPr>
            <p:cNvSpPr>
              <a:spLocks noChangeShapeType="1"/>
            </p:cNvSpPr>
            <p:nvPr/>
          </p:nvSpPr>
          <p:spPr bwMode="auto">
            <a:xfrm>
              <a:off x="2345" y="2127"/>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Text Box 208">
              <a:extLst>
                <a:ext uri="{FF2B5EF4-FFF2-40B4-BE49-F238E27FC236}">
                  <a16:creationId xmlns:a16="http://schemas.microsoft.com/office/drawing/2014/main" id="{DF910F24-596F-2549-BDA0-45F975CF1772}"/>
                </a:ext>
              </a:extLst>
            </p:cNvPr>
            <p:cNvSpPr txBox="1">
              <a:spLocks noChangeArrowheads="1"/>
            </p:cNvSpPr>
            <p:nvPr/>
          </p:nvSpPr>
          <p:spPr bwMode="auto">
            <a:xfrm>
              <a:off x="2231" y="3767"/>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24" name="Line 209">
              <a:extLst>
                <a:ext uri="{FF2B5EF4-FFF2-40B4-BE49-F238E27FC236}">
                  <a16:creationId xmlns:a16="http://schemas.microsoft.com/office/drawing/2014/main" id="{770F9B39-DA00-7740-A72A-70BC8C220591}"/>
                </a:ext>
              </a:extLst>
            </p:cNvPr>
            <p:cNvSpPr>
              <a:spLocks noChangeShapeType="1"/>
            </p:cNvSpPr>
            <p:nvPr/>
          </p:nvSpPr>
          <p:spPr bwMode="auto">
            <a:xfrm>
              <a:off x="2588" y="3604"/>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0" name="Group 355">
            <a:extLst>
              <a:ext uri="{FF2B5EF4-FFF2-40B4-BE49-F238E27FC236}">
                <a16:creationId xmlns:a16="http://schemas.microsoft.com/office/drawing/2014/main" id="{1860701B-D666-A942-B647-446429C42779}"/>
              </a:ext>
            </a:extLst>
          </p:cNvPr>
          <p:cNvGrpSpPr>
            <a:grpSpLocks/>
          </p:cNvGrpSpPr>
          <p:nvPr/>
        </p:nvGrpSpPr>
        <p:grpSpPr bwMode="auto">
          <a:xfrm>
            <a:off x="8670690" y="3300275"/>
            <a:ext cx="881062" cy="2998787"/>
            <a:chOff x="4251" y="2129"/>
            <a:chExt cx="555" cy="1889"/>
          </a:xfrm>
        </p:grpSpPr>
        <p:sp>
          <p:nvSpPr>
            <p:cNvPr id="331" name="Line 197">
              <a:extLst>
                <a:ext uri="{FF2B5EF4-FFF2-40B4-BE49-F238E27FC236}">
                  <a16:creationId xmlns:a16="http://schemas.microsoft.com/office/drawing/2014/main" id="{9838CAC1-9152-ED45-9E04-F02ADCA7725C}"/>
                </a:ext>
              </a:extLst>
            </p:cNvPr>
            <p:cNvSpPr>
              <a:spLocks noChangeShapeType="1"/>
            </p:cNvSpPr>
            <p:nvPr/>
          </p:nvSpPr>
          <p:spPr bwMode="auto">
            <a:xfrm>
              <a:off x="4292" y="2129"/>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Text Box 206">
              <a:extLst>
                <a:ext uri="{FF2B5EF4-FFF2-40B4-BE49-F238E27FC236}">
                  <a16:creationId xmlns:a16="http://schemas.microsoft.com/office/drawing/2014/main" id="{0791224F-29E6-2344-A509-946FF13DB5AB}"/>
                </a:ext>
              </a:extLst>
            </p:cNvPr>
            <p:cNvSpPr txBox="1">
              <a:spLocks noChangeArrowheads="1"/>
            </p:cNvSpPr>
            <p:nvPr/>
          </p:nvSpPr>
          <p:spPr bwMode="auto">
            <a:xfrm>
              <a:off x="4298" y="3698"/>
              <a:ext cx="5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E-to-F:</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33" name="Line 207">
              <a:extLst>
                <a:ext uri="{FF2B5EF4-FFF2-40B4-BE49-F238E27FC236}">
                  <a16:creationId xmlns:a16="http://schemas.microsoft.com/office/drawing/2014/main" id="{8802785F-9EA9-AC4C-866D-E933ACDFA815}"/>
                </a:ext>
              </a:extLst>
            </p:cNvPr>
            <p:cNvSpPr>
              <a:spLocks noChangeShapeType="1"/>
            </p:cNvSpPr>
            <p:nvPr/>
          </p:nvSpPr>
          <p:spPr bwMode="auto">
            <a:xfrm>
              <a:off x="4540" y="3238"/>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4" name="Group 213">
              <a:extLst>
                <a:ext uri="{FF2B5EF4-FFF2-40B4-BE49-F238E27FC236}">
                  <a16:creationId xmlns:a16="http://schemas.microsoft.com/office/drawing/2014/main" id="{00A04B74-FADB-AF47-AE24-A5BC92AC0F69}"/>
                </a:ext>
              </a:extLst>
            </p:cNvPr>
            <p:cNvGrpSpPr>
              <a:grpSpLocks/>
            </p:cNvGrpSpPr>
            <p:nvPr/>
          </p:nvGrpSpPr>
          <p:grpSpPr bwMode="auto">
            <a:xfrm>
              <a:off x="4251" y="2205"/>
              <a:ext cx="471" cy="908"/>
              <a:chOff x="643" y="2144"/>
              <a:chExt cx="471" cy="908"/>
            </a:xfrm>
          </p:grpSpPr>
          <p:sp>
            <p:nvSpPr>
              <p:cNvPr id="335" name="Rectangle 214">
                <a:extLst>
                  <a:ext uri="{FF2B5EF4-FFF2-40B4-BE49-F238E27FC236}">
                    <a16:creationId xmlns:a16="http://schemas.microsoft.com/office/drawing/2014/main" id="{92ABE520-4D89-5243-B8E0-AA1832554DE2}"/>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Text Box 215">
                <a:extLst>
                  <a:ext uri="{FF2B5EF4-FFF2-40B4-BE49-F238E27FC236}">
                    <a16:creationId xmlns:a16="http://schemas.microsoft.com/office/drawing/2014/main" id="{8DB6921A-514A-DF40-AA1D-5E33B5A17AC8}"/>
                  </a:ext>
                </a:extLst>
              </p:cNvPr>
              <p:cNvSpPr txBox="1">
                <a:spLocks noChangeArrowheads="1"/>
              </p:cNvSpPr>
              <p:nvPr/>
            </p:nvSpPr>
            <p:spPr bwMode="auto">
              <a:xfrm>
                <a:off x="643" y="2169"/>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grpSp>
      <p:grpSp>
        <p:nvGrpSpPr>
          <p:cNvPr id="337" name="Group 354">
            <a:extLst>
              <a:ext uri="{FF2B5EF4-FFF2-40B4-BE49-F238E27FC236}">
                <a16:creationId xmlns:a16="http://schemas.microsoft.com/office/drawing/2014/main" id="{AEF5EEBA-1CC2-1D45-968E-5F8EE015BEB7}"/>
              </a:ext>
            </a:extLst>
          </p:cNvPr>
          <p:cNvGrpSpPr>
            <a:grpSpLocks/>
          </p:cNvGrpSpPr>
          <p:nvPr/>
        </p:nvGrpSpPr>
        <p:grpSpPr bwMode="auto">
          <a:xfrm>
            <a:off x="7489590" y="3298687"/>
            <a:ext cx="1176337" cy="3330575"/>
            <a:chOff x="3507" y="2128"/>
            <a:chExt cx="741" cy="2098"/>
          </a:xfrm>
        </p:grpSpPr>
        <p:sp>
          <p:nvSpPr>
            <p:cNvPr id="338" name="Line 196">
              <a:extLst>
                <a:ext uri="{FF2B5EF4-FFF2-40B4-BE49-F238E27FC236}">
                  <a16:creationId xmlns:a16="http://schemas.microsoft.com/office/drawing/2014/main" id="{ACF5DC03-9E4C-804F-8AE9-B7190FB2EA8F}"/>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Text Box 210">
              <a:extLst>
                <a:ext uri="{FF2B5EF4-FFF2-40B4-BE49-F238E27FC236}">
                  <a16:creationId xmlns:a16="http://schemas.microsoft.com/office/drawing/2014/main" id="{700C4A8D-C752-F544-9167-054CECEB980A}"/>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D-to-E:</a:t>
              </a:r>
              <a:endPar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40" name="Line 211">
              <a:extLst>
                <a:ext uri="{FF2B5EF4-FFF2-40B4-BE49-F238E27FC236}">
                  <a16:creationId xmlns:a16="http://schemas.microsoft.com/office/drawing/2014/main" id="{18667784-6243-834D-8EEA-D006E122B854}"/>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1" name="Group 217">
              <a:extLst>
                <a:ext uri="{FF2B5EF4-FFF2-40B4-BE49-F238E27FC236}">
                  <a16:creationId xmlns:a16="http://schemas.microsoft.com/office/drawing/2014/main" id="{FF2C4C60-AABF-3B4E-B780-B25D35F6F447}"/>
                </a:ext>
              </a:extLst>
            </p:cNvPr>
            <p:cNvGrpSpPr>
              <a:grpSpLocks/>
            </p:cNvGrpSpPr>
            <p:nvPr/>
          </p:nvGrpSpPr>
          <p:grpSpPr bwMode="auto">
            <a:xfrm>
              <a:off x="3558" y="2220"/>
              <a:ext cx="583" cy="1388"/>
              <a:chOff x="478" y="2082"/>
              <a:chExt cx="583" cy="1388"/>
            </a:xfrm>
          </p:grpSpPr>
          <p:sp>
            <p:nvSpPr>
              <p:cNvPr id="342" name="Rectangle 218">
                <a:extLst>
                  <a:ext uri="{FF2B5EF4-FFF2-40B4-BE49-F238E27FC236}">
                    <a16:creationId xmlns:a16="http://schemas.microsoft.com/office/drawing/2014/main" id="{0FAC5552-F17D-B849-AA73-E78F0E6B9790}"/>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3" name="Group 219">
                <a:extLst>
                  <a:ext uri="{FF2B5EF4-FFF2-40B4-BE49-F238E27FC236}">
                    <a16:creationId xmlns:a16="http://schemas.microsoft.com/office/drawing/2014/main" id="{DD102A9F-6EC4-4241-BD0B-7E5E1621B859}"/>
                  </a:ext>
                </a:extLst>
              </p:cNvPr>
              <p:cNvGrpSpPr>
                <a:grpSpLocks/>
              </p:cNvGrpSpPr>
              <p:nvPr/>
            </p:nvGrpSpPr>
            <p:grpSpPr bwMode="auto">
              <a:xfrm>
                <a:off x="499" y="2471"/>
                <a:ext cx="493" cy="908"/>
                <a:chOff x="4869" y="143"/>
                <a:chExt cx="493" cy="908"/>
              </a:xfrm>
            </p:grpSpPr>
            <p:sp>
              <p:nvSpPr>
                <p:cNvPr id="345" name="Rectangle 220">
                  <a:extLst>
                    <a:ext uri="{FF2B5EF4-FFF2-40B4-BE49-F238E27FC236}">
                      <a16:creationId xmlns:a16="http://schemas.microsoft.com/office/drawing/2014/main" id="{2A2FB562-2D33-8042-ADAD-FFE91DA662B3}"/>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6" name="Text Box 221">
                  <a:extLst>
                    <a:ext uri="{FF2B5EF4-FFF2-40B4-BE49-F238E27FC236}">
                      <a16:creationId xmlns:a16="http://schemas.microsoft.com/office/drawing/2014/main" id="{E5FF5A8B-3342-274C-8146-5A2A1B7BC2CE}"/>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44" name="Text Box 222">
                <a:extLst>
                  <a:ext uri="{FF2B5EF4-FFF2-40B4-BE49-F238E27FC236}">
                    <a16:creationId xmlns:a16="http://schemas.microsoft.com/office/drawing/2014/main" id="{8FCCEF0D-286B-C44E-BA22-94BF032AFDCB}"/>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2" name="Rectangle 1">
            <a:extLst>
              <a:ext uri="{FF2B5EF4-FFF2-40B4-BE49-F238E27FC236}">
                <a16:creationId xmlns:a16="http://schemas.microsoft.com/office/drawing/2014/main" id="{F10D6C81-F7CD-4C46-8149-0FAE399F43DE}"/>
              </a:ext>
            </a:extLst>
          </p:cNvPr>
          <p:cNvSpPr/>
          <p:nvPr/>
        </p:nvSpPr>
        <p:spPr>
          <a:xfrm>
            <a:off x="5400881" y="152290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30D76FC4-6C07-EB4A-BCF2-E2B2EEF8B9EB}"/>
              </a:ext>
            </a:extLst>
          </p:cNvPr>
          <p:cNvSpPr/>
          <p:nvPr/>
        </p:nvSpPr>
        <p:spPr>
          <a:xfrm>
            <a:off x="8135639" y="1540447"/>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BB8DC798-AC4D-764E-B057-214B9D5D3927}"/>
              </a:ext>
            </a:extLst>
          </p:cNvPr>
          <p:cNvSpPr/>
          <p:nvPr/>
        </p:nvSpPr>
        <p:spPr>
          <a:xfrm>
            <a:off x="5408555" y="2639042"/>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92559629-838F-3942-9672-3BDCF8B24153}"/>
              </a:ext>
            </a:extLst>
          </p:cNvPr>
          <p:cNvSpPr/>
          <p:nvPr/>
        </p:nvSpPr>
        <p:spPr>
          <a:xfrm>
            <a:off x="8123579" y="266316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ED068552-57F0-AF4C-8DA3-019ACF254CBF}"/>
              </a:ext>
            </a:extLst>
          </p:cNvPr>
          <p:cNvGrpSpPr/>
          <p:nvPr/>
        </p:nvGrpSpPr>
        <p:grpSpPr>
          <a:xfrm>
            <a:off x="1285129" y="3401170"/>
            <a:ext cx="8091447" cy="2055959"/>
            <a:chOff x="-2159111" y="3797410"/>
            <a:chExt cx="8091447" cy="2055959"/>
          </a:xfrm>
        </p:grpSpPr>
        <p:grpSp>
          <p:nvGrpSpPr>
            <p:cNvPr id="17" name="Group 16">
              <a:extLst>
                <a:ext uri="{FF2B5EF4-FFF2-40B4-BE49-F238E27FC236}">
                  <a16:creationId xmlns:a16="http://schemas.microsoft.com/office/drawing/2014/main" id="{BE531892-4CBC-8C43-A56C-AA850071412B}"/>
                </a:ext>
              </a:extLst>
            </p:cNvPr>
            <p:cNvGrpSpPr/>
            <p:nvPr/>
          </p:nvGrpSpPr>
          <p:grpSpPr>
            <a:xfrm>
              <a:off x="-2159111" y="3797410"/>
              <a:ext cx="8091447" cy="2055959"/>
              <a:chOff x="1300369" y="3385930"/>
              <a:chExt cx="8091447" cy="2055959"/>
            </a:xfrm>
          </p:grpSpPr>
          <p:grpSp>
            <p:nvGrpSpPr>
              <p:cNvPr id="16" name="Group 15">
                <a:extLst>
                  <a:ext uri="{FF2B5EF4-FFF2-40B4-BE49-F238E27FC236}">
                    <a16:creationId xmlns:a16="http://schemas.microsoft.com/office/drawing/2014/main" id="{45CCC299-2C28-0048-B84B-B11820EAC0CD}"/>
                  </a:ext>
                </a:extLst>
              </p:cNvPr>
              <p:cNvGrpSpPr/>
              <p:nvPr/>
            </p:nvGrpSpPr>
            <p:grpSpPr>
              <a:xfrm>
                <a:off x="1300369" y="3385930"/>
                <a:ext cx="8091447" cy="2055959"/>
                <a:chOff x="1300369" y="3385930"/>
                <a:chExt cx="8091447" cy="2055959"/>
              </a:xfrm>
            </p:grpSpPr>
            <p:sp>
              <p:nvSpPr>
                <p:cNvPr id="8" name="Oval 7">
                  <a:extLst>
                    <a:ext uri="{FF2B5EF4-FFF2-40B4-BE49-F238E27FC236}">
                      <a16:creationId xmlns:a16="http://schemas.microsoft.com/office/drawing/2014/main" id="{7AB1942A-9DAD-1745-8163-6ABEF5D1D8C1}"/>
                    </a:ext>
                  </a:extLst>
                </p:cNvPr>
                <p:cNvSpPr/>
                <p:nvPr/>
              </p:nvSpPr>
              <p:spPr>
                <a:xfrm>
                  <a:off x="4108174" y="3670852"/>
                  <a:ext cx="715617" cy="53008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Oval 347">
                  <a:extLst>
                    <a:ext uri="{FF2B5EF4-FFF2-40B4-BE49-F238E27FC236}">
                      <a16:creationId xmlns:a16="http://schemas.microsoft.com/office/drawing/2014/main" id="{A1900E9C-BBC0-3445-AD24-FF5DCAD23CF4}"/>
                    </a:ext>
                  </a:extLst>
                </p:cNvPr>
                <p:cNvSpPr/>
                <p:nvPr/>
              </p:nvSpPr>
              <p:spPr>
                <a:xfrm>
                  <a:off x="5044440" y="338593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Oval 348">
                  <a:extLst>
                    <a:ext uri="{FF2B5EF4-FFF2-40B4-BE49-F238E27FC236}">
                      <a16:creationId xmlns:a16="http://schemas.microsoft.com/office/drawing/2014/main" id="{0C87EC48-1316-A84D-8E62-504A6DA4E80B}"/>
                    </a:ext>
                  </a:extLst>
                </p:cNvPr>
                <p:cNvSpPr/>
                <p:nvPr/>
              </p:nvSpPr>
              <p:spPr>
                <a:xfrm>
                  <a:off x="7533861" y="3432312"/>
                  <a:ext cx="974035"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Oval 349">
                  <a:extLst>
                    <a:ext uri="{FF2B5EF4-FFF2-40B4-BE49-F238E27FC236}">
                      <a16:creationId xmlns:a16="http://schemas.microsoft.com/office/drawing/2014/main" id="{EF61C189-2330-9440-9F7E-120291CCA148}"/>
                    </a:ext>
                  </a:extLst>
                </p:cNvPr>
                <p:cNvSpPr/>
                <p:nvPr/>
              </p:nvSpPr>
              <p:spPr>
                <a:xfrm>
                  <a:off x="8676199" y="3678803"/>
                  <a:ext cx="715617" cy="54267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AD10F548-95FC-9F46-8B84-BCF5664002EC}"/>
                    </a:ext>
                  </a:extLst>
                </p:cNvPr>
                <p:cNvSpPr txBox="1"/>
                <p:nvPr/>
              </p:nvSpPr>
              <p:spPr>
                <a:xfrm>
                  <a:off x="1300369" y="4426226"/>
                  <a:ext cx="1933161"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Note source and destination addresses!</a:t>
                  </a:r>
                </a:p>
              </p:txBody>
            </p:sp>
            <p:cxnSp>
              <p:nvCxnSpPr>
                <p:cNvPr id="12" name="Straight Connector 11">
                  <a:extLst>
                    <a:ext uri="{FF2B5EF4-FFF2-40B4-BE49-F238E27FC236}">
                      <a16:creationId xmlns:a16="http://schemas.microsoft.com/office/drawing/2014/main" id="{54D692D2-3154-2C43-AEBC-48FED218407D}"/>
                    </a:ext>
                  </a:extLst>
                </p:cNvPr>
                <p:cNvCxnSpPr>
                  <a:stCxn id="8" idx="2"/>
                  <a:endCxn id="9" idx="3"/>
                </p:cNvCxnSpPr>
                <p:nvPr/>
              </p:nvCxnSpPr>
              <p:spPr>
                <a:xfrm flipH="1">
                  <a:off x="3233530" y="3935896"/>
                  <a:ext cx="874644" cy="998162"/>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397E0575-92AD-B245-B180-8310A054B81F}"/>
                    </a:ext>
                  </a:extLst>
                </p:cNvPr>
                <p:cNvCxnSpPr>
                  <a:cxnSpLocks/>
                  <a:endCxn id="9" idx="3"/>
                </p:cNvCxnSpPr>
                <p:nvPr/>
              </p:nvCxnSpPr>
              <p:spPr>
                <a:xfrm flipH="1">
                  <a:off x="3233530" y="3690731"/>
                  <a:ext cx="1769166" cy="1243327"/>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A8FC108-BC9B-7B4F-8C30-B1B2FB0B6630}"/>
                    </a:ext>
                  </a:extLst>
                </p:cNvPr>
                <p:cNvCxnSpPr>
                  <a:cxnSpLocks/>
                  <a:stCxn id="349" idx="2"/>
                  <a:endCxn id="9" idx="3"/>
                </p:cNvCxnSpPr>
                <p:nvPr/>
              </p:nvCxnSpPr>
              <p:spPr>
                <a:xfrm flipH="1">
                  <a:off x="3233530" y="3766930"/>
                  <a:ext cx="4300331" cy="116712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3" name="Straight Connector 352">
                <a:extLst>
                  <a:ext uri="{FF2B5EF4-FFF2-40B4-BE49-F238E27FC236}">
                    <a16:creationId xmlns:a16="http://schemas.microsoft.com/office/drawing/2014/main" id="{2E34DF7B-8B1F-9A49-9DCA-13E9621EB46A}"/>
                  </a:ext>
                </a:extLst>
              </p:cNvPr>
              <p:cNvCxnSpPr>
                <a:cxnSpLocks/>
                <a:stCxn id="350" idx="2"/>
                <a:endCxn id="9" idx="3"/>
              </p:cNvCxnSpPr>
              <p:nvPr/>
            </p:nvCxnSpPr>
            <p:spPr>
              <a:xfrm flipH="1">
                <a:off x="3233530" y="3950142"/>
                <a:ext cx="5442669" cy="983916"/>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6AAC3EC9-4867-0941-8198-7A4C70909795}"/>
                </a:ext>
              </a:extLst>
            </p:cNvPr>
            <p:cNvSpPr/>
            <p:nvPr/>
          </p:nvSpPr>
          <p:spPr>
            <a:xfrm>
              <a:off x="2880360" y="380310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F52F217E-25A4-774F-89E1-664523F0BE3E}"/>
                </a:ext>
              </a:extLst>
            </p:cNvPr>
            <p:cNvCxnSpPr>
              <a:cxnSpLocks/>
              <a:endCxn id="9" idx="3"/>
            </p:cNvCxnSpPr>
            <p:nvPr/>
          </p:nvCxnSpPr>
          <p:spPr>
            <a:xfrm flipH="1">
              <a:off x="-225950" y="4267200"/>
              <a:ext cx="3182510" cy="107833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Slide Number Placeholder 3">
            <a:extLst>
              <a:ext uri="{FF2B5EF4-FFF2-40B4-BE49-F238E27FC236}">
                <a16:creationId xmlns:a16="http://schemas.microsoft.com/office/drawing/2014/main" id="{BEAF9563-F70F-5542-A925-4ECE2B1060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87</a:t>
            </a:fld>
            <a:endParaRPr lang="en-US" dirty="0"/>
          </a:p>
        </p:txBody>
      </p:sp>
    </p:spTree>
    <p:extLst>
      <p:ext uri="{BB962C8B-B14F-4D97-AF65-F5344CB8AC3E}">
        <p14:creationId xmlns:p14="http://schemas.microsoft.com/office/powerpoint/2010/main" val="360709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3"/>
                                        </p:tgtEl>
                                        <p:attrNameLst>
                                          <p:attrName>style.visibility</p:attrName>
                                        </p:attrNameLst>
                                      </p:cBhvr>
                                      <p:to>
                                        <p:strVal val="visible"/>
                                      </p:to>
                                    </p:set>
                                    <p:animEffect transition="in" filter="wipe(left)">
                                      <p:cBhvr>
                                        <p:cTn id="7" dur="500"/>
                                        <p:tgtEl>
                                          <p:spTgt spid="3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0"/>
                                        </p:tgtEl>
                                        <p:attrNameLst>
                                          <p:attrName>style.visibility</p:attrName>
                                        </p:attrNameLst>
                                      </p:cBhvr>
                                      <p:to>
                                        <p:strVal val="visible"/>
                                      </p:to>
                                    </p:set>
                                    <p:animEffect transition="in" filter="wipe(left)">
                                      <p:cBhvr>
                                        <p:cTn id="12" dur="500"/>
                                        <p:tgtEl>
                                          <p:spTgt spid="3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left)">
                                      <p:cBhvr>
                                        <p:cTn id="17" dur="500"/>
                                        <p:tgtEl>
                                          <p:spTgt spid="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7"/>
                                        </p:tgtEl>
                                        <p:attrNameLst>
                                          <p:attrName>style.visibility</p:attrName>
                                        </p:attrNameLst>
                                      </p:cBhvr>
                                      <p:to>
                                        <p:strVal val="visible"/>
                                      </p:to>
                                    </p:set>
                                    <p:animEffect transition="in" filter="wipe(left)">
                                      <p:cBhvr>
                                        <p:cTn id="22" dur="500"/>
                                        <p:tgtEl>
                                          <p:spTgt spid="3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0"/>
                                        </p:tgtEl>
                                        <p:attrNameLst>
                                          <p:attrName>style.visibility</p:attrName>
                                        </p:attrNameLst>
                                      </p:cBhvr>
                                      <p:to>
                                        <p:strVal val="visible"/>
                                      </p:to>
                                    </p:set>
                                    <p:animEffect transition="in" filter="wipe(left)">
                                      <p:cBhvr>
                                        <p:cTn id="27" dur="500"/>
                                        <p:tgtEl>
                                          <p:spTgt spid="33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dissolv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49413"/>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48% of clients access services via IPv6</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4" name="TextBox 3">
            <a:extLst>
              <a:ext uri="{FF2B5EF4-FFF2-40B4-BE49-F238E27FC236}">
                <a16:creationId xmlns:a16="http://schemas.microsoft.com/office/drawing/2014/main" id="{80A49F01-0502-D745-8771-4AE4FBD24A44}"/>
              </a:ext>
            </a:extLst>
          </p:cNvPr>
          <p:cNvSpPr txBox="1"/>
          <p:nvPr/>
        </p:nvSpPr>
        <p:spPr>
          <a:xfrm>
            <a:off x="9092540" y="5704114"/>
            <a:ext cx="2642259"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Slide Number Placeholder 3">
            <a:extLst>
              <a:ext uri="{FF2B5EF4-FFF2-40B4-BE49-F238E27FC236}">
                <a16:creationId xmlns:a16="http://schemas.microsoft.com/office/drawing/2014/main" id="{89FADA88-24D6-414D-8D4C-1C3C85DF6E9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88</a:t>
            </a:fld>
            <a:endParaRPr lang="en-US" dirty="0"/>
          </a:p>
        </p:txBody>
      </p:sp>
      <p:pic>
        <p:nvPicPr>
          <p:cNvPr id="10" name="Picture 9">
            <a:extLst>
              <a:ext uri="{FF2B5EF4-FFF2-40B4-BE49-F238E27FC236}">
                <a16:creationId xmlns:a16="http://schemas.microsoft.com/office/drawing/2014/main" id="{B91CF7AC-1D4C-0C0F-D20A-95977B850A4E}"/>
              </a:ext>
            </a:extLst>
          </p:cNvPr>
          <p:cNvPicPr>
            <a:picLocks noChangeAspect="1"/>
          </p:cNvPicPr>
          <p:nvPr/>
        </p:nvPicPr>
        <p:blipFill>
          <a:blip r:embed="rId3"/>
          <a:stretch>
            <a:fillRect/>
          </a:stretch>
        </p:blipFill>
        <p:spPr>
          <a:xfrm>
            <a:off x="1109370" y="2589268"/>
            <a:ext cx="7611059" cy="4101910"/>
          </a:xfrm>
          <a:prstGeom prst="rect">
            <a:avLst/>
          </a:prstGeom>
        </p:spPr>
      </p:pic>
    </p:spTree>
    <p:extLst>
      <p:ext uri="{BB962C8B-B14F-4D97-AF65-F5344CB8AC3E}">
        <p14:creationId xmlns:p14="http://schemas.microsoft.com/office/powerpoint/2010/main" val="667897042"/>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4663516"/>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a:t>
            </a:r>
            <a:r>
              <a:rPr lang="en-US" altLang="en-US" sz="3200">
                <a:ea typeface="ＭＳ Ｐゴシック" panose="020B0600070205080204" pitchFamily="34" charset="-128"/>
                <a:cs typeface="ＭＳ Ｐゴシック" panose="020B0600070205080204" pitchFamily="34" charset="-128"/>
              </a:rPr>
              <a:t>~ 48% </a:t>
            </a:r>
            <a:r>
              <a:rPr lang="en-US" altLang="en-US" sz="3200" dirty="0">
                <a:ea typeface="ＭＳ Ｐゴシック" panose="020B0600070205080204" pitchFamily="34" charset="-128"/>
                <a:cs typeface="ＭＳ Ｐゴシック" panose="020B0600070205080204" pitchFamily="34" charset="-128"/>
              </a:rPr>
              <a:t>of clients access services via IPv6</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a:p>
            <a:pPr marL="471488" indent="-341313"/>
            <a:r>
              <a:rPr lang="en-US" altLang="en-US" sz="3200" dirty="0">
                <a:ea typeface="ＭＳ Ｐゴシック" panose="020B0600070205080204" pitchFamily="34" charset="-128"/>
                <a:cs typeface="ＭＳ Ｐゴシック" panose="020B0600070205080204" pitchFamily="34" charset="-128"/>
              </a:rPr>
              <a:t>Long (long!) time for deployment, use</a:t>
            </a:r>
          </a:p>
          <a:p>
            <a:pPr marL="914400" lvl="1" indent="-328613"/>
            <a:r>
              <a:rPr lang="en-US" altLang="en-US" sz="2800" dirty="0">
                <a:ea typeface="ＭＳ Ｐゴシック" panose="020B0600070205080204" pitchFamily="34" charset="-128"/>
              </a:rPr>
              <a:t>25 years and counting!</a:t>
            </a:r>
          </a:p>
          <a:p>
            <a:pPr marL="914400" lvl="1" indent="-328613"/>
            <a:r>
              <a:rPr lang="en-US" altLang="en-US" sz="2800" dirty="0">
                <a:ea typeface="ＭＳ Ｐゴシック" panose="020B0600070205080204" pitchFamily="34" charset="-128"/>
              </a:rPr>
              <a:t>think of application-level changes in last 25 years: WWW, social media, streaming media, gaming, telepresence, …</a:t>
            </a:r>
          </a:p>
          <a:p>
            <a:pPr marL="914400" lvl="1" indent="-328613"/>
            <a:r>
              <a:rPr lang="en-US" altLang="en-US" sz="2800" i="1" dirty="0">
                <a:solidFill>
                  <a:srgbClr val="CC0000"/>
                </a:solidFill>
                <a:ea typeface="ＭＳ Ｐゴシック" panose="020B0600070205080204" pitchFamily="34" charset="-128"/>
              </a:rPr>
              <a:t>Why?</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4" name="TextBox 3">
            <a:extLst>
              <a:ext uri="{FF2B5EF4-FFF2-40B4-BE49-F238E27FC236}">
                <a16:creationId xmlns:a16="http://schemas.microsoft.com/office/drawing/2014/main" id="{80A49F01-0502-D745-8771-4AE4FBD24A44}"/>
              </a:ext>
            </a:extLst>
          </p:cNvPr>
          <p:cNvSpPr txBox="1"/>
          <p:nvPr/>
        </p:nvSpPr>
        <p:spPr>
          <a:xfrm>
            <a:off x="928255" y="6289964"/>
            <a:ext cx="47294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3">
            <a:extLst>
              <a:ext uri="{FF2B5EF4-FFF2-40B4-BE49-F238E27FC236}">
                <a16:creationId xmlns:a16="http://schemas.microsoft.com/office/drawing/2014/main" id="{93499F0B-8A43-B042-94A3-D83FC9EF406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89</a:t>
            </a:fld>
            <a:endParaRPr lang="en-US" dirty="0"/>
          </a:p>
        </p:txBody>
      </p:sp>
    </p:spTree>
    <p:extLst>
      <p:ext uri="{BB962C8B-B14F-4D97-AF65-F5344CB8AC3E}">
        <p14:creationId xmlns:p14="http://schemas.microsoft.com/office/powerpoint/2010/main" val="1611865060"/>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21102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pPr>
            <a:r>
              <a:rPr lang="en-US" altLang="en-US" sz="3200" dirty="0">
                <a:ea typeface="ＭＳ Ｐゴシック" panose="020B0600070205080204" pitchFamily="34" charset="-128"/>
                <a:cs typeface="ＭＳ Ｐゴシック" panose="020B0600070205080204" pitchFamily="34" charset="-128"/>
              </a:rPr>
              <a:t>Generalized Forwarding, SDN</a:t>
            </a:r>
          </a:p>
          <a:p>
            <a:pPr lvl="1">
              <a:lnSpc>
                <a:spcPct val="100000"/>
              </a:lnSpc>
              <a:spcBef>
                <a:spcPts val="0"/>
              </a:spcBef>
            </a:pPr>
            <a:r>
              <a:rPr lang="en-US" altLang="en-US" sz="2800" dirty="0" err="1">
                <a:ea typeface="ＭＳ Ｐゴシック" panose="020B0600070205080204" pitchFamily="34" charset="-128"/>
              </a:rPr>
              <a:t>Match+action</a:t>
            </a:r>
            <a:endParaRPr lang="en-US" altLang="en-US" sz="2800" dirty="0">
              <a:ea typeface="ＭＳ Ｐゴシック" panose="020B0600070205080204" pitchFamily="34" charset="-128"/>
            </a:endParaRPr>
          </a:p>
          <a:p>
            <a:pPr lvl="1">
              <a:lnSpc>
                <a:spcPct val="100000"/>
              </a:lnSpc>
              <a:spcBef>
                <a:spcPts val="0"/>
              </a:spcBef>
            </a:pPr>
            <a:r>
              <a:rPr lang="en-US" altLang="en-US" sz="2800" dirty="0">
                <a:ea typeface="ＭＳ Ｐゴシック" panose="020B0600070205080204" pitchFamily="34" charset="-128"/>
              </a:rPr>
              <a:t>OpenFlow: </a:t>
            </a:r>
            <a:r>
              <a:rPr lang="en-US" altLang="en-US" sz="2800" dirty="0" err="1">
                <a:ea typeface="ＭＳ Ｐゴシック" panose="020B0600070205080204" pitchFamily="34" charset="-128"/>
              </a:rPr>
              <a:t>match+action</a:t>
            </a:r>
            <a:r>
              <a:rPr lang="en-US" altLang="en-US" sz="2800" dirty="0">
                <a:ea typeface="ＭＳ Ｐゴシック" panose="020B0600070205080204" pitchFamily="34" charset="-128"/>
              </a:rPr>
              <a:t> in action</a:t>
            </a:r>
          </a:p>
          <a:p>
            <a:pPr marL="407988" indent="-277813">
              <a:lnSpc>
                <a:spcPct val="100000"/>
              </a:lnSpc>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90</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551426304"/>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F20255E-462F-0E4B-A829-1C635A9D2E89}"/>
              </a:ext>
            </a:extLst>
          </p:cNvPr>
          <p:cNvGrpSpPr/>
          <p:nvPr/>
        </p:nvGrpSpPr>
        <p:grpSpPr>
          <a:xfrm>
            <a:off x="2020188" y="2244830"/>
            <a:ext cx="6996667" cy="1258851"/>
            <a:chOff x="1372488" y="5470630"/>
            <a:chExt cx="6996667" cy="1258851"/>
          </a:xfrm>
        </p:grpSpPr>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789681"/>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940494"/>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127819"/>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232594"/>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426269"/>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973831"/>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127819"/>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156394"/>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940494"/>
              <a:ext cx="814387" cy="401637"/>
            </a:xfrm>
            <a:prstGeom prst="line">
              <a:avLst/>
            </a:prstGeom>
            <a:noFill/>
            <a:ln w="12700" cap="flat" cmpd="sng" algn="ctr">
              <a:solidFill>
                <a:srgbClr val="000000"/>
              </a:solidFill>
              <a:prstDash val="solid"/>
            </a:ln>
            <a:effectLst/>
          </p:spPr>
        </p:cxn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983356"/>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842069"/>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302444"/>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94519"/>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652658"/>
              <a:ext cx="2698750" cy="818062"/>
              <a:chOff x="938213" y="5322389"/>
              <a:chExt cx="2698750" cy="818061"/>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322389"/>
                <a:ext cx="1616075" cy="402139"/>
                <a:chOff x="-4079003" y="2802821"/>
                <a:chExt cx="1616718" cy="403057"/>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940114" y="2802821"/>
                  <a:ext cx="724425" cy="215182"/>
                </a:xfrm>
                <a:prstGeom prst="line">
                  <a:avLst/>
                </a:prstGeom>
                <a:noFill/>
                <a:ln w="15875">
                  <a:solidFill>
                    <a:srgbClr val="C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372488" y="547063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match plus action</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847174" y="1217384"/>
            <a:ext cx="1125965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Review: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router contains a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forwarding table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57200" marR="0" lvl="0" indent="-2857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take action</a:t>
            </a:r>
          </a:p>
        </p:txBody>
      </p:sp>
      <p:grpSp>
        <p:nvGrpSpPr>
          <p:cNvPr id="20" name="Group 19">
            <a:extLst>
              <a:ext uri="{FF2B5EF4-FFF2-40B4-BE49-F238E27FC236}">
                <a16:creationId xmlns:a16="http://schemas.microsoft.com/office/drawing/2014/main" id="{0FA1230D-A91E-6143-A1BD-6E58E7FDBB95}"/>
              </a:ext>
            </a:extLst>
          </p:cNvPr>
          <p:cNvGrpSpPr/>
          <p:nvPr/>
        </p:nvGrpSpPr>
        <p:grpSpPr>
          <a:xfrm>
            <a:off x="3590654" y="4136605"/>
            <a:ext cx="5200655" cy="2273665"/>
            <a:chOff x="3590654" y="4136605"/>
            <a:chExt cx="5200655" cy="2273665"/>
          </a:xfrm>
        </p:grpSpPr>
        <p:grpSp>
          <p:nvGrpSpPr>
            <p:cNvPr id="15" name="Group 14">
              <a:extLst>
                <a:ext uri="{FF2B5EF4-FFF2-40B4-BE49-F238E27FC236}">
                  <a16:creationId xmlns:a16="http://schemas.microsoft.com/office/drawing/2014/main" id="{C6DFFE27-3F70-6243-BA21-8DE3EBD8025C}"/>
                </a:ext>
              </a:extLst>
            </p:cNvPr>
            <p:cNvGrpSpPr/>
            <p:nvPr/>
          </p:nvGrpSpPr>
          <p:grpSpPr>
            <a:xfrm>
              <a:off x="3590654" y="4136605"/>
              <a:ext cx="1298579" cy="1913670"/>
              <a:chOff x="3590654" y="4136605"/>
              <a:chExt cx="1298579" cy="1913670"/>
            </a:xfrm>
          </p:grpSpPr>
          <p:sp>
            <p:nvSpPr>
              <p:cNvPr id="927" name="Freeform 926">
                <a:extLst>
                  <a:ext uri="{FF2B5EF4-FFF2-40B4-BE49-F238E27FC236}">
                    <a16:creationId xmlns:a16="http://schemas.microsoft.com/office/drawing/2014/main" id="{875BCAC4-B573-D54B-BF32-094096F89D98}"/>
                  </a:ext>
                </a:extLst>
              </p:cNvPr>
              <p:cNvSpPr/>
              <p:nvPr/>
            </p:nvSpPr>
            <p:spPr bwMode="auto">
              <a:xfrm>
                <a:off x="3608120" y="5291450"/>
                <a:ext cx="1281113" cy="7588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3610169" y="4392826"/>
                <a:ext cx="1027113" cy="4472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3590654" y="5050151"/>
                <a:ext cx="1035050" cy="360363"/>
                <a:chOff x="4129067" y="3606966"/>
                <a:chExt cx="567968" cy="338045"/>
              </a:xfrm>
            </p:grpSpPr>
            <p:sp>
              <p:nvSpPr>
                <p:cNvPr id="1032" name="Oval 1031">
                  <a:extLst>
                    <a:ext uri="{FF2B5EF4-FFF2-40B4-BE49-F238E27FC236}">
                      <a16:creationId xmlns:a16="http://schemas.microsoft.com/office/drawing/2014/main" id="{6285E922-4389-6747-873A-ED742F93B7B8}"/>
                    </a:ext>
                  </a:extLst>
                </p:cNvPr>
                <p:cNvSpPr/>
                <p:nvPr/>
              </p:nvSpPr>
              <p:spPr>
                <a:xfrm>
                  <a:off x="4130589" y="3720144"/>
                  <a:ext cx="566445"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3592076" y="4851683"/>
                <a:ext cx="1028700" cy="336579"/>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a:cxnSpLocks/>
              </p:cNvCxnSpPr>
              <p:nvPr/>
            </p:nvCxnSpPr>
            <p:spPr bwMode="auto">
              <a:xfrm>
                <a:off x="3609708" y="5243825"/>
                <a:ext cx="0" cy="0"/>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a:cxnSpLocks/>
              </p:cNvCxnSpPr>
              <p:nvPr/>
            </p:nvCxnSpPr>
            <p:spPr bwMode="auto">
              <a:xfrm>
                <a:off x="4625708" y="4396154"/>
                <a:ext cx="0" cy="806396"/>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3609241" y="4136605"/>
                <a:ext cx="1019909" cy="39912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cxnSp>
            <p:nvCxnSpPr>
              <p:cNvPr id="371" name="Straight Connector 370">
                <a:extLst>
                  <a:ext uri="{FF2B5EF4-FFF2-40B4-BE49-F238E27FC236}">
                    <a16:creationId xmlns:a16="http://schemas.microsoft.com/office/drawing/2014/main" id="{E67B7110-869C-734E-A391-2DDC0CCD436E}"/>
                  </a:ext>
                </a:extLst>
              </p:cNvPr>
              <p:cNvCxnSpPr>
                <a:cxnSpLocks/>
              </p:cNvCxnSpPr>
              <p:nvPr/>
            </p:nvCxnSpPr>
            <p:spPr bwMode="auto">
              <a:xfrm>
                <a:off x="3607035" y="4388133"/>
                <a:ext cx="0" cy="806396"/>
              </a:xfrm>
              <a:prstGeom prst="line">
                <a:avLst/>
              </a:prstGeom>
              <a:noFill/>
              <a:ln w="3175" cap="flat" cmpd="sng" algn="ctr">
                <a:solidFill>
                  <a:srgbClr val="000000"/>
                </a:solidFill>
                <a:prstDash val="sysDash"/>
              </a:ln>
              <a:effectLst/>
            </p:spPr>
          </p:cxnSp>
        </p:grpSp>
        <p:grpSp>
          <p:nvGrpSpPr>
            <p:cNvPr id="16" name="Group 15">
              <a:extLst>
                <a:ext uri="{FF2B5EF4-FFF2-40B4-BE49-F238E27FC236}">
                  <a16:creationId xmlns:a16="http://schemas.microsoft.com/office/drawing/2014/main" id="{C3C97C5E-8F3D-B348-9E9A-3D250616B623}"/>
                </a:ext>
              </a:extLst>
            </p:cNvPr>
            <p:cNvGrpSpPr/>
            <p:nvPr/>
          </p:nvGrpSpPr>
          <p:grpSpPr>
            <a:xfrm>
              <a:off x="5292458" y="4247514"/>
              <a:ext cx="573087" cy="2162756"/>
              <a:chOff x="5292458" y="4247514"/>
              <a:chExt cx="573087" cy="2162756"/>
            </a:xfrm>
          </p:grpSpPr>
          <p:sp>
            <p:nvSpPr>
              <p:cNvPr id="931" name="Freeform 930">
                <a:extLst>
                  <a:ext uri="{FF2B5EF4-FFF2-40B4-BE49-F238E27FC236}">
                    <a16:creationId xmlns:a16="http://schemas.microsoft.com/office/drawing/2014/main" id="{E78920D8-D684-1642-B41B-2CC538B9202E}"/>
                  </a:ext>
                </a:extLst>
              </p:cNvPr>
              <p:cNvSpPr/>
              <p:nvPr/>
            </p:nvSpPr>
            <p:spPr bwMode="auto">
              <a:xfrm>
                <a:off x="5292458" y="5394637"/>
                <a:ext cx="573087" cy="101563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 name="connsiteX0" fmla="*/ 323648 w 574100"/>
                  <a:gd name="connsiteY0" fmla="*/ 1001558 h 1015510"/>
                  <a:gd name="connsiteX1" fmla="*/ 0 w 574100"/>
                  <a:gd name="connsiteY1" fmla="*/ 4757 h 1015510"/>
                  <a:gd name="connsiteX2" fmla="*/ 502783 w 574100"/>
                  <a:gd name="connsiteY2" fmla="*/ 0 h 1015510"/>
                  <a:gd name="connsiteX3" fmla="*/ 574100 w 574100"/>
                  <a:gd name="connsiteY3" fmla="*/ 1014877 h 1015510"/>
                  <a:gd name="connsiteX4" fmla="*/ 323648 w 574100"/>
                  <a:gd name="connsiteY4" fmla="*/ 1001558 h 1015510"/>
                  <a:gd name="connsiteX0" fmla="*/ 323648 w 574100"/>
                  <a:gd name="connsiteY0" fmla="*/ 1001558 h 1015194"/>
                  <a:gd name="connsiteX1" fmla="*/ 0 w 574100"/>
                  <a:gd name="connsiteY1" fmla="*/ 4757 h 1015194"/>
                  <a:gd name="connsiteX2" fmla="*/ 502783 w 574100"/>
                  <a:gd name="connsiteY2" fmla="*/ 0 h 1015194"/>
                  <a:gd name="connsiteX3" fmla="*/ 574100 w 574100"/>
                  <a:gd name="connsiteY3" fmla="*/ 1014877 h 1015194"/>
                  <a:gd name="connsiteX4" fmla="*/ 323648 w 574100"/>
                  <a:gd name="connsiteY4" fmla="*/ 1001558 h 1015194"/>
                  <a:gd name="connsiteX0" fmla="*/ 323648 w 574100"/>
                  <a:gd name="connsiteY0" fmla="*/ 1001558 h 1014877"/>
                  <a:gd name="connsiteX1" fmla="*/ 0 w 574100"/>
                  <a:gd name="connsiteY1" fmla="*/ 4757 h 1014877"/>
                  <a:gd name="connsiteX2" fmla="*/ 502783 w 574100"/>
                  <a:gd name="connsiteY2" fmla="*/ 0 h 1014877"/>
                  <a:gd name="connsiteX3" fmla="*/ 574100 w 574100"/>
                  <a:gd name="connsiteY3" fmla="*/ 1014877 h 1014877"/>
                  <a:gd name="connsiteX4" fmla="*/ 323648 w 574100"/>
                  <a:gd name="connsiteY4" fmla="*/ 1001558 h 10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4877">
                    <a:moveTo>
                      <a:pt x="323648" y="1001558"/>
                    </a:moveTo>
                    <a:cubicBezTo>
                      <a:pt x="144359" y="448953"/>
                      <a:pt x="295574" y="908506"/>
                      <a:pt x="0" y="4757"/>
                    </a:cubicBezTo>
                    <a:cubicBezTo>
                      <a:pt x="166537" y="861"/>
                      <a:pt x="336246" y="3896"/>
                      <a:pt x="502783" y="0"/>
                    </a:cubicBezTo>
                    <a:cubicBezTo>
                      <a:pt x="555943" y="995541"/>
                      <a:pt x="537473" y="350120"/>
                      <a:pt x="574100" y="1014877"/>
                    </a:cubicBezTo>
                    <a:cubicBezTo>
                      <a:pt x="492318" y="996974"/>
                      <a:pt x="472137" y="977884"/>
                      <a:pt x="323648" y="1001558"/>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7" name="Rectangle 996">
                <a:extLst>
                  <a:ext uri="{FF2B5EF4-FFF2-40B4-BE49-F238E27FC236}">
                    <a16:creationId xmlns:a16="http://schemas.microsoft.com/office/drawing/2014/main" id="{7F242236-8B77-9144-8038-81B9BCAB1509}"/>
                  </a:ext>
                </a:extLst>
              </p:cNvPr>
              <p:cNvSpPr/>
              <p:nvPr/>
            </p:nvSpPr>
            <p:spPr bwMode="auto">
              <a:xfrm rot="10800000">
                <a:off x="5300268" y="4416668"/>
                <a:ext cx="498084" cy="353991"/>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a:cxnSpLocks/>
                <a:stCxn id="1004" idx="3"/>
              </p:cNvCxnSpPr>
              <p:nvPr/>
            </p:nvCxnSpPr>
            <p:spPr bwMode="auto">
              <a:xfrm>
                <a:off x="5798598" y="4376078"/>
                <a:ext cx="11386" cy="969347"/>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5302369" y="5271607"/>
                <a:ext cx="507588" cy="221730"/>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5303570" y="4851684"/>
                <a:ext cx="496888" cy="496916"/>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a:cxnSpLocks/>
                <a:stCxn id="1003" idx="2"/>
              </p:cNvCxnSpPr>
              <p:nvPr/>
            </p:nvCxnSpPr>
            <p:spPr bwMode="auto">
              <a:xfrm flipH="1">
                <a:off x="5297221" y="4407034"/>
                <a:ext cx="4739" cy="1032054"/>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5299734" y="4247514"/>
                <a:ext cx="498793" cy="248286"/>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7" name="Group 16">
              <a:extLst>
                <a:ext uri="{FF2B5EF4-FFF2-40B4-BE49-F238E27FC236}">
                  <a16:creationId xmlns:a16="http://schemas.microsoft.com/office/drawing/2014/main" id="{A711EF0F-FDD8-CC4B-B701-3F459FFDE65F}"/>
                </a:ext>
              </a:extLst>
            </p:cNvPr>
            <p:cNvGrpSpPr/>
            <p:nvPr/>
          </p:nvGrpSpPr>
          <p:grpSpPr>
            <a:xfrm>
              <a:off x="6071920" y="4247514"/>
              <a:ext cx="520674" cy="1626550"/>
              <a:chOff x="6071920" y="4247514"/>
              <a:chExt cx="520674" cy="1626550"/>
            </a:xfrm>
          </p:grpSpPr>
          <p:sp>
            <p:nvSpPr>
              <p:cNvPr id="930" name="Freeform 929">
                <a:extLst>
                  <a:ext uri="{FF2B5EF4-FFF2-40B4-BE49-F238E27FC236}">
                    <a16:creationId xmlns:a16="http://schemas.microsoft.com/office/drawing/2014/main" id="{BD4E8E8A-5281-2546-8825-0786245B15DA}"/>
                  </a:ext>
                </a:extLst>
              </p:cNvPr>
              <p:cNvSpPr/>
              <p:nvPr/>
            </p:nvSpPr>
            <p:spPr bwMode="auto">
              <a:xfrm>
                <a:off x="6071920" y="5431150"/>
                <a:ext cx="514350" cy="44291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4553"/>
                  <a:gd name="connsiteX1" fmla="*/ 0 w 514180"/>
                  <a:gd name="connsiteY1" fmla="*/ 0 h 424553"/>
                  <a:gd name="connsiteX2" fmla="*/ 514180 w 514180"/>
                  <a:gd name="connsiteY2" fmla="*/ 10891 h 424553"/>
                  <a:gd name="connsiteX3" fmla="*/ 448695 w 514180"/>
                  <a:gd name="connsiteY3" fmla="*/ 424553 h 424553"/>
                  <a:gd name="connsiteX4" fmla="*/ 100781 w 514180"/>
                  <a:gd name="connsiteY4" fmla="*/ 402193 h 424553"/>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43525">
                    <a:moveTo>
                      <a:pt x="110303" y="443525"/>
                    </a:moveTo>
                    <a:cubicBezTo>
                      <a:pt x="70106" y="235553"/>
                      <a:pt x="112501" y="273531"/>
                      <a:pt x="0" y="0"/>
                    </a:cubicBezTo>
                    <a:lnTo>
                      <a:pt x="514180" y="10891"/>
                    </a:lnTo>
                    <a:cubicBezTo>
                      <a:pt x="417353" y="348331"/>
                      <a:pt x="456724" y="233015"/>
                      <a:pt x="448695" y="424553"/>
                    </a:cubicBezTo>
                    <a:cubicBezTo>
                      <a:pt x="373684" y="393884"/>
                      <a:pt x="178402" y="416624"/>
                      <a:pt x="110303" y="44352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7" name="Rectangle 976">
                <a:extLst>
                  <a:ext uri="{FF2B5EF4-FFF2-40B4-BE49-F238E27FC236}">
                    <a16:creationId xmlns:a16="http://schemas.microsoft.com/office/drawing/2014/main" id="{B0F9C3E9-A467-3F42-B81A-4399A9B977B8}"/>
                  </a:ext>
                </a:extLst>
              </p:cNvPr>
              <p:cNvSpPr/>
              <p:nvPr/>
            </p:nvSpPr>
            <p:spPr bwMode="auto">
              <a:xfrm rot="10800000">
                <a:off x="6074112" y="4416669"/>
                <a:ext cx="498084" cy="3644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a:cxnSpLocks/>
                <a:stCxn id="983" idx="6"/>
              </p:cNvCxnSpPr>
              <p:nvPr/>
            </p:nvCxnSpPr>
            <p:spPr bwMode="auto">
              <a:xfrm>
                <a:off x="6572320" y="4407033"/>
                <a:ext cx="15904" cy="94315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6085006" y="5276371"/>
                <a:ext cx="507588" cy="221730"/>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6086208" y="4886407"/>
                <a:ext cx="496887" cy="46695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a:cxnSpLocks/>
                <a:stCxn id="984" idx="1"/>
              </p:cNvCxnSpPr>
              <p:nvPr/>
            </p:nvCxnSpPr>
            <p:spPr bwMode="auto">
              <a:xfrm>
                <a:off x="6074234" y="4376077"/>
                <a:ext cx="1229" cy="1067773"/>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6073579" y="4247514"/>
                <a:ext cx="498671" cy="248286"/>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8" name="Group 17">
              <a:extLst>
                <a:ext uri="{FF2B5EF4-FFF2-40B4-BE49-F238E27FC236}">
                  <a16:creationId xmlns:a16="http://schemas.microsoft.com/office/drawing/2014/main" id="{988D8C64-AC3A-F247-8A7E-ED72D25D2B45}"/>
                </a:ext>
              </a:extLst>
            </p:cNvPr>
            <p:cNvGrpSpPr/>
            <p:nvPr/>
          </p:nvGrpSpPr>
          <p:grpSpPr>
            <a:xfrm>
              <a:off x="7108559" y="4371657"/>
              <a:ext cx="687386" cy="1948701"/>
              <a:chOff x="7108559" y="4371657"/>
              <a:chExt cx="687386" cy="1948701"/>
            </a:xfrm>
          </p:grpSpPr>
          <p:sp>
            <p:nvSpPr>
              <p:cNvPr id="929" name="Freeform 928">
                <a:extLst>
                  <a:ext uri="{FF2B5EF4-FFF2-40B4-BE49-F238E27FC236}">
                    <a16:creationId xmlns:a16="http://schemas.microsoft.com/office/drawing/2014/main" id="{218DF382-E11C-A94A-ABF5-F93EB0534196}"/>
                  </a:ext>
                </a:extLst>
              </p:cNvPr>
              <p:cNvSpPr/>
              <p:nvPr/>
            </p:nvSpPr>
            <p:spPr bwMode="auto">
              <a:xfrm>
                <a:off x="7108559" y="5401721"/>
                <a:ext cx="676275" cy="9186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918268">
                    <a:moveTo>
                      <a:pt x="0" y="894029"/>
                    </a:moveTo>
                    <a:cubicBezTo>
                      <a:pt x="111484" y="603455"/>
                      <a:pt x="127519" y="615275"/>
                      <a:pt x="186623" y="1724"/>
                    </a:cubicBezTo>
                    <a:cubicBezTo>
                      <a:pt x="431451" y="14348"/>
                      <a:pt x="449377" y="35256"/>
                      <a:pt x="675040" y="0"/>
                    </a:cubicBezTo>
                    <a:cubicBezTo>
                      <a:pt x="377586" y="467035"/>
                      <a:pt x="377233" y="643076"/>
                      <a:pt x="270986" y="918268"/>
                    </a:cubicBezTo>
                    <a:cubicBezTo>
                      <a:pt x="136701" y="889632"/>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7" name="Rectangle 956">
                <a:extLst>
                  <a:ext uri="{FF2B5EF4-FFF2-40B4-BE49-F238E27FC236}">
                    <a16:creationId xmlns:a16="http://schemas.microsoft.com/office/drawing/2014/main" id="{B13372F6-7422-A24B-A223-1174A9270D3C}"/>
                  </a:ext>
                </a:extLst>
              </p:cNvPr>
              <p:cNvSpPr/>
              <p:nvPr/>
            </p:nvSpPr>
            <p:spPr bwMode="auto">
              <a:xfrm rot="10800000">
                <a:off x="7290624" y="4495800"/>
                <a:ext cx="498084" cy="4126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a:cxnSpLocks/>
                <a:stCxn id="965" idx="6"/>
              </p:cNvCxnSpPr>
              <p:nvPr/>
            </p:nvCxnSpPr>
            <p:spPr bwMode="auto">
              <a:xfrm>
                <a:off x="7792404" y="4459742"/>
                <a:ext cx="3541" cy="872983"/>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7288330" y="5258905"/>
                <a:ext cx="507588" cy="221730"/>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7289533" y="4897315"/>
                <a:ext cx="496887" cy="4385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a:cxnSpLocks/>
                <a:stCxn id="965" idx="2"/>
              </p:cNvCxnSpPr>
              <p:nvPr/>
            </p:nvCxnSpPr>
            <p:spPr bwMode="auto">
              <a:xfrm flipH="1">
                <a:off x="7283184" y="4459742"/>
                <a:ext cx="7570" cy="966646"/>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7290091" y="4371657"/>
                <a:ext cx="503828" cy="248286"/>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9" name="Group 18">
              <a:extLst>
                <a:ext uri="{FF2B5EF4-FFF2-40B4-BE49-F238E27FC236}">
                  <a16:creationId xmlns:a16="http://schemas.microsoft.com/office/drawing/2014/main" id="{3DE0F43A-8A46-714A-B944-7CB92C38A25B}"/>
                </a:ext>
              </a:extLst>
            </p:cNvPr>
            <p:cNvGrpSpPr/>
            <p:nvPr/>
          </p:nvGrpSpPr>
          <p:grpSpPr>
            <a:xfrm>
              <a:off x="7920869" y="4329565"/>
              <a:ext cx="870440" cy="1680290"/>
              <a:chOff x="7920869" y="4329565"/>
              <a:chExt cx="870440" cy="1680290"/>
            </a:xfrm>
          </p:grpSpPr>
          <p:sp>
            <p:nvSpPr>
              <p:cNvPr id="928" name="Freeform 927">
                <a:extLst>
                  <a:ext uri="{FF2B5EF4-FFF2-40B4-BE49-F238E27FC236}">
                    <a16:creationId xmlns:a16="http://schemas.microsoft.com/office/drawing/2014/main" id="{0D857BEA-FC6F-1449-A5C0-C21CC8BC5CED}"/>
                  </a:ext>
                </a:extLst>
              </p:cNvPr>
              <p:cNvSpPr/>
              <p:nvPr/>
            </p:nvSpPr>
            <p:spPr bwMode="auto">
              <a:xfrm>
                <a:off x="7920869" y="5455817"/>
                <a:ext cx="865187" cy="5540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7" name="Rectangle 936">
                <a:extLst>
                  <a:ext uri="{FF2B5EF4-FFF2-40B4-BE49-F238E27FC236}">
                    <a16:creationId xmlns:a16="http://schemas.microsoft.com/office/drawing/2014/main" id="{73DDF967-9AF3-2A4F-AE8E-6BE3B9FF2E91}"/>
                  </a:ext>
                </a:extLst>
              </p:cNvPr>
              <p:cNvSpPr/>
              <p:nvPr/>
            </p:nvSpPr>
            <p:spPr bwMode="auto">
              <a:xfrm rot="10800000">
                <a:off x="8288771" y="4495799"/>
                <a:ext cx="498084" cy="3619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a:cxnSpLocks/>
                <a:stCxn id="945" idx="6"/>
              </p:cNvCxnSpPr>
              <p:nvPr/>
            </p:nvCxnSpPr>
            <p:spPr bwMode="auto">
              <a:xfrm>
                <a:off x="8783370" y="4418446"/>
                <a:ext cx="7939" cy="955919"/>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8283693" y="5300332"/>
                <a:ext cx="507588" cy="221941"/>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8284895" y="4904436"/>
                <a:ext cx="496888" cy="473104"/>
              </a:xfrm>
              <a:prstGeom prst="rect">
                <a:avLst/>
              </a:prstGeom>
              <a:gradFill rotWithShape="1">
                <a:gsLst>
                  <a:gs pos="1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a:cxnSpLocks/>
                <a:stCxn id="945" idx="2"/>
              </p:cNvCxnSpPr>
              <p:nvPr/>
            </p:nvCxnSpPr>
            <p:spPr bwMode="auto">
              <a:xfrm flipH="1">
                <a:off x="8278546" y="4418446"/>
                <a:ext cx="3174" cy="1049581"/>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8281058" y="4329565"/>
                <a:ext cx="503828" cy="248522"/>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765336" y="4727644"/>
            <a:ext cx="4981829" cy="693736"/>
            <a:chOff x="2055070" y="4690247"/>
            <a:chExt cx="4980938" cy="694338"/>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21810" y="5055687"/>
              <a:ext cx="428216" cy="328897"/>
              <a:chOff x="2948176" y="3912858"/>
              <a:chExt cx="428535" cy="329059"/>
            </a:xfrm>
          </p:grpSpPr>
          <p:sp>
            <p:nvSpPr>
              <p:cNvPr id="1065" name="Rectangle 1064">
                <a:extLst>
                  <a:ext uri="{FF2B5EF4-FFF2-40B4-BE49-F238E27FC236}">
                    <a16:creationId xmlns:a16="http://schemas.microsoft.com/office/drawing/2014/main" id="{C71DD82B-ED54-9D40-848F-40B6802EC749}"/>
                  </a:ext>
                </a:extLst>
              </p:cNvPr>
              <p:cNvSpPr/>
              <p:nvPr/>
            </p:nvSpPr>
            <p:spPr>
              <a:xfrm>
                <a:off x="2951022"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48177"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48176"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62278"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404307" y="5055687"/>
              <a:ext cx="429383" cy="328898"/>
              <a:chOff x="2948037" y="3912924"/>
              <a:chExt cx="429703" cy="329060"/>
            </a:xfrm>
          </p:grpSpPr>
          <p:sp>
            <p:nvSpPr>
              <p:cNvPr id="1061" name="Rectangle 1060">
                <a:extLst>
                  <a:ext uri="{FF2B5EF4-FFF2-40B4-BE49-F238E27FC236}">
                    <a16:creationId xmlns:a16="http://schemas.microsoft.com/office/drawing/2014/main" id="{CDA497B5-1F53-4B4A-B52C-8AF25ACDEA7D}"/>
                  </a:ext>
                </a:extLst>
              </p:cNvPr>
              <p:cNvSpPr/>
              <p:nvPr/>
            </p:nvSpPr>
            <p:spPr>
              <a:xfrm>
                <a:off x="2950882"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52051"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48037"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62139"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611440" y="5052513"/>
              <a:ext cx="430135" cy="328897"/>
              <a:chOff x="2951837" y="3912722"/>
              <a:chExt cx="430454" cy="329058"/>
            </a:xfrm>
          </p:grpSpPr>
          <p:sp>
            <p:nvSpPr>
              <p:cNvPr id="1057" name="Rectangle 1056">
                <a:extLst>
                  <a:ext uri="{FF2B5EF4-FFF2-40B4-BE49-F238E27FC236}">
                    <a16:creationId xmlns:a16="http://schemas.microsoft.com/office/drawing/2014/main" id="{7E038D77-DD73-D34F-AE34-D667F6E9B9F0}"/>
                  </a:ext>
                </a:extLst>
              </p:cNvPr>
              <p:cNvSpPr/>
              <p:nvPr/>
            </p:nvSpPr>
            <p:spPr>
              <a:xfrm>
                <a:off x="2956602"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51837"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55849"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67858"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605874" y="5046158"/>
              <a:ext cx="430134" cy="328898"/>
              <a:chOff x="2955740" y="3913102"/>
              <a:chExt cx="430453" cy="328747"/>
            </a:xfrm>
          </p:grpSpPr>
          <p:sp>
            <p:nvSpPr>
              <p:cNvPr id="1053" name="Rectangle 1052">
                <a:extLst>
                  <a:ext uri="{FF2B5EF4-FFF2-40B4-BE49-F238E27FC236}">
                    <a16:creationId xmlns:a16="http://schemas.microsoft.com/office/drawing/2014/main" id="{F4182402-0285-CD46-9828-6534BE97D257}"/>
                  </a:ext>
                </a:extLst>
              </p:cNvPr>
              <p:cNvSpPr/>
              <p:nvPr/>
            </p:nvSpPr>
            <p:spPr>
              <a:xfrm>
                <a:off x="2960504"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5574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59751"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7176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sp>
        <p:nvSpPr>
          <p:cNvPr id="373" name="TextBox 257">
            <a:extLst>
              <a:ext uri="{FF2B5EF4-FFF2-40B4-BE49-F238E27FC236}">
                <a16:creationId xmlns:a16="http://schemas.microsoft.com/office/drawing/2014/main" id="{F4B7880C-9B9E-BC47-BEF3-F1B49D2258CE}"/>
              </a:ext>
            </a:extLst>
          </p:cNvPr>
          <p:cNvSpPr txBox="1">
            <a:spLocks noChangeArrowheads="1"/>
          </p:cNvSpPr>
          <p:nvPr/>
        </p:nvSpPr>
        <p:spPr bwMode="auto">
          <a:xfrm>
            <a:off x="834474" y="2563584"/>
            <a:ext cx="112596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g</a:t>
            </a:r>
            <a:r>
              <a:rPr kumimoji="0" lang="en-US" altLang="en-US" sz="2800" b="0" i="1" u="none" strike="noStrike" kern="1200" cap="none" spc="0" normalizeH="0" baseline="0" noProof="0" dirty="0" err="1">
                <a:ln>
                  <a:noFill/>
                </a:ln>
                <a:solidFill>
                  <a:srgbClr val="0013A3"/>
                </a:solidFill>
                <a:effectLst/>
                <a:uLnTx/>
                <a:uFillTx/>
                <a:latin typeface="Calibri" panose="020F0502020204030204"/>
                <a:ea typeface="ＭＳ Ｐゴシック" panose="020B0600070205080204" pitchFamily="34" charset="-128"/>
                <a:cs typeface="+mn-cs"/>
              </a:rPr>
              <a:t>eneralized</a:t>
            </a: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 forwarding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header fields can determine action</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action possible: drop/copy/modify/log packet</a:t>
            </a:r>
          </a:p>
        </p:txBody>
      </p:sp>
      <p:grpSp>
        <p:nvGrpSpPr>
          <p:cNvPr id="23" name="Group 22">
            <a:extLst>
              <a:ext uri="{FF2B5EF4-FFF2-40B4-BE49-F238E27FC236}">
                <a16:creationId xmlns:a16="http://schemas.microsoft.com/office/drawing/2014/main" id="{7EB18609-2205-A249-9D68-205D424A2ECF}"/>
              </a:ext>
            </a:extLst>
          </p:cNvPr>
          <p:cNvGrpSpPr/>
          <p:nvPr/>
        </p:nvGrpSpPr>
        <p:grpSpPr>
          <a:xfrm>
            <a:off x="1232001" y="4781571"/>
            <a:ext cx="2463699" cy="307777"/>
            <a:chOff x="1232001" y="4781571"/>
            <a:chExt cx="2463699" cy="307777"/>
          </a:xfrm>
        </p:grpSpPr>
        <p:sp>
          <p:nvSpPr>
            <p:cNvPr id="355" name="TextBox 6">
              <a:extLst>
                <a:ext uri="{FF2B5EF4-FFF2-40B4-BE49-F238E27FC236}">
                  <a16:creationId xmlns:a16="http://schemas.microsoft.com/office/drawing/2014/main" id="{B9CE97C1-70E2-1B46-A362-9326BB303FB5}"/>
                </a:ext>
              </a:extLst>
            </p:cNvPr>
            <p:cNvSpPr txBox="1">
              <a:spLocks noChangeArrowheads="1"/>
            </p:cNvSpPr>
            <p:nvPr/>
          </p:nvSpPr>
          <p:spPr bwMode="auto">
            <a:xfrm>
              <a:off x="1232001" y="4781571"/>
              <a:ext cx="19923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 table</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2" name="Straight Arrow Connector 21">
              <a:extLst>
                <a:ext uri="{FF2B5EF4-FFF2-40B4-BE49-F238E27FC236}">
                  <a16:creationId xmlns:a16="http://schemas.microsoft.com/office/drawing/2014/main" id="{718FD357-53DF-2C4F-884C-13EFB7472111}"/>
                </a:ext>
              </a:extLst>
            </p:cNvPr>
            <p:cNvCxnSpPr/>
            <p:nvPr/>
          </p:nvCxnSpPr>
          <p:spPr>
            <a:xfrm>
              <a:off x="2641600" y="4953000"/>
              <a:ext cx="105410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3223B0B-9826-DD42-9402-328FE8BFC20E}"/>
              </a:ext>
            </a:extLst>
          </p:cNvPr>
          <p:cNvGrpSpPr/>
          <p:nvPr/>
        </p:nvGrpSpPr>
        <p:grpSpPr>
          <a:xfrm>
            <a:off x="1253574" y="1255484"/>
            <a:ext cx="9389026" cy="4030693"/>
            <a:chOff x="1253574" y="1255484"/>
            <a:chExt cx="9389026" cy="4030693"/>
          </a:xfrm>
        </p:grpSpPr>
        <p:sp>
          <p:nvSpPr>
            <p:cNvPr id="377" name="TextBox 257">
              <a:extLst>
                <a:ext uri="{FF2B5EF4-FFF2-40B4-BE49-F238E27FC236}">
                  <a16:creationId xmlns:a16="http://schemas.microsoft.com/office/drawing/2014/main" id="{3FD4971D-4348-1141-8B93-F0D44DDFD09D}"/>
                </a:ext>
              </a:extLst>
            </p:cNvPr>
            <p:cNvSpPr txBox="1">
              <a:spLocks noChangeArrowheads="1"/>
            </p:cNvSpPr>
            <p:nvPr/>
          </p:nvSpPr>
          <p:spPr bwMode="auto">
            <a:xfrm>
              <a:off x="8022674" y="1255484"/>
              <a:ext cx="26199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378" name="TextBox 257">
              <a:extLst>
                <a:ext uri="{FF2B5EF4-FFF2-40B4-BE49-F238E27FC236}">
                  <a16:creationId xmlns:a16="http://schemas.microsoft.com/office/drawing/2014/main" id="{6831D934-21EE-F044-AFB7-110D2271A670}"/>
                </a:ext>
              </a:extLst>
            </p:cNvPr>
            <p:cNvSpPr txBox="1">
              <a:spLocks noChangeArrowheads="1"/>
            </p:cNvSpPr>
            <p:nvPr/>
          </p:nvSpPr>
          <p:spPr bwMode="auto">
            <a:xfrm>
              <a:off x="1253574" y="4978400"/>
              <a:ext cx="1553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1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grpSp>
      <p:sp>
        <p:nvSpPr>
          <p:cNvPr id="380" name="TextBox 257">
            <a:extLst>
              <a:ext uri="{FF2B5EF4-FFF2-40B4-BE49-F238E27FC236}">
                <a16:creationId xmlns:a16="http://schemas.microsoft.com/office/drawing/2014/main" id="{EB52E785-426C-8A41-A346-A5059F7CEF7E}"/>
              </a:ext>
            </a:extLst>
          </p:cNvPr>
          <p:cNvSpPr txBox="1">
            <a:spLocks noChangeArrowheads="1"/>
          </p:cNvSpPr>
          <p:nvPr/>
        </p:nvSpPr>
        <p:spPr bwMode="auto">
          <a:xfrm>
            <a:off x="836023" y="2139218"/>
            <a:ext cx="1125965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destination-based forwarding: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 based on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dest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a:t>
            </a:r>
          </a:p>
        </p:txBody>
      </p:sp>
      <p:sp>
        <p:nvSpPr>
          <p:cNvPr id="223" name="Slide Number Placeholder 3">
            <a:extLst>
              <a:ext uri="{FF2B5EF4-FFF2-40B4-BE49-F238E27FC236}">
                <a16:creationId xmlns:a16="http://schemas.microsoft.com/office/drawing/2014/main" id="{B73C8E8A-E0D2-6B4B-BF9E-AC7347C804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91</a:t>
            </a:fld>
            <a:endParaRPr lang="en-US" dirty="0"/>
          </a:p>
        </p:txBody>
      </p:sp>
    </p:spTree>
    <p:extLst>
      <p:ext uri="{BB962C8B-B14F-4D97-AF65-F5344CB8AC3E}">
        <p14:creationId xmlns:p14="http://schemas.microsoft.com/office/powerpoint/2010/main" val="283437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4.16667E-6 -1.48148E-6 L -0.05364 0.46621 " pathEditMode="relative" rAng="0" ptsTypes="AA">
                                      <p:cBhvr>
                                        <p:cTn id="6" dur="2000" fill="hold"/>
                                        <p:tgtEl>
                                          <p:spTgt spid="3"/>
                                        </p:tgtEl>
                                        <p:attrNameLst>
                                          <p:attrName>ppt_x</p:attrName>
                                          <p:attrName>ppt_y</p:attrName>
                                        </p:attrNameLst>
                                      </p:cBhvr>
                                      <p:rCtr x="-2682" y="23310"/>
                                    </p:animMotion>
                                  </p:childTnLst>
                                </p:cTn>
                              </p:par>
                            </p:childTnLst>
                          </p:cTn>
                        </p:par>
                        <p:par>
                          <p:cTn id="7" fill="hold">
                            <p:stCondLst>
                              <p:cond delay="2000"/>
                            </p:stCondLst>
                            <p:childTnLst>
                              <p:par>
                                <p:cTn id="8" presetID="22" presetClass="entr" presetSubtype="4" fill="hold" nodeType="after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down)">
                                      <p:cBhvr>
                                        <p:cTn id="10" dur="500"/>
                                        <p:tgtEl>
                                          <p:spTgt spid="20"/>
                                        </p:tgtEl>
                                      </p:cBhvr>
                                    </p:animEffect>
                                  </p:childTnLst>
                                </p:cTn>
                              </p:par>
                            </p:childTnLst>
                          </p:cTn>
                        </p:par>
                        <p:par>
                          <p:cTn id="11" fill="hold">
                            <p:stCondLst>
                              <p:cond delay="2500"/>
                            </p:stCondLst>
                            <p:childTnLst>
                              <p:par>
                                <p:cTn id="12" presetID="9" presetClass="entr" presetSubtype="0" fill="hold" nodeType="afterEffect">
                                  <p:stCondLst>
                                    <p:cond delay="0"/>
                                  </p:stCondLst>
                                  <p:childTnLst>
                                    <p:set>
                                      <p:cBhvr>
                                        <p:cTn id="13" dur="1" fill="hold">
                                          <p:stCondLst>
                                            <p:cond delay="0"/>
                                          </p:stCondLst>
                                        </p:cTn>
                                        <p:tgtEl>
                                          <p:spTgt spid="1043"/>
                                        </p:tgtEl>
                                        <p:attrNameLst>
                                          <p:attrName>style.visibility</p:attrName>
                                        </p:attrNameLst>
                                      </p:cBhvr>
                                      <p:to>
                                        <p:strVal val="visible"/>
                                      </p:to>
                                    </p:set>
                                    <p:animEffect transition="in" filter="dissolve">
                                      <p:cBhvr>
                                        <p:cTn id="14" dur="1000"/>
                                        <p:tgtEl>
                                          <p:spTgt spid="1043"/>
                                        </p:tgtEl>
                                      </p:cBhvr>
                                    </p:animEffect>
                                  </p:childTnLst>
                                </p:cTn>
                              </p:par>
                              <p:par>
                                <p:cTn id="15" presetID="9" presetClass="entr" presetSubtype="0" fill="hold"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dissolve">
                                      <p:cBhvr>
                                        <p:cTn id="17" dur="500"/>
                                        <p:tgtEl>
                                          <p:spTgt spid="23"/>
                                        </p:tgtEl>
                                      </p:cBhvr>
                                    </p:animEffect>
                                  </p:childTnLst>
                                </p:cTn>
                              </p:par>
                            </p:childTnLst>
                          </p:cTn>
                        </p:par>
                        <p:par>
                          <p:cTn id="18" fill="hold">
                            <p:stCondLst>
                              <p:cond delay="3500"/>
                            </p:stCondLst>
                            <p:childTnLst>
                              <p:par>
                                <p:cTn id="19" presetID="9" presetClass="entr" presetSubtype="0"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380"/>
                                        </p:tgtEl>
                                        <p:attrNameLst>
                                          <p:attrName>style.visibility</p:attrName>
                                        </p:attrNameLst>
                                      </p:cBhvr>
                                      <p:to>
                                        <p:strVal val="visible"/>
                                      </p:to>
                                    </p:set>
                                    <p:animEffect transition="in" filter="dissolve">
                                      <p:cBhvr>
                                        <p:cTn id="26" dur="500"/>
                                        <p:tgtEl>
                                          <p:spTgt spid="38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73"/>
                                        </p:tgtEl>
                                        <p:attrNameLst>
                                          <p:attrName>style.visibility</p:attrName>
                                        </p:attrNameLst>
                                      </p:cBhvr>
                                      <p:to>
                                        <p:strVal val="visible"/>
                                      </p:to>
                                    </p:set>
                                    <p:animEffect transition="in" filter="dissolve">
                                      <p:cBhvr>
                                        <p:cTn id="31" dur="500"/>
                                        <p:tgtEl>
                                          <p:spTgt spid="373"/>
                                        </p:tgtEl>
                                      </p:cBhvr>
                                    </p:animEffect>
                                  </p:childTnLst>
                                </p:cTn>
                              </p:par>
                              <p:par>
                                <p:cTn id="32" presetID="9" presetClass="entr" presetSubtype="0"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dissolve">
                                      <p:cBhvr>
                                        <p:cTn id="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73" grpId="0"/>
      <p:bldP spid="380"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854128"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 values </a:t>
            </a:r>
            <a:r>
              <a:rPr lang="en-US" altLang="en-US" sz="2400" dirty="0">
                <a:latin typeface="Calibri" panose="020F0502020204030204" pitchFamily="34" charset="0"/>
                <a:ea typeface="ＭＳ Ｐゴシック" panose="020B0600070205080204" pitchFamily="34" charset="-128"/>
                <a:cs typeface="ＭＳ Ｐゴシック" panose="020B0600070205080204" pitchFamily="34" charset="-128"/>
              </a:rPr>
              <a:t>(in link-, network-, transport-layer fields)</a:t>
            </a:r>
            <a:endPar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endParaRP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simple</a:t>
            </a:r>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grpSp>
        <p:nvGrpSpPr>
          <p:cNvPr id="53" name="Group 52">
            <a:extLst>
              <a:ext uri="{FF2B5EF4-FFF2-40B4-BE49-F238E27FC236}">
                <a16:creationId xmlns:a16="http://schemas.microsoft.com/office/drawing/2014/main" id="{DDFAE99D-C5EA-5147-B11F-7A5B7FCE54AE}"/>
              </a:ext>
            </a:extLst>
          </p:cNvPr>
          <p:cNvGrpSpPr/>
          <p:nvPr/>
        </p:nvGrpSpPr>
        <p:grpSpPr>
          <a:xfrm>
            <a:off x="847391" y="4483100"/>
            <a:ext cx="7244522" cy="2202828"/>
            <a:chOff x="848139" y="4484689"/>
            <a:chExt cx="7244522" cy="2202828"/>
          </a:xfrm>
        </p:grpSpPr>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 name="TextBox 8">
              <a:extLst>
                <a:ext uri="{FF2B5EF4-FFF2-40B4-BE49-F238E27FC236}">
                  <a16:creationId xmlns:a16="http://schemas.microsoft.com/office/drawing/2014/main" id="{B8332F6D-32E8-0249-999D-30692A5A7EA8}"/>
                </a:ext>
              </a:extLst>
            </p:cNvPr>
            <p:cNvSpPr txBox="1">
              <a:spLocks noChangeArrowheads="1"/>
            </p:cNvSpPr>
            <p:nvPr/>
          </p:nvSpPr>
          <p:spPr bwMode="auto">
            <a:xfrm>
              <a:off x="4737100" y="4484689"/>
              <a:ext cx="33555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flow table define router’s </a:t>
              </a:r>
              <a:r>
                <a:rPr kumimoji="0" lang="en-US" altLang="en-US" sz="20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match+action</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rules</a:t>
              </a:r>
            </a:p>
          </p:txBody>
        </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3">
            <a:extLst>
              <a:ext uri="{FF2B5EF4-FFF2-40B4-BE49-F238E27FC236}">
                <a16:creationId xmlns:a16="http://schemas.microsoft.com/office/drawing/2014/main" id="{5A6A87A6-6869-BA48-B857-B9B45AE2678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92</a:t>
            </a:fld>
            <a:endParaRPr lang="en-US" dirty="0"/>
          </a:p>
        </p:txBody>
      </p:sp>
    </p:spTree>
    <p:extLst>
      <p:ext uri="{BB962C8B-B14F-4D97-AF65-F5344CB8AC3E}">
        <p14:creationId xmlns:p14="http://schemas.microsoft.com/office/powerpoint/2010/main" val="2247426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dissolve">
                                      <p:cBhvr>
                                        <p:cTn id="12" dur="500"/>
                                        <p:tgtEl>
                                          <p:spTgt spid="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dissolve">
                                      <p:cBhvr>
                                        <p:cTn id="17" dur="500"/>
                                        <p:tgtEl>
                                          <p:spTgt spid="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xEl>
                                              <p:pRg st="2" end="2"/>
                                            </p:txEl>
                                          </p:spTgt>
                                        </p:tgtEl>
                                        <p:attrNameLst>
                                          <p:attrName>style.visibility</p:attrName>
                                        </p:attrNameLst>
                                      </p:cBhvr>
                                      <p:to>
                                        <p:strVal val="visible"/>
                                      </p:to>
                                    </p:set>
                                    <p:animEffect transition="in" filter="dissolve">
                                      <p:cBhvr>
                                        <p:cTn id="22" dur="500"/>
                                        <p:tgtEl>
                                          <p:spTgt spid="2">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
                                            <p:txEl>
                                              <p:pRg st="3" end="3"/>
                                            </p:txEl>
                                          </p:spTgt>
                                        </p:tgtEl>
                                        <p:attrNameLst>
                                          <p:attrName>style.visibility</p:attrName>
                                        </p:attrNameLst>
                                      </p:cBhvr>
                                      <p:to>
                                        <p:strVal val="visible"/>
                                      </p:to>
                                    </p:set>
                                    <p:animEffect transition="in" filter="dissolve">
                                      <p:cBhvr>
                                        <p:cTn id="27" dur="500"/>
                                        <p:tgtEl>
                                          <p:spTgt spid="2">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
                                            <p:txEl>
                                              <p:pRg st="4" end="4"/>
                                            </p:txEl>
                                          </p:spTgt>
                                        </p:tgtEl>
                                        <p:attrNameLst>
                                          <p:attrName>style.visibility</p:attrName>
                                        </p:attrNameLst>
                                      </p:cBhvr>
                                      <p:to>
                                        <p:strVal val="visible"/>
                                      </p:to>
                                    </p:set>
                                    <p:animEffect transition="in" filter="dissolve">
                                      <p:cBhvr>
                                        <p:cTn id="32" dur="500"/>
                                        <p:tgtEl>
                                          <p:spTgt spid="2">
                                            <p:txEl>
                                              <p:pRg st="4" end="4"/>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Effect transition="in" filter="dissolve">
                                      <p:cBhvr>
                                        <p:cTn id="35"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fields</a:t>
            </a: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simple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0AE0A89-AC33-BF4C-92BE-57E02010D08E}"/>
              </a:ext>
            </a:extLst>
          </p:cNvPr>
          <p:cNvSpPr txBox="1"/>
          <p:nvPr/>
        </p:nvSpPr>
        <p:spPr>
          <a:xfrm>
            <a:off x="1828800" y="587071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1" name="TextBox 30">
            <a:extLst>
              <a:ext uri="{FF2B5EF4-FFF2-40B4-BE49-F238E27FC236}">
                <a16:creationId xmlns:a16="http://schemas.microsoft.com/office/drawing/2014/main" id="{4E53A182-ED02-724B-B717-34A471A9D7DC}"/>
              </a:ext>
            </a:extLst>
          </p:cNvPr>
          <p:cNvSpPr txBox="1"/>
          <p:nvPr/>
        </p:nvSpPr>
        <p:spPr>
          <a:xfrm>
            <a:off x="4340087" y="636766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sp>
        <p:nvSpPr>
          <p:cNvPr id="32" name="TextBox 31">
            <a:extLst>
              <a:ext uri="{FF2B5EF4-FFF2-40B4-BE49-F238E27FC236}">
                <a16:creationId xmlns:a16="http://schemas.microsoft.com/office/drawing/2014/main" id="{55EDB1F3-36CA-944D-979C-CE1587B157B4}"/>
              </a:ext>
            </a:extLst>
          </p:cNvPr>
          <p:cNvSpPr txBox="1"/>
          <p:nvPr/>
        </p:nvSpPr>
        <p:spPr>
          <a:xfrm>
            <a:off x="4784035" y="614900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sp>
        <p:nvSpPr>
          <p:cNvPr id="33" name="TextBox 32">
            <a:extLst>
              <a:ext uri="{FF2B5EF4-FFF2-40B4-BE49-F238E27FC236}">
                <a16:creationId xmlns:a16="http://schemas.microsoft.com/office/drawing/2014/main" id="{C4464804-CC10-384C-AEB4-90FDA3AE9F07}"/>
              </a:ext>
            </a:extLst>
          </p:cNvPr>
          <p:cNvSpPr txBox="1"/>
          <p:nvPr/>
        </p:nvSpPr>
        <p:spPr>
          <a:xfrm>
            <a:off x="4565375" y="5784575"/>
            <a:ext cx="30168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nvGrpSpPr>
          <p:cNvPr id="25" name="Group 24">
            <a:extLst>
              <a:ext uri="{FF2B5EF4-FFF2-40B4-BE49-F238E27FC236}">
                <a16:creationId xmlns:a16="http://schemas.microsoft.com/office/drawing/2014/main" id="{B3064E8A-1F8D-3347-A456-A767F49DA813}"/>
              </a:ext>
            </a:extLst>
          </p:cNvPr>
          <p:cNvGrpSpPr/>
          <p:nvPr/>
        </p:nvGrpSpPr>
        <p:grpSpPr>
          <a:xfrm>
            <a:off x="4533981" y="4345979"/>
            <a:ext cx="6820091" cy="1571138"/>
            <a:chOff x="4518991" y="4315999"/>
            <a:chExt cx="6820091" cy="1571138"/>
          </a:xfrm>
        </p:grpSpPr>
        <p:sp>
          <p:nvSpPr>
            <p:cNvPr id="29" name="TextBox 32">
              <a:extLst>
                <a:ext uri="{FF2B5EF4-FFF2-40B4-BE49-F238E27FC236}">
                  <a16:creationId xmlns:a16="http://schemas.microsoft.com/office/drawing/2014/main" id="{B82879F5-A8E9-4742-AC89-B09339E85093}"/>
                </a:ext>
              </a:extLst>
            </p:cNvPr>
            <p:cNvSpPr txBox="1">
              <a:spLocks noChangeArrowheads="1"/>
            </p:cNvSpPr>
            <p:nvPr/>
          </p:nvSpPr>
          <p:spPr bwMode="auto">
            <a:xfrm>
              <a:off x="7424876" y="5517805"/>
              <a:ext cx="1313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wildcard</a:t>
              </a:r>
            </a:p>
          </p:txBody>
        </p:sp>
        <p:sp>
          <p:nvSpPr>
            <p:cNvPr id="16" name="Freeform 15">
              <a:extLst>
                <a:ext uri="{FF2B5EF4-FFF2-40B4-BE49-F238E27FC236}">
                  <a16:creationId xmlns:a16="http://schemas.microsoft.com/office/drawing/2014/main" id="{C156E13C-C349-EC4C-B479-040B1712E32E}"/>
                </a:ext>
              </a:extLst>
            </p:cNvPr>
            <p:cNvSpPr/>
            <p:nvPr/>
          </p:nvSpPr>
          <p:spPr>
            <a:xfrm>
              <a:off x="4518991" y="4320209"/>
              <a:ext cx="808383" cy="1497495"/>
            </a:xfrm>
            <a:custGeom>
              <a:avLst/>
              <a:gdLst>
                <a:gd name="connsiteX0" fmla="*/ 13252 w 808383"/>
                <a:gd name="connsiteY0" fmla="*/ 1497495 h 1497495"/>
                <a:gd name="connsiteX1" fmla="*/ 808383 w 808383"/>
                <a:gd name="connsiteY1" fmla="*/ 1192695 h 1497495"/>
                <a:gd name="connsiteX2" fmla="*/ 795131 w 808383"/>
                <a:gd name="connsiteY2" fmla="*/ 0 h 1497495"/>
                <a:gd name="connsiteX3" fmla="*/ 0 w 808383"/>
                <a:gd name="connsiteY3" fmla="*/ 887895 h 1497495"/>
                <a:gd name="connsiteX4" fmla="*/ 13252 w 808383"/>
                <a:gd name="connsiteY4" fmla="*/ 1497495 h 1497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383" h="1497495">
                  <a:moveTo>
                    <a:pt x="13252" y="1497495"/>
                  </a:moveTo>
                  <a:lnTo>
                    <a:pt x="808383" y="1192695"/>
                  </a:lnTo>
                  <a:lnTo>
                    <a:pt x="795131" y="0"/>
                  </a:lnTo>
                  <a:lnTo>
                    <a:pt x="0" y="887895"/>
                  </a:lnTo>
                  <a:lnTo>
                    <a:pt x="13252" y="1497495"/>
                  </a:lnTo>
                  <a:close/>
                </a:path>
              </a:pathLst>
            </a:custGeom>
            <a:gradFill>
              <a:gsLst>
                <a:gs pos="0">
                  <a:schemeClr val="bg1">
                    <a:lumMod val="95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FE279AE1-4F6D-FA4B-8F69-D1B6D664A081}"/>
                </a:ext>
              </a:extLst>
            </p:cNvPr>
            <p:cNvCxnSpPr>
              <a:cxnSpLocks/>
            </p:cNvCxnSpPr>
            <p:nvPr/>
          </p:nvCxnSpPr>
          <p:spPr>
            <a:xfrm>
              <a:off x="8691768" y="4315999"/>
              <a:ext cx="0" cy="1200150"/>
            </a:xfrm>
            <a:prstGeom prst="line">
              <a:avLst/>
            </a:prstGeom>
            <a:ln w="254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Rectangle 22">
              <a:extLst>
                <a:ext uri="{FF2B5EF4-FFF2-40B4-BE49-F238E27FC236}">
                  <a16:creationId xmlns:a16="http://schemas.microsoft.com/office/drawing/2014/main" id="{1EA29FD6-93E2-D248-8287-1EF1A763B1AB}"/>
                </a:ext>
              </a:extLst>
            </p:cNvPr>
            <p:cNvSpPr>
              <a:spLocks/>
            </p:cNvSpPr>
            <p:nvPr/>
          </p:nvSpPr>
          <p:spPr bwMode="auto">
            <a:xfrm>
              <a:off x="5318056" y="4334323"/>
              <a:ext cx="3362117" cy="1191833"/>
            </a:xfrm>
            <a:prstGeom prst="rect">
              <a:avLst/>
            </a:prstGeom>
            <a:solidFill>
              <a:srgbClr val="BBE0E3"/>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40" name="Rectangle 24">
              <a:extLst>
                <a:ext uri="{FF2B5EF4-FFF2-40B4-BE49-F238E27FC236}">
                  <a16:creationId xmlns:a16="http://schemas.microsoft.com/office/drawing/2014/main" id="{84DD72A2-6599-5A4C-9EC1-40B227E8352F}"/>
                </a:ext>
              </a:extLst>
            </p:cNvPr>
            <p:cNvSpPr>
              <a:spLocks/>
            </p:cNvSpPr>
            <p:nvPr/>
          </p:nvSpPr>
          <p:spPr bwMode="auto">
            <a:xfrm>
              <a:off x="8712339" y="4334323"/>
              <a:ext cx="2618270" cy="1191834"/>
            </a:xfrm>
            <a:prstGeom prst="rect">
              <a:avLst/>
            </a:prstGeom>
            <a:solidFill>
              <a:schemeClr val="accent6">
                <a:lumMod val="20000"/>
                <a:lumOff val="80000"/>
              </a:schemeClr>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28" name="Rectangle 27">
              <a:extLst>
                <a:ext uri="{FF2B5EF4-FFF2-40B4-BE49-F238E27FC236}">
                  <a16:creationId xmlns:a16="http://schemas.microsoft.com/office/drawing/2014/main" id="{CD5AE70A-DF8A-054F-8D4E-AC00C36D05F1}"/>
                </a:ext>
              </a:extLst>
            </p:cNvPr>
            <p:cNvSpPr>
              <a:spLocks noChangeArrowheads="1"/>
            </p:cNvSpPr>
            <p:nvPr/>
          </p:nvSpPr>
          <p:spPr bwMode="auto">
            <a:xfrm>
              <a:off x="5322405" y="5059180"/>
              <a:ext cx="5981700" cy="461665"/>
            </a:xfrm>
            <a:prstGeom prst="rect">
              <a:avLst/>
            </a:prstGeom>
            <a:noFill/>
            <a:ln w="25400">
              <a:noFill/>
              <a:miter lim="800000"/>
              <a:headEnd/>
              <a:tailEnd/>
            </a:ln>
            <a:effectLst/>
          </p:spPr>
          <p:txBody>
            <a:bodyPr wrap="square">
              <a:spAutoFit/>
            </a:bodyPr>
            <a:lstStyle/>
            <a:p>
              <a:pPr marL="457200" marR="0" lvl="0" indent="-4572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=10.1.2.3,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send to controller</a:t>
              </a:r>
              <a:endPar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endParaRPr>
            </a:p>
          </p:txBody>
        </p:sp>
        <p:sp>
          <p:nvSpPr>
            <p:cNvPr id="35" name="Rectangle 34">
              <a:extLst>
                <a:ext uri="{FF2B5EF4-FFF2-40B4-BE49-F238E27FC236}">
                  <a16:creationId xmlns:a16="http://schemas.microsoft.com/office/drawing/2014/main" id="{F6354FF9-2E1C-0D4C-B7EA-2B8179A518FA}"/>
                </a:ext>
              </a:extLst>
            </p:cNvPr>
            <p:cNvSpPr>
              <a:spLocks noChangeArrowheads="1"/>
            </p:cNvSpPr>
            <p:nvPr/>
          </p:nvSpPr>
          <p:spPr bwMode="auto">
            <a:xfrm>
              <a:off x="5339894" y="4686925"/>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=1.2.*.*,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 </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drop                        </a:t>
              </a:r>
            </a:p>
          </p:txBody>
        </p:sp>
        <p:sp>
          <p:nvSpPr>
            <p:cNvPr id="36" name="Rectangle 35">
              <a:extLst>
                <a:ext uri="{FF2B5EF4-FFF2-40B4-BE49-F238E27FC236}">
                  <a16:creationId xmlns:a16="http://schemas.microsoft.com/office/drawing/2014/main" id="{0CDCE6C5-716F-694B-9C85-A61362F1BC8D}"/>
                </a:ext>
              </a:extLst>
            </p:cNvPr>
            <p:cNvSpPr>
              <a:spLocks noChangeArrowheads="1"/>
            </p:cNvSpPr>
            <p:nvPr/>
          </p:nvSpPr>
          <p:spPr bwMode="auto">
            <a:xfrm>
              <a:off x="5357382" y="4344648"/>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 *.*.*.*,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=3.4.*.*     forward(2)</a:t>
              </a:r>
            </a:p>
          </p:txBody>
        </p:sp>
      </p:grpSp>
      <p:sp>
        <p:nvSpPr>
          <p:cNvPr id="39" name="Title 2">
            <a:extLst>
              <a:ext uri="{FF2B5EF4-FFF2-40B4-BE49-F238E27FC236}">
                <a16:creationId xmlns:a16="http://schemas.microsoft.com/office/drawing/2014/main" id="{298945D1-38C0-AB46-AD5B-F3852F9BA79A}"/>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sp>
        <p:nvSpPr>
          <p:cNvPr id="37" name="Slide Number Placeholder 3">
            <a:extLst>
              <a:ext uri="{FF2B5EF4-FFF2-40B4-BE49-F238E27FC236}">
                <a16:creationId xmlns:a16="http://schemas.microsoft.com/office/drawing/2014/main" id="{8ABAAF9F-271E-4141-8DD7-1504EF4B2CE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93</a:t>
            </a:fld>
            <a:endParaRPr lang="en-US" dirty="0"/>
          </a:p>
        </p:txBody>
      </p:sp>
    </p:spTree>
    <p:extLst>
      <p:ext uri="{BB962C8B-B14F-4D97-AF65-F5344CB8AC3E}">
        <p14:creationId xmlns:p14="http://schemas.microsoft.com/office/powerpoint/2010/main" val="668800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flow table entries</a:t>
            </a:r>
          </a:p>
        </p:txBody>
      </p:sp>
      <p:sp>
        <p:nvSpPr>
          <p:cNvPr id="111" name="Rectangle 22">
            <a:extLst>
              <a:ext uri="{FF2B5EF4-FFF2-40B4-BE49-F238E27FC236}">
                <a16:creationId xmlns:a16="http://schemas.microsoft.com/office/drawing/2014/main" id="{0AD70559-AC7C-9947-AC45-23DE9B6E4A95}"/>
              </a:ext>
            </a:extLst>
          </p:cNvPr>
          <p:cNvSpPr>
            <a:spLocks/>
          </p:cNvSpPr>
          <p:nvPr/>
        </p:nvSpPr>
        <p:spPr bwMode="auto">
          <a:xfrm>
            <a:off x="2071274" y="1501983"/>
            <a:ext cx="1446212" cy="687387"/>
          </a:xfrm>
          <a:prstGeom prst="rect">
            <a:avLst/>
          </a:prstGeom>
          <a:solidFill>
            <a:srgbClr val="BBE0E3"/>
          </a:solidFill>
          <a:ln w="12700">
            <a:solidFill>
              <a:srgbClr val="0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2" name="Rectangle 23">
            <a:extLst>
              <a:ext uri="{FF2B5EF4-FFF2-40B4-BE49-F238E27FC236}">
                <a16:creationId xmlns:a16="http://schemas.microsoft.com/office/drawing/2014/main" id="{5DB35E10-A1A0-7045-B47B-6F16D607C190}"/>
              </a:ext>
            </a:extLst>
          </p:cNvPr>
          <p:cNvSpPr>
            <a:spLocks/>
          </p:cNvSpPr>
          <p:nvPr/>
        </p:nvSpPr>
        <p:spPr bwMode="auto">
          <a:xfrm>
            <a:off x="2412586" y="1705589"/>
            <a:ext cx="599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Match</a:t>
            </a:r>
          </a:p>
        </p:txBody>
      </p:sp>
      <p:sp>
        <p:nvSpPr>
          <p:cNvPr id="113" name="Rectangle 24">
            <a:extLst>
              <a:ext uri="{FF2B5EF4-FFF2-40B4-BE49-F238E27FC236}">
                <a16:creationId xmlns:a16="http://schemas.microsoft.com/office/drawing/2014/main" id="{BE807A08-7FD9-9545-85F5-D6F935F202EE}"/>
              </a:ext>
            </a:extLst>
          </p:cNvPr>
          <p:cNvSpPr>
            <a:spLocks/>
          </p:cNvSpPr>
          <p:nvPr/>
        </p:nvSpPr>
        <p:spPr bwMode="auto">
          <a:xfrm>
            <a:off x="3517486" y="1501983"/>
            <a:ext cx="1446213" cy="687387"/>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4" name="Rectangle 25">
            <a:extLst>
              <a:ext uri="{FF2B5EF4-FFF2-40B4-BE49-F238E27FC236}">
                <a16:creationId xmlns:a16="http://schemas.microsoft.com/office/drawing/2014/main" id="{85913BFC-51C9-314A-ABD6-4F034C9B256A}"/>
              </a:ext>
            </a:extLst>
          </p:cNvPr>
          <p:cNvSpPr>
            <a:spLocks/>
          </p:cNvSpPr>
          <p:nvPr/>
        </p:nvSpPr>
        <p:spPr bwMode="auto">
          <a:xfrm>
            <a:off x="3690524" y="1705183"/>
            <a:ext cx="603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rPr>
              <a:t>Action</a:t>
            </a:r>
          </a:p>
        </p:txBody>
      </p:sp>
      <p:sp>
        <p:nvSpPr>
          <p:cNvPr id="115" name="Rectangle 26">
            <a:extLst>
              <a:ext uri="{FF2B5EF4-FFF2-40B4-BE49-F238E27FC236}">
                <a16:creationId xmlns:a16="http://schemas.microsoft.com/office/drawing/2014/main" id="{16236DDC-2598-9646-B25C-B30C4DFC7CB1}"/>
              </a:ext>
            </a:extLst>
          </p:cNvPr>
          <p:cNvSpPr>
            <a:spLocks/>
          </p:cNvSpPr>
          <p:nvPr/>
        </p:nvSpPr>
        <p:spPr bwMode="auto">
          <a:xfrm>
            <a:off x="4963699" y="1501983"/>
            <a:ext cx="1447800" cy="687387"/>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27">
            <a:extLst>
              <a:ext uri="{FF2B5EF4-FFF2-40B4-BE49-F238E27FC236}">
                <a16:creationId xmlns:a16="http://schemas.microsoft.com/office/drawing/2014/main" id="{9C8898B1-B74A-254A-929E-364CFA1886A8}"/>
              </a:ext>
            </a:extLst>
          </p:cNvPr>
          <p:cNvSpPr>
            <a:spLocks/>
          </p:cNvSpPr>
          <p:nvPr/>
        </p:nvSpPr>
        <p:spPr bwMode="auto">
          <a:xfrm>
            <a:off x="5403642" y="1705183"/>
            <a:ext cx="4603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Stats</a:t>
            </a:r>
          </a:p>
        </p:txBody>
      </p:sp>
      <p:grpSp>
        <p:nvGrpSpPr>
          <p:cNvPr id="18" name="Group 17">
            <a:extLst>
              <a:ext uri="{FF2B5EF4-FFF2-40B4-BE49-F238E27FC236}">
                <a16:creationId xmlns:a16="http://schemas.microsoft.com/office/drawing/2014/main" id="{59F896C2-F45F-994F-85B3-1277A3B273B4}"/>
              </a:ext>
            </a:extLst>
          </p:cNvPr>
          <p:cNvGrpSpPr/>
          <p:nvPr/>
        </p:nvGrpSpPr>
        <p:grpSpPr>
          <a:xfrm>
            <a:off x="3169824" y="2200944"/>
            <a:ext cx="5634037" cy="2162712"/>
            <a:chOff x="3169824" y="2200944"/>
            <a:chExt cx="5634037" cy="2162712"/>
          </a:xfrm>
        </p:grpSpPr>
        <p:sp>
          <p:nvSpPr>
            <p:cNvPr id="117" name="Rectangle 28">
              <a:extLst>
                <a:ext uri="{FF2B5EF4-FFF2-40B4-BE49-F238E27FC236}">
                  <a16:creationId xmlns:a16="http://schemas.microsoft.com/office/drawing/2014/main" id="{9266D65C-F99C-1F43-8034-2A04FEF53866}"/>
                </a:ext>
              </a:extLst>
            </p:cNvPr>
            <p:cNvSpPr>
              <a:spLocks/>
            </p:cNvSpPr>
            <p:nvPr/>
          </p:nvSpPr>
          <p:spPr bwMode="auto">
            <a:xfrm>
              <a:off x="3169824" y="2967245"/>
              <a:ext cx="5634037" cy="1396411"/>
            </a:xfrm>
            <a:prstGeom prst="rect">
              <a:avLst/>
            </a:prstGeom>
            <a:solidFill>
              <a:schemeClr val="accent6">
                <a:lumMod val="20000"/>
                <a:lumOff val="80000"/>
              </a:schemeClr>
            </a:solidFill>
            <a:ln w="12700">
              <a:solidFill>
                <a:srgbClr val="697D3A"/>
              </a:solidFill>
              <a:miter lim="800000"/>
              <a:headEnd/>
              <a:tailEnd/>
            </a:ln>
          </p:spPr>
          <p:txBody>
            <a:bodyPr lIns="0" tIns="0" rIns="0" bIns="0" anchor="ctr"/>
            <a:lstStyle>
              <a:lvl1pPr marL="357188" indent="-330200"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Forward packet to port(s)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Drop packet</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Modify fields in header(s)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Encapsulate and forward to controller</a:t>
              </a:r>
            </a:p>
          </p:txBody>
        </p:sp>
        <p:sp>
          <p:nvSpPr>
            <p:cNvPr id="119" name="Line 31">
              <a:extLst>
                <a:ext uri="{FF2B5EF4-FFF2-40B4-BE49-F238E27FC236}">
                  <a16:creationId xmlns:a16="http://schemas.microsoft.com/office/drawing/2014/main" id="{52B512E6-14A5-1848-BD25-C203B04E8EEA}"/>
                </a:ext>
              </a:extLst>
            </p:cNvPr>
            <p:cNvSpPr>
              <a:spLocks noChangeShapeType="1"/>
            </p:cNvSpPr>
            <p:nvPr/>
          </p:nvSpPr>
          <p:spPr bwMode="auto">
            <a:xfrm>
              <a:off x="3616272" y="2200944"/>
              <a:ext cx="1588" cy="75882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 name="Group 140">
            <a:extLst>
              <a:ext uri="{FF2B5EF4-FFF2-40B4-BE49-F238E27FC236}">
                <a16:creationId xmlns:a16="http://schemas.microsoft.com/office/drawing/2014/main" id="{A4B313E8-BEC4-FE4B-9D13-E1494E2C29CB}"/>
              </a:ext>
            </a:extLst>
          </p:cNvPr>
          <p:cNvGrpSpPr/>
          <p:nvPr/>
        </p:nvGrpSpPr>
        <p:grpSpPr>
          <a:xfrm>
            <a:off x="5035074" y="2200945"/>
            <a:ext cx="3044825" cy="623425"/>
            <a:chOff x="5116099" y="2200945"/>
            <a:chExt cx="3044825" cy="623425"/>
          </a:xfrm>
        </p:grpSpPr>
        <p:sp>
          <p:nvSpPr>
            <p:cNvPr id="120" name="Rectangle 32">
              <a:extLst>
                <a:ext uri="{FF2B5EF4-FFF2-40B4-BE49-F238E27FC236}">
                  <a16:creationId xmlns:a16="http://schemas.microsoft.com/office/drawing/2014/main" id="{D609C7D3-AFCA-CD4D-A9FA-199E674273FE}"/>
                </a:ext>
              </a:extLst>
            </p:cNvPr>
            <p:cNvSpPr>
              <a:spLocks/>
            </p:cNvSpPr>
            <p:nvPr/>
          </p:nvSpPr>
          <p:spPr bwMode="auto">
            <a:xfrm>
              <a:off x="5116099" y="2440195"/>
              <a:ext cx="3044825" cy="384175"/>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grpSp>
          <p:nvGrpSpPr>
            <p:cNvPr id="25" name="Group 24">
              <a:extLst>
                <a:ext uri="{FF2B5EF4-FFF2-40B4-BE49-F238E27FC236}">
                  <a16:creationId xmlns:a16="http://schemas.microsoft.com/office/drawing/2014/main" id="{8B95579B-B620-2543-AF1E-242CC2FF5E5D}"/>
                </a:ext>
              </a:extLst>
            </p:cNvPr>
            <p:cNvGrpSpPr/>
            <p:nvPr/>
          </p:nvGrpSpPr>
          <p:grpSpPr>
            <a:xfrm>
              <a:off x="5187757" y="2200945"/>
              <a:ext cx="2652492" cy="599613"/>
              <a:chOff x="5187757" y="2200945"/>
              <a:chExt cx="2652492" cy="599613"/>
            </a:xfrm>
          </p:grpSpPr>
          <p:sp>
            <p:nvSpPr>
              <p:cNvPr id="121" name="Rectangle 33">
                <a:extLst>
                  <a:ext uri="{FF2B5EF4-FFF2-40B4-BE49-F238E27FC236}">
                    <a16:creationId xmlns:a16="http://schemas.microsoft.com/office/drawing/2014/main" id="{75F85A0F-FD95-A049-B1DF-00E32B14CE21}"/>
                  </a:ext>
                </a:extLst>
              </p:cNvPr>
              <p:cNvSpPr>
                <a:spLocks/>
              </p:cNvSpPr>
              <p:nvPr/>
            </p:nvSpPr>
            <p:spPr bwMode="auto">
              <a:xfrm>
                <a:off x="5258974" y="2462420"/>
                <a:ext cx="2581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Packet + byte counters</a:t>
                </a:r>
              </a:p>
            </p:txBody>
          </p:sp>
          <p:sp>
            <p:nvSpPr>
              <p:cNvPr id="122" name="Line 34">
                <a:extLst>
                  <a:ext uri="{FF2B5EF4-FFF2-40B4-BE49-F238E27FC236}">
                    <a16:creationId xmlns:a16="http://schemas.microsoft.com/office/drawing/2014/main" id="{870022B4-CB13-CE41-AE1A-A4275A96B6D5}"/>
                  </a:ext>
                </a:extLst>
              </p:cNvPr>
              <p:cNvSpPr>
                <a:spLocks noChangeShapeType="1"/>
              </p:cNvSpPr>
              <p:nvPr/>
            </p:nvSpPr>
            <p:spPr bwMode="auto">
              <a:xfrm rot="10800000" flipH="1">
                <a:off x="5187757" y="2200945"/>
                <a:ext cx="1587" cy="23177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0" name="Group 9">
            <a:extLst>
              <a:ext uri="{FF2B5EF4-FFF2-40B4-BE49-F238E27FC236}">
                <a16:creationId xmlns:a16="http://schemas.microsoft.com/office/drawing/2014/main" id="{65D5C3D3-25BB-D54D-BCEB-FCA2C288C1FE}"/>
              </a:ext>
            </a:extLst>
          </p:cNvPr>
          <p:cNvGrpSpPr/>
          <p:nvPr/>
        </p:nvGrpSpPr>
        <p:grpSpPr>
          <a:xfrm>
            <a:off x="2117511" y="2200761"/>
            <a:ext cx="8446528" cy="3709144"/>
            <a:chOff x="2117511" y="2200761"/>
            <a:chExt cx="8446528" cy="3709144"/>
          </a:xfrm>
        </p:grpSpPr>
        <p:sp>
          <p:nvSpPr>
            <p:cNvPr id="79" name="文字方塊 29">
              <a:extLst>
                <a:ext uri="{FF2B5EF4-FFF2-40B4-BE49-F238E27FC236}">
                  <a16:creationId xmlns:a16="http://schemas.microsoft.com/office/drawing/2014/main" id="{064A0713-9D5B-6443-98A8-3EB2CC41AF85}"/>
                </a:ext>
              </a:extLst>
            </p:cNvPr>
            <p:cNvSpPr txBox="1">
              <a:spLocks noChangeArrowheads="1"/>
            </p:cNvSpPr>
            <p:nvPr/>
          </p:nvSpPr>
          <p:spPr bwMode="auto">
            <a:xfrm>
              <a:off x="2154100" y="4847642"/>
              <a:ext cx="242947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prstClr val="black"/>
                  </a:solidFill>
                  <a:effectLst/>
                  <a:uLnTx/>
                  <a:uFillTx/>
                  <a:latin typeface="Calibri" charset="0"/>
                  <a:ea typeface="新細明體" charset="0"/>
                </a:rPr>
                <a:t>Header fields to match:</a:t>
              </a:r>
              <a:endParaRPr kumimoji="0" lang="zh-TW" altLang="en-US" sz="1800" b="0" i="0" u="none" strike="noStrike" kern="1200" cap="none" spc="0" normalizeH="0" baseline="0" noProof="0" dirty="0">
                <a:ln>
                  <a:noFill/>
                </a:ln>
                <a:solidFill>
                  <a:prstClr val="black"/>
                </a:solidFill>
                <a:effectLst/>
                <a:uLnTx/>
                <a:uFillTx/>
                <a:latin typeface="Calibri" charset="0"/>
                <a:ea typeface="新細明體" charset="0"/>
              </a:endParaRPr>
            </a:p>
          </p:txBody>
        </p:sp>
        <p:sp>
          <p:nvSpPr>
            <p:cNvPr id="118" name="Line 30">
              <a:extLst>
                <a:ext uri="{FF2B5EF4-FFF2-40B4-BE49-F238E27FC236}">
                  <a16:creationId xmlns:a16="http://schemas.microsoft.com/office/drawing/2014/main" id="{77A0D0EE-2F6A-C542-92CB-4694F0C0D560}"/>
                </a:ext>
              </a:extLst>
            </p:cNvPr>
            <p:cNvSpPr>
              <a:spLocks noChangeShapeType="1"/>
            </p:cNvSpPr>
            <p:nvPr/>
          </p:nvSpPr>
          <p:spPr bwMode="auto">
            <a:xfrm>
              <a:off x="2127885" y="2200761"/>
              <a:ext cx="1858" cy="305414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矩形 15">
              <a:extLst>
                <a:ext uri="{FF2B5EF4-FFF2-40B4-BE49-F238E27FC236}">
                  <a16:creationId xmlns:a16="http://schemas.microsoft.com/office/drawing/2014/main" id="{CA379C48-5241-1340-B3EF-424003EEF91F}"/>
                </a:ext>
              </a:extLst>
            </p:cNvPr>
            <p:cNvSpPr/>
            <p:nvPr/>
          </p:nvSpPr>
          <p:spPr bwMode="auto">
            <a:xfrm>
              <a:off x="2117511" y="5262205"/>
              <a:ext cx="771961" cy="6477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Ingress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4" name="矩形 17">
              <a:extLst>
                <a:ext uri="{FF2B5EF4-FFF2-40B4-BE49-F238E27FC236}">
                  <a16:creationId xmlns:a16="http://schemas.microsoft.com/office/drawing/2014/main" id="{EDDEBD12-93C8-C749-95E6-157B703157DF}"/>
                </a:ext>
              </a:extLst>
            </p:cNvPr>
            <p:cNvSpPr/>
            <p:nvPr/>
          </p:nvSpPr>
          <p:spPr bwMode="auto">
            <a:xfrm>
              <a:off x="288947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Src</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5" name="矩形 18">
              <a:extLst>
                <a:ext uri="{FF2B5EF4-FFF2-40B4-BE49-F238E27FC236}">
                  <a16:creationId xmlns:a16="http://schemas.microsoft.com/office/drawing/2014/main" id="{BD494138-72F4-6849-A86F-6FAD87C96C5B}"/>
                </a:ext>
              </a:extLst>
            </p:cNvPr>
            <p:cNvSpPr/>
            <p:nvPr/>
          </p:nvSpPr>
          <p:spPr bwMode="auto">
            <a:xfrm>
              <a:off x="3544933"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Dst</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6" name="矩形 19">
              <a:extLst>
                <a:ext uri="{FF2B5EF4-FFF2-40B4-BE49-F238E27FC236}">
                  <a16:creationId xmlns:a16="http://schemas.microsoft.com/office/drawing/2014/main" id="{89A4DCC1-6DF5-5340-A0A5-E76D4CDB272F}"/>
                </a:ext>
              </a:extLst>
            </p:cNvPr>
            <p:cNvSpPr/>
            <p:nvPr/>
          </p:nvSpPr>
          <p:spPr bwMode="auto">
            <a:xfrm>
              <a:off x="420039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Eth Type</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7" name="矩形 20">
              <a:extLst>
                <a:ext uri="{FF2B5EF4-FFF2-40B4-BE49-F238E27FC236}">
                  <a16:creationId xmlns:a16="http://schemas.microsoft.com/office/drawing/2014/main" id="{15670B19-5888-BF4A-8B11-FDBF006ADDB5}"/>
                </a:ext>
              </a:extLst>
            </p:cNvPr>
            <p:cNvSpPr/>
            <p:nvPr/>
          </p:nvSpPr>
          <p:spPr bwMode="auto">
            <a:xfrm>
              <a:off x="485585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ID</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8" name="矩形 21">
              <a:extLst>
                <a:ext uri="{FF2B5EF4-FFF2-40B4-BE49-F238E27FC236}">
                  <a16:creationId xmlns:a16="http://schemas.microsoft.com/office/drawing/2014/main" id="{66D36742-74FB-594E-A690-B8C0858BCD8C}"/>
                </a:ext>
              </a:extLst>
            </p:cNvPr>
            <p:cNvSpPr/>
            <p:nvPr/>
          </p:nvSpPr>
          <p:spPr bwMode="auto">
            <a:xfrm>
              <a:off x="8068323"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ToS</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9" name="矩形 22">
              <a:extLst>
                <a:ext uri="{FF2B5EF4-FFF2-40B4-BE49-F238E27FC236}">
                  <a16:creationId xmlns:a16="http://schemas.microsoft.com/office/drawing/2014/main" id="{3B962E35-4FCE-4748-95D0-2BAC40159868}"/>
                </a:ext>
              </a:extLst>
            </p:cNvPr>
            <p:cNvSpPr/>
            <p:nvPr/>
          </p:nvSpPr>
          <p:spPr bwMode="auto">
            <a:xfrm>
              <a:off x="7437016"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Proto</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0" name="矩形 23">
              <a:extLst>
                <a:ext uri="{FF2B5EF4-FFF2-40B4-BE49-F238E27FC236}">
                  <a16:creationId xmlns:a16="http://schemas.microsoft.com/office/drawing/2014/main" id="{E0710398-489A-8E42-970A-84EBF2848538}"/>
                </a:ext>
              </a:extLst>
            </p:cNvPr>
            <p:cNvSpPr/>
            <p:nvPr/>
          </p:nvSpPr>
          <p:spPr bwMode="auto">
            <a:xfrm>
              <a:off x="6174401"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Src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1" name="矩形 24">
              <a:extLst>
                <a:ext uri="{FF2B5EF4-FFF2-40B4-BE49-F238E27FC236}">
                  <a16:creationId xmlns:a16="http://schemas.microsoft.com/office/drawing/2014/main" id="{36A6156D-DEAC-CD48-AB2C-460617505DF1}"/>
                </a:ext>
              </a:extLst>
            </p:cNvPr>
            <p:cNvSpPr/>
            <p:nvPr/>
          </p:nvSpPr>
          <p:spPr bwMode="auto">
            <a:xfrm>
              <a:off x="6805709"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Dst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2" name="矩形 25">
              <a:extLst>
                <a:ext uri="{FF2B5EF4-FFF2-40B4-BE49-F238E27FC236}">
                  <a16:creationId xmlns:a16="http://schemas.microsoft.com/office/drawing/2014/main" id="{1F3FF105-11DF-5A48-8361-56AEFF37DE1F}"/>
                </a:ext>
              </a:extLst>
            </p:cNvPr>
            <p:cNvSpPr/>
            <p:nvPr/>
          </p:nvSpPr>
          <p:spPr bwMode="auto">
            <a:xfrm>
              <a:off x="8706447"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Src</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74" name="矩形 20">
              <a:extLst>
                <a:ext uri="{FF2B5EF4-FFF2-40B4-BE49-F238E27FC236}">
                  <a16:creationId xmlns:a16="http://schemas.microsoft.com/office/drawing/2014/main" id="{D4463F66-5C5E-EF4E-A286-CF91B7AD4661}"/>
                </a:ext>
              </a:extLst>
            </p:cNvPr>
            <p:cNvSpPr/>
            <p:nvPr/>
          </p:nvSpPr>
          <p:spPr bwMode="auto">
            <a:xfrm>
              <a:off x="5511311"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Pri</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80" name="矩形 25">
              <a:extLst>
                <a:ext uri="{FF2B5EF4-FFF2-40B4-BE49-F238E27FC236}">
                  <a16:creationId xmlns:a16="http://schemas.microsoft.com/office/drawing/2014/main" id="{5FFDA9B9-54DA-4B46-8561-63255A4D55D6}"/>
                </a:ext>
              </a:extLst>
            </p:cNvPr>
            <p:cNvSpPr/>
            <p:nvPr/>
          </p:nvSpPr>
          <p:spPr bwMode="auto">
            <a:xfrm>
              <a:off x="9635243"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Dst</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grpSp>
      <p:grpSp>
        <p:nvGrpSpPr>
          <p:cNvPr id="8" name="Group 7">
            <a:extLst>
              <a:ext uri="{FF2B5EF4-FFF2-40B4-BE49-F238E27FC236}">
                <a16:creationId xmlns:a16="http://schemas.microsoft.com/office/drawing/2014/main" id="{0AAA8A2A-F690-D842-B569-854551A89B38}"/>
              </a:ext>
            </a:extLst>
          </p:cNvPr>
          <p:cNvGrpSpPr/>
          <p:nvPr/>
        </p:nvGrpSpPr>
        <p:grpSpPr>
          <a:xfrm>
            <a:off x="2930744" y="6077944"/>
            <a:ext cx="3235564" cy="549153"/>
            <a:chOff x="2826569" y="5888454"/>
            <a:chExt cx="3235564" cy="549153"/>
          </a:xfrm>
        </p:grpSpPr>
        <p:sp>
          <p:nvSpPr>
            <p:cNvPr id="123" name="文字方塊 29">
              <a:extLst>
                <a:ext uri="{FF2B5EF4-FFF2-40B4-BE49-F238E27FC236}">
                  <a16:creationId xmlns:a16="http://schemas.microsoft.com/office/drawing/2014/main" id="{CCD38D10-94F8-8543-A3D8-19F75A2CBC5B}"/>
                </a:ext>
              </a:extLst>
            </p:cNvPr>
            <p:cNvSpPr txBox="1">
              <a:spLocks noChangeArrowheads="1"/>
            </p:cNvSpPr>
            <p:nvPr/>
          </p:nvSpPr>
          <p:spPr bwMode="auto">
            <a:xfrm>
              <a:off x="3946642" y="6069307"/>
              <a:ext cx="9604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Link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5" name="Left Brace 4">
              <a:extLst>
                <a:ext uri="{FF2B5EF4-FFF2-40B4-BE49-F238E27FC236}">
                  <a16:creationId xmlns:a16="http://schemas.microsoft.com/office/drawing/2014/main" id="{DD20D7D2-8080-1144-84E2-DF0AE45A3E07}"/>
                </a:ext>
              </a:extLst>
            </p:cNvPr>
            <p:cNvSpPr/>
            <p:nvPr/>
          </p:nvSpPr>
          <p:spPr>
            <a:xfrm rot="16200000">
              <a:off x="4340578" y="4374445"/>
              <a:ext cx="207546" cy="3235564"/>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43E68CBD-0ADB-BF45-9811-313CB44A39FD}"/>
              </a:ext>
            </a:extLst>
          </p:cNvPr>
          <p:cNvGrpSpPr/>
          <p:nvPr/>
        </p:nvGrpSpPr>
        <p:grpSpPr>
          <a:xfrm>
            <a:off x="6210166" y="6082290"/>
            <a:ext cx="2473565" cy="543987"/>
            <a:chOff x="6105991" y="5892800"/>
            <a:chExt cx="2473565" cy="543987"/>
          </a:xfrm>
        </p:grpSpPr>
        <p:sp>
          <p:nvSpPr>
            <p:cNvPr id="139" name="文字方塊 29">
              <a:extLst>
                <a:ext uri="{FF2B5EF4-FFF2-40B4-BE49-F238E27FC236}">
                  <a16:creationId xmlns:a16="http://schemas.microsoft.com/office/drawing/2014/main" id="{3C4B37B7-4F49-904E-87DA-069F41CD9CD0}"/>
                </a:ext>
              </a:extLst>
            </p:cNvPr>
            <p:cNvSpPr txBox="1">
              <a:spLocks noChangeArrowheads="1"/>
            </p:cNvSpPr>
            <p:nvPr/>
          </p:nvSpPr>
          <p:spPr bwMode="auto">
            <a:xfrm>
              <a:off x="6643718" y="6066899"/>
              <a:ext cx="13509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Network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7" name="Left Brace 156">
              <a:extLst>
                <a:ext uri="{FF2B5EF4-FFF2-40B4-BE49-F238E27FC236}">
                  <a16:creationId xmlns:a16="http://schemas.microsoft.com/office/drawing/2014/main" id="{2D2F3565-EA7A-1048-A9F5-6FD46BB2FE7C}"/>
                </a:ext>
              </a:extLst>
            </p:cNvPr>
            <p:cNvSpPr/>
            <p:nvPr/>
          </p:nvSpPr>
          <p:spPr>
            <a:xfrm rot="16200000">
              <a:off x="7238352" y="4760439"/>
              <a:ext cx="208844" cy="2473565"/>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B7B89AF4-D2C6-ED49-82AF-7F843E59C1F4}"/>
              </a:ext>
            </a:extLst>
          </p:cNvPr>
          <p:cNvGrpSpPr/>
          <p:nvPr/>
        </p:nvGrpSpPr>
        <p:grpSpPr>
          <a:xfrm>
            <a:off x="8436668" y="6082290"/>
            <a:ext cx="2349500" cy="547817"/>
            <a:chOff x="8332493" y="5892800"/>
            <a:chExt cx="2349500" cy="547817"/>
          </a:xfrm>
        </p:grpSpPr>
        <p:sp>
          <p:nvSpPr>
            <p:cNvPr id="140" name="文字方塊 29">
              <a:extLst>
                <a:ext uri="{FF2B5EF4-FFF2-40B4-BE49-F238E27FC236}">
                  <a16:creationId xmlns:a16="http://schemas.microsoft.com/office/drawing/2014/main" id="{2ABD9CD2-B6D6-3E47-89C5-B96007AAF9F3}"/>
                </a:ext>
              </a:extLst>
            </p:cNvPr>
            <p:cNvSpPr txBox="1">
              <a:spLocks noChangeArrowheads="1"/>
            </p:cNvSpPr>
            <p:nvPr/>
          </p:nvSpPr>
          <p:spPr bwMode="auto">
            <a:xfrm>
              <a:off x="8332493" y="6070729"/>
              <a:ext cx="234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Transport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8" name="Left Brace 157">
              <a:extLst>
                <a:ext uri="{FF2B5EF4-FFF2-40B4-BE49-F238E27FC236}">
                  <a16:creationId xmlns:a16="http://schemas.microsoft.com/office/drawing/2014/main" id="{18486B04-E7B6-DC48-B5C3-FDA12199B810}"/>
                </a:ext>
              </a:extLst>
            </p:cNvPr>
            <p:cNvSpPr/>
            <p:nvPr/>
          </p:nvSpPr>
          <p:spPr>
            <a:xfrm rot="16200000">
              <a:off x="9405820" y="5104751"/>
              <a:ext cx="214489" cy="1790588"/>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 name="Slide Number Placeholder 3">
            <a:extLst>
              <a:ext uri="{FF2B5EF4-FFF2-40B4-BE49-F238E27FC236}">
                <a16:creationId xmlns:a16="http://schemas.microsoft.com/office/drawing/2014/main" id="{AA29DABC-DA37-E842-8BB6-80170D376CC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94</a:t>
            </a:fld>
            <a:endParaRPr lang="en-US" dirty="0"/>
          </a:p>
        </p:txBody>
      </p:sp>
    </p:spTree>
    <p:extLst>
      <p:ext uri="{BB962C8B-B14F-4D97-AF65-F5344CB8AC3E}">
        <p14:creationId xmlns:p14="http://schemas.microsoft.com/office/powerpoint/2010/main" val="210669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dissolv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1"/>
                                        </p:tgtEl>
                                        <p:attrNameLst>
                                          <p:attrName>style.visibility</p:attrName>
                                        </p:attrNameLst>
                                      </p:cBhvr>
                                      <p:to>
                                        <p:strVal val="visible"/>
                                      </p:to>
                                    </p:set>
                                    <p:animEffect transition="in" filter="dissolve">
                                      <p:cBhvr>
                                        <p:cTn id="32"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914400" y="248378"/>
            <a:ext cx="10515600" cy="894622"/>
          </a:xfrm>
        </p:spPr>
        <p:txBody>
          <a:bodyPr>
            <a:normAutofit/>
          </a:bodyPr>
          <a:lstStyle/>
          <a:p>
            <a:r>
              <a:rPr lang="en-US" sz="4800" dirty="0"/>
              <a:t>OpenFlow: examples</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798077" y="2691365"/>
            <a:ext cx="93427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datagrams destined to IP address  51.6.0.8 should be forwarded to router output port 6 </a:t>
            </a:r>
          </a:p>
        </p:txBody>
      </p:sp>
      <p:sp>
        <p:nvSpPr>
          <p:cNvPr id="175" name="Rectangle 2">
            <a:extLst>
              <a:ext uri="{FF2B5EF4-FFF2-40B4-BE49-F238E27FC236}">
                <a16:creationId xmlns:a16="http://schemas.microsoft.com/office/drawing/2014/main" id="{C661A0EE-3CAA-A148-951F-09D37CCB355B}"/>
              </a:ext>
            </a:extLst>
          </p:cNvPr>
          <p:cNvSpPr>
            <a:spLocks/>
          </p:cNvSpPr>
          <p:nvPr/>
        </p:nvSpPr>
        <p:spPr bwMode="auto">
          <a:xfrm>
            <a:off x="887520" y="4590922"/>
            <a:ext cx="77819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destined to TCP  port 22 (</a:t>
            </a:r>
            <a:r>
              <a:rPr kumimoji="0" lang="en-US" altLang="en-US" sz="20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ssh</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port #)</a:t>
            </a:r>
          </a:p>
        </p:txBody>
      </p:sp>
      <p:sp>
        <p:nvSpPr>
          <p:cNvPr id="210" name="Rectangle 2">
            <a:extLst>
              <a:ext uri="{FF2B5EF4-FFF2-40B4-BE49-F238E27FC236}">
                <a16:creationId xmlns:a16="http://schemas.microsoft.com/office/drawing/2014/main" id="{EEA18CF9-70FA-D747-97D5-F01B3D51AB8F}"/>
              </a:ext>
            </a:extLst>
          </p:cNvPr>
          <p:cNvSpPr>
            <a:spLocks/>
          </p:cNvSpPr>
          <p:nvPr/>
        </p:nvSpPr>
        <p:spPr bwMode="auto">
          <a:xfrm>
            <a:off x="182298" y="6039302"/>
            <a:ext cx="70674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sent by host 128.119.1.1</a:t>
            </a:r>
          </a:p>
        </p:txBody>
      </p:sp>
      <p:grpSp>
        <p:nvGrpSpPr>
          <p:cNvPr id="4" name="Group 3">
            <a:extLst>
              <a:ext uri="{FF2B5EF4-FFF2-40B4-BE49-F238E27FC236}">
                <a16:creationId xmlns:a16="http://schemas.microsoft.com/office/drawing/2014/main" id="{2FB4CC91-5961-D74B-BEE0-5BC611D103E7}"/>
              </a:ext>
            </a:extLst>
          </p:cNvPr>
          <p:cNvGrpSpPr/>
          <p:nvPr/>
        </p:nvGrpSpPr>
        <p:grpSpPr>
          <a:xfrm>
            <a:off x="899508" y="1408083"/>
            <a:ext cx="8825324" cy="1339207"/>
            <a:chOff x="899508" y="1408083"/>
            <a:chExt cx="8825324" cy="1339207"/>
          </a:xfrm>
        </p:grpSpPr>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899508" y="1408083"/>
              <a:ext cx="37914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Destination-based forwarding:</a:t>
              </a:r>
            </a:p>
          </p:txBody>
        </p:sp>
        <p:sp>
          <p:nvSpPr>
            <p:cNvPr id="55" name="Rectangle 3">
              <a:extLst>
                <a:ext uri="{FF2B5EF4-FFF2-40B4-BE49-F238E27FC236}">
                  <a16:creationId xmlns:a16="http://schemas.microsoft.com/office/drawing/2014/main" id="{7C8B6D8A-6BE8-4647-9654-07BE563C9B1E}"/>
                </a:ext>
              </a:extLst>
            </p:cNvPr>
            <p:cNvSpPr>
              <a:spLocks/>
            </p:cNvSpPr>
            <p:nvPr/>
          </p:nvSpPr>
          <p:spPr bwMode="auto">
            <a:xfrm>
              <a:off x="9145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79" name="Rectangle 27">
              <a:extLst>
                <a:ext uri="{FF2B5EF4-FFF2-40B4-BE49-F238E27FC236}">
                  <a16:creationId xmlns:a16="http://schemas.microsoft.com/office/drawing/2014/main" id="{E39ACBFE-5953-084E-8F77-0EB25D693A07}"/>
                </a:ext>
              </a:extLst>
            </p:cNvPr>
            <p:cNvSpPr>
              <a:spLocks/>
            </p:cNvSpPr>
            <p:nvPr/>
          </p:nvSpPr>
          <p:spPr bwMode="auto">
            <a:xfrm>
              <a:off x="15749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0" name="Rectangle 28">
              <a:extLst>
                <a:ext uri="{FF2B5EF4-FFF2-40B4-BE49-F238E27FC236}">
                  <a16:creationId xmlns:a16="http://schemas.microsoft.com/office/drawing/2014/main" id="{A850141C-A01C-844A-A1BF-3898D2F37F5F}"/>
                </a:ext>
              </a:extLst>
            </p:cNvPr>
            <p:cNvSpPr>
              <a:spLocks/>
            </p:cNvSpPr>
            <p:nvPr/>
          </p:nvSpPr>
          <p:spPr bwMode="auto">
            <a:xfrm>
              <a:off x="2003548" y="24209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1" name="Rectangle 29">
              <a:extLst>
                <a:ext uri="{FF2B5EF4-FFF2-40B4-BE49-F238E27FC236}">
                  <a16:creationId xmlns:a16="http://schemas.microsoft.com/office/drawing/2014/main" id="{FAB7056F-8C34-9141-B000-7855E5BAADDB}"/>
                </a:ext>
              </a:extLst>
            </p:cNvPr>
            <p:cNvSpPr>
              <a:spLocks/>
            </p:cNvSpPr>
            <p:nvPr/>
          </p:nvSpPr>
          <p:spPr bwMode="auto">
            <a:xfrm>
              <a:off x="2895723" y="24209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2" name="Rectangle 30">
              <a:extLst>
                <a:ext uri="{FF2B5EF4-FFF2-40B4-BE49-F238E27FC236}">
                  <a16:creationId xmlns:a16="http://schemas.microsoft.com/office/drawing/2014/main" id="{72C50015-7497-D942-AF54-C51884B6394E}"/>
                </a:ext>
              </a:extLst>
            </p:cNvPr>
            <p:cNvSpPr>
              <a:spLocks/>
            </p:cNvSpPr>
            <p:nvPr/>
          </p:nvSpPr>
          <p:spPr bwMode="auto">
            <a:xfrm>
              <a:off x="35577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3" name="Rectangle 31">
              <a:extLst>
                <a:ext uri="{FF2B5EF4-FFF2-40B4-BE49-F238E27FC236}">
                  <a16:creationId xmlns:a16="http://schemas.microsoft.com/office/drawing/2014/main" id="{DA496680-53BE-F546-95FD-109DD9F8E19F}"/>
                </a:ext>
              </a:extLst>
            </p:cNvPr>
            <p:cNvSpPr>
              <a:spLocks/>
            </p:cNvSpPr>
            <p:nvPr/>
          </p:nvSpPr>
          <p:spPr bwMode="auto">
            <a:xfrm>
              <a:off x="42181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4" name="Rectangle 32">
              <a:extLst>
                <a:ext uri="{FF2B5EF4-FFF2-40B4-BE49-F238E27FC236}">
                  <a16:creationId xmlns:a16="http://schemas.microsoft.com/office/drawing/2014/main" id="{D7ECA26F-CAE0-534E-9D1D-C3EF04FECE82}"/>
                </a:ext>
              </a:extLst>
            </p:cNvPr>
            <p:cNvSpPr>
              <a:spLocks/>
            </p:cNvSpPr>
            <p:nvPr/>
          </p:nvSpPr>
          <p:spPr bwMode="auto">
            <a:xfrm>
              <a:off x="5619044" y="2384457"/>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51.6.0.8</a:t>
              </a:r>
            </a:p>
          </p:txBody>
        </p:sp>
        <p:sp>
          <p:nvSpPr>
            <p:cNvPr id="85" name="Rectangle 33">
              <a:extLst>
                <a:ext uri="{FF2B5EF4-FFF2-40B4-BE49-F238E27FC236}">
                  <a16:creationId xmlns:a16="http://schemas.microsoft.com/office/drawing/2014/main" id="{29DFF160-B878-0A4E-BFAD-249619777992}"/>
                </a:ext>
              </a:extLst>
            </p:cNvPr>
            <p:cNvSpPr>
              <a:spLocks/>
            </p:cNvSpPr>
            <p:nvPr/>
          </p:nvSpPr>
          <p:spPr bwMode="auto">
            <a:xfrm>
              <a:off x="6288969"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6" name="Rectangle 34">
              <a:extLst>
                <a:ext uri="{FF2B5EF4-FFF2-40B4-BE49-F238E27FC236}">
                  <a16:creationId xmlns:a16="http://schemas.microsoft.com/office/drawing/2014/main" id="{4167C8E0-56A3-FC46-93E9-54F4DA679E78}"/>
                </a:ext>
              </a:extLst>
            </p:cNvPr>
            <p:cNvSpPr>
              <a:spLocks/>
            </p:cNvSpPr>
            <p:nvPr/>
          </p:nvSpPr>
          <p:spPr bwMode="auto">
            <a:xfrm>
              <a:off x="6949369" y="24209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7" name="Rectangle 35">
              <a:extLst>
                <a:ext uri="{FF2B5EF4-FFF2-40B4-BE49-F238E27FC236}">
                  <a16:creationId xmlns:a16="http://schemas.microsoft.com/office/drawing/2014/main" id="{281B26ED-A2EE-A54F-9252-8583B4CB8A7A}"/>
                </a:ext>
              </a:extLst>
            </p:cNvPr>
            <p:cNvSpPr>
              <a:spLocks/>
            </p:cNvSpPr>
            <p:nvPr/>
          </p:nvSpPr>
          <p:spPr bwMode="auto">
            <a:xfrm>
              <a:off x="7576455" y="24174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8" name="Rectangle 36">
              <a:extLst>
                <a:ext uri="{FF2B5EF4-FFF2-40B4-BE49-F238E27FC236}">
                  <a16:creationId xmlns:a16="http://schemas.microsoft.com/office/drawing/2014/main" id="{A5FAEAE2-0FFA-8A40-867D-054555F5B6A5}"/>
                </a:ext>
              </a:extLst>
            </p:cNvPr>
            <p:cNvSpPr>
              <a:spLocks/>
            </p:cNvSpPr>
            <p:nvPr/>
          </p:nvSpPr>
          <p:spPr bwMode="auto">
            <a:xfrm>
              <a:off x="8967593" y="236447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port6</a:t>
              </a:r>
            </a:p>
          </p:txBody>
        </p:sp>
        <p:grpSp>
          <p:nvGrpSpPr>
            <p:cNvPr id="2" name="Group 1">
              <a:extLst>
                <a:ext uri="{FF2B5EF4-FFF2-40B4-BE49-F238E27FC236}">
                  <a16:creationId xmlns:a16="http://schemas.microsoft.com/office/drawing/2014/main" id="{B612BAEA-BA2E-DA46-9549-B7E27B157F26}"/>
                </a:ext>
              </a:extLst>
            </p:cNvPr>
            <p:cNvGrpSpPr/>
            <p:nvPr/>
          </p:nvGrpSpPr>
          <p:grpSpPr>
            <a:xfrm>
              <a:off x="908298" y="1842896"/>
              <a:ext cx="8816534" cy="537306"/>
              <a:chOff x="908298" y="1842896"/>
              <a:chExt cx="8816534" cy="537306"/>
            </a:xfrm>
          </p:grpSpPr>
          <p:sp>
            <p:nvSpPr>
              <p:cNvPr id="112" name="Rectangle 5">
                <a:extLst>
                  <a:ext uri="{FF2B5EF4-FFF2-40B4-BE49-F238E27FC236}">
                    <a16:creationId xmlns:a16="http://schemas.microsoft.com/office/drawing/2014/main" id="{E950D51E-2315-BC42-98A4-6022C583B7EF}"/>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3" name="Rectangle 6">
                <a:extLst>
                  <a:ext uri="{FF2B5EF4-FFF2-40B4-BE49-F238E27FC236}">
                    <a16:creationId xmlns:a16="http://schemas.microsoft.com/office/drawing/2014/main" id="{81D71D4B-BB61-E949-9E4B-ECCDE5605FA3}"/>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14" name="Rectangle 7">
                <a:extLst>
                  <a:ext uri="{FF2B5EF4-FFF2-40B4-BE49-F238E27FC236}">
                    <a16:creationId xmlns:a16="http://schemas.microsoft.com/office/drawing/2014/main" id="{B243B993-172B-C04C-AD45-F849E085F445}"/>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5" name="Rectangle 8">
                <a:extLst>
                  <a:ext uri="{FF2B5EF4-FFF2-40B4-BE49-F238E27FC236}">
                    <a16:creationId xmlns:a16="http://schemas.microsoft.com/office/drawing/2014/main" id="{E029D11E-87DE-A54A-AED3-EAE717FDCA9F}"/>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9">
                <a:extLst>
                  <a:ext uri="{FF2B5EF4-FFF2-40B4-BE49-F238E27FC236}">
                    <a16:creationId xmlns:a16="http://schemas.microsoft.com/office/drawing/2014/main" id="{07B913C3-C149-1F45-926A-DC740C5FC388}"/>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7" name="Rectangle 10">
                <a:extLst>
                  <a:ext uri="{FF2B5EF4-FFF2-40B4-BE49-F238E27FC236}">
                    <a16:creationId xmlns:a16="http://schemas.microsoft.com/office/drawing/2014/main" id="{D6809EEE-8747-3B45-B512-88681A90EF9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8" name="Rectangle 11">
                <a:extLst>
                  <a:ext uri="{FF2B5EF4-FFF2-40B4-BE49-F238E27FC236}">
                    <a16:creationId xmlns:a16="http://schemas.microsoft.com/office/drawing/2014/main" id="{B8BECB12-67C4-EE4F-BF80-F66E6E478CA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9" name="Rectangle 12">
                <a:extLst>
                  <a:ext uri="{FF2B5EF4-FFF2-40B4-BE49-F238E27FC236}">
                    <a16:creationId xmlns:a16="http://schemas.microsoft.com/office/drawing/2014/main" id="{C434332D-59EC-B74F-9F8C-507B7CA153ED}"/>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20" name="Rectangle 13">
                <a:extLst>
                  <a:ext uri="{FF2B5EF4-FFF2-40B4-BE49-F238E27FC236}">
                    <a16:creationId xmlns:a16="http://schemas.microsoft.com/office/drawing/2014/main" id="{0603B87A-5594-0143-9514-53E6B12CF204}"/>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1" name="Rectangle 14">
                <a:extLst>
                  <a:ext uri="{FF2B5EF4-FFF2-40B4-BE49-F238E27FC236}">
                    <a16:creationId xmlns:a16="http://schemas.microsoft.com/office/drawing/2014/main" id="{84AA24BD-AF02-3744-9254-F7FAD6F63630}"/>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22" name="Rectangle 15">
                <a:extLst>
                  <a:ext uri="{FF2B5EF4-FFF2-40B4-BE49-F238E27FC236}">
                    <a16:creationId xmlns:a16="http://schemas.microsoft.com/office/drawing/2014/main" id="{ACDCBE6B-E8E0-9E41-B964-CDA5370B3C75}"/>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3" name="Rectangle 16">
                <a:extLst>
                  <a:ext uri="{FF2B5EF4-FFF2-40B4-BE49-F238E27FC236}">
                    <a16:creationId xmlns:a16="http://schemas.microsoft.com/office/drawing/2014/main" id="{666E027C-E8EA-784F-82C7-2574F61B1D4C}"/>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4" name="Rectangle 17">
                <a:extLst>
                  <a:ext uri="{FF2B5EF4-FFF2-40B4-BE49-F238E27FC236}">
                    <a16:creationId xmlns:a16="http://schemas.microsoft.com/office/drawing/2014/main" id="{DB9B35D3-E0C0-B649-A6FD-EDEEBD227E3D}"/>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5" name="Rectangle 18">
                <a:extLst>
                  <a:ext uri="{FF2B5EF4-FFF2-40B4-BE49-F238E27FC236}">
                    <a16:creationId xmlns:a16="http://schemas.microsoft.com/office/drawing/2014/main" id="{3808025E-75EF-174C-B138-A3FFA79BD2DB}"/>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6" name="Rectangle 19">
                <a:extLst>
                  <a:ext uri="{FF2B5EF4-FFF2-40B4-BE49-F238E27FC236}">
                    <a16:creationId xmlns:a16="http://schemas.microsoft.com/office/drawing/2014/main" id="{9595DC5C-50B7-2A42-BCD0-E4CFADBBB19B}"/>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7" name="Rectangle 20">
                <a:extLst>
                  <a:ext uri="{FF2B5EF4-FFF2-40B4-BE49-F238E27FC236}">
                    <a16:creationId xmlns:a16="http://schemas.microsoft.com/office/drawing/2014/main" id="{7C51EC29-85AF-D547-8269-C8EA4AC11583}"/>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8" name="Rectangle 21">
                <a:extLst>
                  <a:ext uri="{FF2B5EF4-FFF2-40B4-BE49-F238E27FC236}">
                    <a16:creationId xmlns:a16="http://schemas.microsoft.com/office/drawing/2014/main" id="{BAD7F435-F866-D349-A83E-F7AB76D773D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9" name="Rectangle 22">
                <a:extLst>
                  <a:ext uri="{FF2B5EF4-FFF2-40B4-BE49-F238E27FC236}">
                    <a16:creationId xmlns:a16="http://schemas.microsoft.com/office/drawing/2014/main" id="{8CE88725-AAEE-994B-AFD5-4EBE14192F48}"/>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30" name="Rectangle 23">
                <a:extLst>
                  <a:ext uri="{FF2B5EF4-FFF2-40B4-BE49-F238E27FC236}">
                    <a16:creationId xmlns:a16="http://schemas.microsoft.com/office/drawing/2014/main" id="{1C1A9E4D-EEBE-E145-972B-37EC05AC2271}"/>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1" name="Rectangle 24">
                <a:extLst>
                  <a:ext uri="{FF2B5EF4-FFF2-40B4-BE49-F238E27FC236}">
                    <a16:creationId xmlns:a16="http://schemas.microsoft.com/office/drawing/2014/main" id="{4C87DB57-6E20-3642-9479-C343967A9A8A}"/>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32" name="Rectangle 25">
                <a:extLst>
                  <a:ext uri="{FF2B5EF4-FFF2-40B4-BE49-F238E27FC236}">
                    <a16:creationId xmlns:a16="http://schemas.microsoft.com/office/drawing/2014/main" id="{A75A9C67-B078-5B42-BE13-4697F8B0DC8B}"/>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3" name="Rectangle 26">
                <a:extLst>
                  <a:ext uri="{FF2B5EF4-FFF2-40B4-BE49-F238E27FC236}">
                    <a16:creationId xmlns:a16="http://schemas.microsoft.com/office/drawing/2014/main" id="{B36098C4-C85C-8B4A-996C-DED76ACA5CBE}"/>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34" name="Rectangle 13">
                <a:extLst>
                  <a:ext uri="{FF2B5EF4-FFF2-40B4-BE49-F238E27FC236}">
                    <a16:creationId xmlns:a16="http://schemas.microsoft.com/office/drawing/2014/main" id="{9ACCD522-4973-E94A-A564-912D7EA75D11}"/>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5" name="Rectangle 14">
                <a:extLst>
                  <a:ext uri="{FF2B5EF4-FFF2-40B4-BE49-F238E27FC236}">
                    <a16:creationId xmlns:a16="http://schemas.microsoft.com/office/drawing/2014/main" id="{C010EC06-CCA9-5746-B975-07A7EC8C7B2D}"/>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6" name="Rectangle 19">
                <a:extLst>
                  <a:ext uri="{FF2B5EF4-FFF2-40B4-BE49-F238E27FC236}">
                    <a16:creationId xmlns:a16="http://schemas.microsoft.com/office/drawing/2014/main" id="{EA8ABC0D-754C-124F-B949-4FB39006D4D6}"/>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7" name="Rectangle 20">
                <a:extLst>
                  <a:ext uri="{FF2B5EF4-FFF2-40B4-BE49-F238E27FC236}">
                    <a16:creationId xmlns:a16="http://schemas.microsoft.com/office/drawing/2014/main" id="{684B0FE5-4F76-9D48-80DA-D3BC54E669F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138" name="Rectangle 35">
              <a:extLst>
                <a:ext uri="{FF2B5EF4-FFF2-40B4-BE49-F238E27FC236}">
                  <a16:creationId xmlns:a16="http://schemas.microsoft.com/office/drawing/2014/main" id="{A4C40E4D-D9CD-4E48-B9DD-6E97BD58DA5A}"/>
                </a:ext>
              </a:extLst>
            </p:cNvPr>
            <p:cNvSpPr>
              <a:spLocks/>
            </p:cNvSpPr>
            <p:nvPr/>
          </p:nvSpPr>
          <p:spPr bwMode="auto">
            <a:xfrm>
              <a:off x="8181445" y="24266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92" name="Rectangle 31">
              <a:extLst>
                <a:ext uri="{FF2B5EF4-FFF2-40B4-BE49-F238E27FC236}">
                  <a16:creationId xmlns:a16="http://schemas.microsoft.com/office/drawing/2014/main" id="{68AA5B20-D9AE-4C42-BAB2-D1AA2EB0CE4C}"/>
                </a:ext>
              </a:extLst>
            </p:cNvPr>
            <p:cNvSpPr>
              <a:spLocks/>
            </p:cNvSpPr>
            <p:nvPr/>
          </p:nvSpPr>
          <p:spPr bwMode="auto">
            <a:xfrm>
              <a:off x="48658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3" name="Group 2">
            <a:extLst>
              <a:ext uri="{FF2B5EF4-FFF2-40B4-BE49-F238E27FC236}">
                <a16:creationId xmlns:a16="http://schemas.microsoft.com/office/drawing/2014/main" id="{0EC63E77-7374-D949-887D-5F6F13097FB1}"/>
              </a:ext>
            </a:extLst>
          </p:cNvPr>
          <p:cNvGrpSpPr/>
          <p:nvPr/>
        </p:nvGrpSpPr>
        <p:grpSpPr>
          <a:xfrm>
            <a:off x="914400" y="3333754"/>
            <a:ext cx="8816534" cy="1376391"/>
            <a:chOff x="914400" y="3333754"/>
            <a:chExt cx="8816534" cy="1376391"/>
          </a:xfrm>
        </p:grpSpPr>
        <p:sp>
          <p:nvSpPr>
            <p:cNvPr id="140" name="Rectangle 3">
              <a:extLst>
                <a:ext uri="{FF2B5EF4-FFF2-40B4-BE49-F238E27FC236}">
                  <a16:creationId xmlns:a16="http://schemas.microsoft.com/office/drawing/2014/main" id="{EC64ED46-43A5-3B46-AF5D-5E39B460C12B}"/>
                </a:ext>
              </a:extLst>
            </p:cNvPr>
            <p:cNvSpPr>
              <a:spLocks/>
            </p:cNvSpPr>
            <p:nvPr/>
          </p:nvSpPr>
          <p:spPr bwMode="auto">
            <a:xfrm>
              <a:off x="9206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1" name="Rectangle 27">
              <a:extLst>
                <a:ext uri="{FF2B5EF4-FFF2-40B4-BE49-F238E27FC236}">
                  <a16:creationId xmlns:a16="http://schemas.microsoft.com/office/drawing/2014/main" id="{045342D1-42C6-CF4C-97F9-990F4CEC9442}"/>
                </a:ext>
              </a:extLst>
            </p:cNvPr>
            <p:cNvSpPr>
              <a:spLocks/>
            </p:cNvSpPr>
            <p:nvPr/>
          </p:nvSpPr>
          <p:spPr bwMode="auto">
            <a:xfrm>
              <a:off x="15810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2" name="Rectangle 28">
              <a:extLst>
                <a:ext uri="{FF2B5EF4-FFF2-40B4-BE49-F238E27FC236}">
                  <a16:creationId xmlns:a16="http://schemas.microsoft.com/office/drawing/2014/main" id="{BEDBE7F8-8AB5-0B40-843B-8D55B05FDEF6}"/>
                </a:ext>
              </a:extLst>
            </p:cNvPr>
            <p:cNvSpPr>
              <a:spLocks/>
            </p:cNvSpPr>
            <p:nvPr/>
          </p:nvSpPr>
          <p:spPr bwMode="auto">
            <a:xfrm>
              <a:off x="2009650" y="43894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3" name="Rectangle 29">
              <a:extLst>
                <a:ext uri="{FF2B5EF4-FFF2-40B4-BE49-F238E27FC236}">
                  <a16:creationId xmlns:a16="http://schemas.microsoft.com/office/drawing/2014/main" id="{8B0EDE9C-C97A-1C4C-A183-024B87F43D58}"/>
                </a:ext>
              </a:extLst>
            </p:cNvPr>
            <p:cNvSpPr>
              <a:spLocks/>
            </p:cNvSpPr>
            <p:nvPr/>
          </p:nvSpPr>
          <p:spPr bwMode="auto">
            <a:xfrm>
              <a:off x="2901825" y="43894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4" name="Rectangle 30">
              <a:extLst>
                <a:ext uri="{FF2B5EF4-FFF2-40B4-BE49-F238E27FC236}">
                  <a16:creationId xmlns:a16="http://schemas.microsoft.com/office/drawing/2014/main" id="{D3A6A8C0-02B8-8E46-A0F9-02BF62540E99}"/>
                </a:ext>
              </a:extLst>
            </p:cNvPr>
            <p:cNvSpPr>
              <a:spLocks/>
            </p:cNvSpPr>
            <p:nvPr/>
          </p:nvSpPr>
          <p:spPr bwMode="auto">
            <a:xfrm>
              <a:off x="35638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5" name="Rectangle 31">
              <a:extLst>
                <a:ext uri="{FF2B5EF4-FFF2-40B4-BE49-F238E27FC236}">
                  <a16:creationId xmlns:a16="http://schemas.microsoft.com/office/drawing/2014/main" id="{44917D04-8F58-D245-B8A9-8DFD2DFA1EB7}"/>
                </a:ext>
              </a:extLst>
            </p:cNvPr>
            <p:cNvSpPr>
              <a:spLocks/>
            </p:cNvSpPr>
            <p:nvPr/>
          </p:nvSpPr>
          <p:spPr bwMode="auto">
            <a:xfrm>
              <a:off x="42242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6" name="Rectangle 32">
              <a:extLst>
                <a:ext uri="{FF2B5EF4-FFF2-40B4-BE49-F238E27FC236}">
                  <a16:creationId xmlns:a16="http://schemas.microsoft.com/office/drawing/2014/main" id="{BF1C0060-393A-FA4C-A742-EE387B349A8A}"/>
                </a:ext>
              </a:extLst>
            </p:cNvPr>
            <p:cNvSpPr>
              <a:spLocks/>
            </p:cNvSpPr>
            <p:nvPr/>
          </p:nvSpPr>
          <p:spPr bwMode="auto">
            <a:xfrm>
              <a:off x="5625146" y="437933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7" name="Rectangle 33">
              <a:extLst>
                <a:ext uri="{FF2B5EF4-FFF2-40B4-BE49-F238E27FC236}">
                  <a16:creationId xmlns:a16="http://schemas.microsoft.com/office/drawing/2014/main" id="{328175E3-6E77-524B-94A8-3B6ED932D62B}"/>
                </a:ext>
              </a:extLst>
            </p:cNvPr>
            <p:cNvSpPr>
              <a:spLocks/>
            </p:cNvSpPr>
            <p:nvPr/>
          </p:nvSpPr>
          <p:spPr bwMode="auto">
            <a:xfrm>
              <a:off x="6295071"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8" name="Rectangle 34">
              <a:extLst>
                <a:ext uri="{FF2B5EF4-FFF2-40B4-BE49-F238E27FC236}">
                  <a16:creationId xmlns:a16="http://schemas.microsoft.com/office/drawing/2014/main" id="{88F33C0F-0E51-724C-8D7B-CD85839436E8}"/>
                </a:ext>
              </a:extLst>
            </p:cNvPr>
            <p:cNvSpPr>
              <a:spLocks/>
            </p:cNvSpPr>
            <p:nvPr/>
          </p:nvSpPr>
          <p:spPr bwMode="auto">
            <a:xfrm>
              <a:off x="6955471" y="43894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9" name="Rectangle 35">
              <a:extLst>
                <a:ext uri="{FF2B5EF4-FFF2-40B4-BE49-F238E27FC236}">
                  <a16:creationId xmlns:a16="http://schemas.microsoft.com/office/drawing/2014/main" id="{0A8E27CA-5333-4645-BD13-5B5EC229046A}"/>
                </a:ext>
              </a:extLst>
            </p:cNvPr>
            <p:cNvSpPr>
              <a:spLocks/>
            </p:cNvSpPr>
            <p:nvPr/>
          </p:nvSpPr>
          <p:spPr bwMode="auto">
            <a:xfrm>
              <a:off x="7582557" y="43859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74" name="Rectangle 2">
              <a:extLst>
                <a:ext uri="{FF2B5EF4-FFF2-40B4-BE49-F238E27FC236}">
                  <a16:creationId xmlns:a16="http://schemas.microsoft.com/office/drawing/2014/main" id="{698219FB-1984-0F4C-9A2A-03629AC98BF2}"/>
                </a:ext>
              </a:extLst>
            </p:cNvPr>
            <p:cNvSpPr>
              <a:spLocks/>
            </p:cNvSpPr>
            <p:nvPr/>
          </p:nvSpPr>
          <p:spPr bwMode="auto">
            <a:xfrm>
              <a:off x="914400" y="3333754"/>
              <a:ext cx="10538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Firewall:</a:t>
              </a:r>
            </a:p>
          </p:txBody>
        </p:sp>
        <p:sp>
          <p:nvSpPr>
            <p:cNvPr id="150" name="Rectangle 36">
              <a:extLst>
                <a:ext uri="{FF2B5EF4-FFF2-40B4-BE49-F238E27FC236}">
                  <a16:creationId xmlns:a16="http://schemas.microsoft.com/office/drawing/2014/main" id="{D1B78981-9892-764C-A139-D159220A4F84}"/>
                </a:ext>
              </a:extLst>
            </p:cNvPr>
            <p:cNvSpPr>
              <a:spLocks/>
            </p:cNvSpPr>
            <p:nvPr/>
          </p:nvSpPr>
          <p:spPr bwMode="auto">
            <a:xfrm>
              <a:off x="8973695" y="433199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grpSp>
          <p:nvGrpSpPr>
            <p:cNvPr id="151" name="Group 150">
              <a:extLst>
                <a:ext uri="{FF2B5EF4-FFF2-40B4-BE49-F238E27FC236}">
                  <a16:creationId xmlns:a16="http://schemas.microsoft.com/office/drawing/2014/main" id="{ACB16601-CDCF-EB49-87B1-0F9B5416891A}"/>
                </a:ext>
              </a:extLst>
            </p:cNvPr>
            <p:cNvGrpSpPr/>
            <p:nvPr/>
          </p:nvGrpSpPr>
          <p:grpSpPr>
            <a:xfrm>
              <a:off x="914400" y="3811396"/>
              <a:ext cx="8816534" cy="537306"/>
              <a:chOff x="908298" y="1842896"/>
              <a:chExt cx="8816534" cy="537306"/>
            </a:xfrm>
          </p:grpSpPr>
          <p:sp>
            <p:nvSpPr>
              <p:cNvPr id="152" name="Rectangle 5">
                <a:extLst>
                  <a:ext uri="{FF2B5EF4-FFF2-40B4-BE49-F238E27FC236}">
                    <a16:creationId xmlns:a16="http://schemas.microsoft.com/office/drawing/2014/main" id="{0E533D79-E367-C849-961B-C3945C168035}"/>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3" name="Rectangle 6">
                <a:extLst>
                  <a:ext uri="{FF2B5EF4-FFF2-40B4-BE49-F238E27FC236}">
                    <a16:creationId xmlns:a16="http://schemas.microsoft.com/office/drawing/2014/main" id="{AFAD9CA5-19F2-F748-BF61-B6A9B0301102}"/>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54" name="Rectangle 7">
                <a:extLst>
                  <a:ext uri="{FF2B5EF4-FFF2-40B4-BE49-F238E27FC236}">
                    <a16:creationId xmlns:a16="http://schemas.microsoft.com/office/drawing/2014/main" id="{C5F12322-9535-4349-987B-2F327040A4C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5" name="Rectangle 8">
                <a:extLst>
                  <a:ext uri="{FF2B5EF4-FFF2-40B4-BE49-F238E27FC236}">
                    <a16:creationId xmlns:a16="http://schemas.microsoft.com/office/drawing/2014/main" id="{49608E33-C97C-B043-A95A-A1BBB8077E86}"/>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6" name="Rectangle 9">
                <a:extLst>
                  <a:ext uri="{FF2B5EF4-FFF2-40B4-BE49-F238E27FC236}">
                    <a16:creationId xmlns:a16="http://schemas.microsoft.com/office/drawing/2014/main" id="{7F75A028-A9C2-7948-9E26-6B1AE16196FE}"/>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7" name="Rectangle 10">
                <a:extLst>
                  <a:ext uri="{FF2B5EF4-FFF2-40B4-BE49-F238E27FC236}">
                    <a16:creationId xmlns:a16="http://schemas.microsoft.com/office/drawing/2014/main" id="{CE16304A-93D1-6147-A26A-8F61BF0E4A36}"/>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8" name="Rectangle 11">
                <a:extLst>
                  <a:ext uri="{FF2B5EF4-FFF2-40B4-BE49-F238E27FC236}">
                    <a16:creationId xmlns:a16="http://schemas.microsoft.com/office/drawing/2014/main" id="{13D92DC5-ED91-A24B-B61B-591E6BC2E9C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9" name="Rectangle 12">
                <a:extLst>
                  <a:ext uri="{FF2B5EF4-FFF2-40B4-BE49-F238E27FC236}">
                    <a16:creationId xmlns:a16="http://schemas.microsoft.com/office/drawing/2014/main" id="{D225AECB-2FEB-A845-94A5-7B4FBAE5644A}"/>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60" name="Rectangle 13">
                <a:extLst>
                  <a:ext uri="{FF2B5EF4-FFF2-40B4-BE49-F238E27FC236}">
                    <a16:creationId xmlns:a16="http://schemas.microsoft.com/office/drawing/2014/main" id="{B8FABEAF-4710-C94D-A722-41CBD26D91C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1" name="Rectangle 14">
                <a:extLst>
                  <a:ext uri="{FF2B5EF4-FFF2-40B4-BE49-F238E27FC236}">
                    <a16:creationId xmlns:a16="http://schemas.microsoft.com/office/drawing/2014/main" id="{E862F81A-5430-B54C-88FA-2720AD423B4F}"/>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62" name="Rectangle 15">
                <a:extLst>
                  <a:ext uri="{FF2B5EF4-FFF2-40B4-BE49-F238E27FC236}">
                    <a16:creationId xmlns:a16="http://schemas.microsoft.com/office/drawing/2014/main" id="{55C5912B-BB56-384D-B2A0-E0C58072DAC6}"/>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3" name="Rectangle 16">
                <a:extLst>
                  <a:ext uri="{FF2B5EF4-FFF2-40B4-BE49-F238E27FC236}">
                    <a16:creationId xmlns:a16="http://schemas.microsoft.com/office/drawing/2014/main" id="{61DAE442-1FC5-5240-9A25-7B4F04066342}"/>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7" name="Rectangle 17">
                <a:extLst>
                  <a:ext uri="{FF2B5EF4-FFF2-40B4-BE49-F238E27FC236}">
                    <a16:creationId xmlns:a16="http://schemas.microsoft.com/office/drawing/2014/main" id="{4A3CB54A-F07F-7A41-9388-2A250BA2135F}"/>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8" name="Rectangle 18">
                <a:extLst>
                  <a:ext uri="{FF2B5EF4-FFF2-40B4-BE49-F238E27FC236}">
                    <a16:creationId xmlns:a16="http://schemas.microsoft.com/office/drawing/2014/main" id="{23123971-B3B7-B149-9E3D-BD20422EDC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9" name="Rectangle 19">
                <a:extLst>
                  <a:ext uri="{FF2B5EF4-FFF2-40B4-BE49-F238E27FC236}">
                    <a16:creationId xmlns:a16="http://schemas.microsoft.com/office/drawing/2014/main" id="{8FD42CC2-DBAA-0F44-8638-A99BEB72EDD1}"/>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0" name="Rectangle 20">
                <a:extLst>
                  <a:ext uri="{FF2B5EF4-FFF2-40B4-BE49-F238E27FC236}">
                    <a16:creationId xmlns:a16="http://schemas.microsoft.com/office/drawing/2014/main" id="{F51FED94-423D-BA4D-9EC0-7F8CB0696B56}"/>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1" name="Rectangle 21">
                <a:extLst>
                  <a:ext uri="{FF2B5EF4-FFF2-40B4-BE49-F238E27FC236}">
                    <a16:creationId xmlns:a16="http://schemas.microsoft.com/office/drawing/2014/main" id="{8243500F-0AA7-4D4E-B990-CBDE3AFBFF76}"/>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2" name="Rectangle 22">
                <a:extLst>
                  <a:ext uri="{FF2B5EF4-FFF2-40B4-BE49-F238E27FC236}">
                    <a16:creationId xmlns:a16="http://schemas.microsoft.com/office/drawing/2014/main" id="{414C5E2C-A745-6549-8B54-66D9E5680172}"/>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83" name="Rectangle 23">
                <a:extLst>
                  <a:ext uri="{FF2B5EF4-FFF2-40B4-BE49-F238E27FC236}">
                    <a16:creationId xmlns:a16="http://schemas.microsoft.com/office/drawing/2014/main" id="{6A103B89-F255-E74E-96A8-EAB4DACDB722}"/>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4" name="Rectangle 24">
                <a:extLst>
                  <a:ext uri="{FF2B5EF4-FFF2-40B4-BE49-F238E27FC236}">
                    <a16:creationId xmlns:a16="http://schemas.microsoft.com/office/drawing/2014/main" id="{EDC37871-9763-FD41-B912-044E5F0F4E9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85" name="Rectangle 25">
                <a:extLst>
                  <a:ext uri="{FF2B5EF4-FFF2-40B4-BE49-F238E27FC236}">
                    <a16:creationId xmlns:a16="http://schemas.microsoft.com/office/drawing/2014/main" id="{B999BDEC-7C35-3F40-8C49-6C4E21AF89C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6" name="Rectangle 26">
                <a:extLst>
                  <a:ext uri="{FF2B5EF4-FFF2-40B4-BE49-F238E27FC236}">
                    <a16:creationId xmlns:a16="http://schemas.microsoft.com/office/drawing/2014/main" id="{7613D3D2-8994-B54F-9220-FB40A2B13F5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87" name="Rectangle 13">
                <a:extLst>
                  <a:ext uri="{FF2B5EF4-FFF2-40B4-BE49-F238E27FC236}">
                    <a16:creationId xmlns:a16="http://schemas.microsoft.com/office/drawing/2014/main" id="{7DB39F4D-7A82-6749-9F6A-3EADBC5CBF76}"/>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8" name="Rectangle 14">
                <a:extLst>
                  <a:ext uri="{FF2B5EF4-FFF2-40B4-BE49-F238E27FC236}">
                    <a16:creationId xmlns:a16="http://schemas.microsoft.com/office/drawing/2014/main" id="{44FBFA86-B4C2-6540-9FD6-5793AC6E949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9" name="Rectangle 19">
                <a:extLst>
                  <a:ext uri="{FF2B5EF4-FFF2-40B4-BE49-F238E27FC236}">
                    <a16:creationId xmlns:a16="http://schemas.microsoft.com/office/drawing/2014/main" id="{DB4C9FEC-EF13-8048-AF42-E1A4C2B49B74}"/>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0" name="Rectangle 20">
                <a:extLst>
                  <a:ext uri="{FF2B5EF4-FFF2-40B4-BE49-F238E27FC236}">
                    <a16:creationId xmlns:a16="http://schemas.microsoft.com/office/drawing/2014/main" id="{1DD07B1B-9157-D144-B0C2-99FD1698F34D}"/>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191" name="Rectangle 35">
              <a:extLst>
                <a:ext uri="{FF2B5EF4-FFF2-40B4-BE49-F238E27FC236}">
                  <a16:creationId xmlns:a16="http://schemas.microsoft.com/office/drawing/2014/main" id="{14434360-08B9-C145-8DE7-06A311851833}"/>
                </a:ext>
              </a:extLst>
            </p:cNvPr>
            <p:cNvSpPr>
              <a:spLocks/>
            </p:cNvSpPr>
            <p:nvPr/>
          </p:nvSpPr>
          <p:spPr bwMode="auto">
            <a:xfrm>
              <a:off x="8187547" y="434236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t>
              </a:r>
            </a:p>
          </p:txBody>
        </p:sp>
        <p:sp>
          <p:nvSpPr>
            <p:cNvPr id="193" name="Rectangle 32">
              <a:extLst>
                <a:ext uri="{FF2B5EF4-FFF2-40B4-BE49-F238E27FC236}">
                  <a16:creationId xmlns:a16="http://schemas.microsoft.com/office/drawing/2014/main" id="{B0EC3C66-AC13-324E-8D9B-02EB01198483}"/>
                </a:ext>
              </a:extLst>
            </p:cNvPr>
            <p:cNvSpPr>
              <a:spLocks/>
            </p:cNvSpPr>
            <p:nvPr/>
          </p:nvSpPr>
          <p:spPr bwMode="auto">
            <a:xfrm>
              <a:off x="4898315" y="4382264"/>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7" name="Group 6">
            <a:extLst>
              <a:ext uri="{FF2B5EF4-FFF2-40B4-BE49-F238E27FC236}">
                <a16:creationId xmlns:a16="http://schemas.microsoft.com/office/drawing/2014/main" id="{70D204D1-8DDC-A743-9FC3-3E5918DF3E22}"/>
              </a:ext>
            </a:extLst>
          </p:cNvPr>
          <p:cNvGrpSpPr/>
          <p:nvPr/>
        </p:nvGrpSpPr>
        <p:grpSpPr>
          <a:xfrm>
            <a:off x="914400" y="5202287"/>
            <a:ext cx="8816534" cy="910324"/>
            <a:chOff x="914400" y="5202287"/>
            <a:chExt cx="8816534" cy="910324"/>
          </a:xfrm>
        </p:grpSpPr>
        <p:grpSp>
          <p:nvGrpSpPr>
            <p:cNvPr id="194" name="Group 193">
              <a:extLst>
                <a:ext uri="{FF2B5EF4-FFF2-40B4-BE49-F238E27FC236}">
                  <a16:creationId xmlns:a16="http://schemas.microsoft.com/office/drawing/2014/main" id="{07921EF8-4B3F-E94A-B9DD-CF0D8E0B9DBB}"/>
                </a:ext>
              </a:extLst>
            </p:cNvPr>
            <p:cNvGrpSpPr/>
            <p:nvPr/>
          </p:nvGrpSpPr>
          <p:grpSpPr>
            <a:xfrm>
              <a:off x="914400" y="5202287"/>
              <a:ext cx="8816534" cy="537306"/>
              <a:chOff x="908298" y="1842896"/>
              <a:chExt cx="8816534" cy="537306"/>
            </a:xfrm>
          </p:grpSpPr>
          <p:sp>
            <p:nvSpPr>
              <p:cNvPr id="195" name="Rectangle 5">
                <a:extLst>
                  <a:ext uri="{FF2B5EF4-FFF2-40B4-BE49-F238E27FC236}">
                    <a16:creationId xmlns:a16="http://schemas.microsoft.com/office/drawing/2014/main" id="{0A5F6015-04EF-0B44-991D-9F343825DF60}"/>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6" name="Rectangle 6">
                <a:extLst>
                  <a:ext uri="{FF2B5EF4-FFF2-40B4-BE49-F238E27FC236}">
                    <a16:creationId xmlns:a16="http://schemas.microsoft.com/office/drawing/2014/main" id="{218413A2-3D7F-BB40-A021-75B3072AC17E}"/>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97" name="Rectangle 7">
                <a:extLst>
                  <a:ext uri="{FF2B5EF4-FFF2-40B4-BE49-F238E27FC236}">
                    <a16:creationId xmlns:a16="http://schemas.microsoft.com/office/drawing/2014/main" id="{34A22EBA-8429-314E-AE49-1623B70B5717}"/>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8" name="Rectangle 8">
                <a:extLst>
                  <a:ext uri="{FF2B5EF4-FFF2-40B4-BE49-F238E27FC236}">
                    <a16:creationId xmlns:a16="http://schemas.microsoft.com/office/drawing/2014/main" id="{4DA92BC3-7BB5-B34B-A2E1-C2D17235BA33}"/>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9" name="Rectangle 9">
                <a:extLst>
                  <a:ext uri="{FF2B5EF4-FFF2-40B4-BE49-F238E27FC236}">
                    <a16:creationId xmlns:a16="http://schemas.microsoft.com/office/drawing/2014/main" id="{17C7CA13-2C51-DC4F-80B3-9E5405746CD0}"/>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7" name="Rectangle 10">
                <a:extLst>
                  <a:ext uri="{FF2B5EF4-FFF2-40B4-BE49-F238E27FC236}">
                    <a16:creationId xmlns:a16="http://schemas.microsoft.com/office/drawing/2014/main" id="{8FCB679B-2DE4-0C47-99E7-0AC048D0113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8" name="Rectangle 11">
                <a:extLst>
                  <a:ext uri="{FF2B5EF4-FFF2-40B4-BE49-F238E27FC236}">
                    <a16:creationId xmlns:a16="http://schemas.microsoft.com/office/drawing/2014/main" id="{4D6953E0-158F-E94E-BDF0-75FBB13562F7}"/>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9" name="Rectangle 12">
                <a:extLst>
                  <a:ext uri="{FF2B5EF4-FFF2-40B4-BE49-F238E27FC236}">
                    <a16:creationId xmlns:a16="http://schemas.microsoft.com/office/drawing/2014/main" id="{12985EE5-BB23-9B46-B2FD-D093AEE85768}"/>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260" name="Rectangle 13">
                <a:extLst>
                  <a:ext uri="{FF2B5EF4-FFF2-40B4-BE49-F238E27FC236}">
                    <a16:creationId xmlns:a16="http://schemas.microsoft.com/office/drawing/2014/main" id="{901A8102-2758-F446-9353-966176F4832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1" name="Rectangle 14">
                <a:extLst>
                  <a:ext uri="{FF2B5EF4-FFF2-40B4-BE49-F238E27FC236}">
                    <a16:creationId xmlns:a16="http://schemas.microsoft.com/office/drawing/2014/main" id="{50681195-E620-894B-A31E-991F36E4A1A7}"/>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262" name="Rectangle 15">
                <a:extLst>
                  <a:ext uri="{FF2B5EF4-FFF2-40B4-BE49-F238E27FC236}">
                    <a16:creationId xmlns:a16="http://schemas.microsoft.com/office/drawing/2014/main" id="{96DB3AA6-CBFE-DB4E-AB1E-78303B3BFCF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3" name="Rectangle 16">
                <a:extLst>
                  <a:ext uri="{FF2B5EF4-FFF2-40B4-BE49-F238E27FC236}">
                    <a16:creationId xmlns:a16="http://schemas.microsoft.com/office/drawing/2014/main" id="{C4FE2E68-A8AC-7B49-959C-F71BE98C789B}"/>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4" name="Rectangle 17">
                <a:extLst>
                  <a:ext uri="{FF2B5EF4-FFF2-40B4-BE49-F238E27FC236}">
                    <a16:creationId xmlns:a16="http://schemas.microsoft.com/office/drawing/2014/main" id="{9574B4F7-E691-C04D-B89C-CA191374ECFE}"/>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5" name="Rectangle 18">
                <a:extLst>
                  <a:ext uri="{FF2B5EF4-FFF2-40B4-BE49-F238E27FC236}">
                    <a16:creationId xmlns:a16="http://schemas.microsoft.com/office/drawing/2014/main" id="{68BFEFFF-DB56-694D-90A4-51E3FEE7F8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6" name="Rectangle 19">
                <a:extLst>
                  <a:ext uri="{FF2B5EF4-FFF2-40B4-BE49-F238E27FC236}">
                    <a16:creationId xmlns:a16="http://schemas.microsoft.com/office/drawing/2014/main" id="{0D921F8B-2B4A-7142-95C0-460B9891A54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7" name="Rectangle 20">
                <a:extLst>
                  <a:ext uri="{FF2B5EF4-FFF2-40B4-BE49-F238E27FC236}">
                    <a16:creationId xmlns:a16="http://schemas.microsoft.com/office/drawing/2014/main" id="{73B158BE-2D4C-BB4C-B9E2-72FB1C352807}"/>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8" name="Rectangle 21">
                <a:extLst>
                  <a:ext uri="{FF2B5EF4-FFF2-40B4-BE49-F238E27FC236}">
                    <a16:creationId xmlns:a16="http://schemas.microsoft.com/office/drawing/2014/main" id="{21BC995C-EA10-8A4A-86C9-09E9D18A5CF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9" name="Rectangle 22">
                <a:extLst>
                  <a:ext uri="{FF2B5EF4-FFF2-40B4-BE49-F238E27FC236}">
                    <a16:creationId xmlns:a16="http://schemas.microsoft.com/office/drawing/2014/main" id="{A7CF76F0-7B38-514E-8F35-21857DFF5967}"/>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270" name="Rectangle 23">
                <a:extLst>
                  <a:ext uri="{FF2B5EF4-FFF2-40B4-BE49-F238E27FC236}">
                    <a16:creationId xmlns:a16="http://schemas.microsoft.com/office/drawing/2014/main" id="{93987477-D8FA-DA45-8852-6C39439B8089}"/>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72A25E18-29FD-B54E-93AB-BFBD1F5E4C07}"/>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272" name="Rectangle 25">
                <a:extLst>
                  <a:ext uri="{FF2B5EF4-FFF2-40B4-BE49-F238E27FC236}">
                    <a16:creationId xmlns:a16="http://schemas.microsoft.com/office/drawing/2014/main" id="{ECF746A0-10FF-564E-B0C2-FDF04E94DBF2}"/>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3" name="Rectangle 26">
                <a:extLst>
                  <a:ext uri="{FF2B5EF4-FFF2-40B4-BE49-F238E27FC236}">
                    <a16:creationId xmlns:a16="http://schemas.microsoft.com/office/drawing/2014/main" id="{FCC55685-57B0-C04F-89AF-A3B4CAC4C861}"/>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274" name="Rectangle 13">
                <a:extLst>
                  <a:ext uri="{FF2B5EF4-FFF2-40B4-BE49-F238E27FC236}">
                    <a16:creationId xmlns:a16="http://schemas.microsoft.com/office/drawing/2014/main" id="{87CD17FF-C15F-BD4E-93F5-C59B4506232B}"/>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5" name="Rectangle 14">
                <a:extLst>
                  <a:ext uri="{FF2B5EF4-FFF2-40B4-BE49-F238E27FC236}">
                    <a16:creationId xmlns:a16="http://schemas.microsoft.com/office/drawing/2014/main" id="{2238CFE9-E305-8F4D-8279-4F47300266C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6" name="Rectangle 19">
                <a:extLst>
                  <a:ext uri="{FF2B5EF4-FFF2-40B4-BE49-F238E27FC236}">
                    <a16:creationId xmlns:a16="http://schemas.microsoft.com/office/drawing/2014/main" id="{487609AB-80CB-C641-A595-4C81B4D321EC}"/>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7" name="Rectangle 20">
                <a:extLst>
                  <a:ext uri="{FF2B5EF4-FFF2-40B4-BE49-F238E27FC236}">
                    <a16:creationId xmlns:a16="http://schemas.microsoft.com/office/drawing/2014/main" id="{083990C2-30DC-B24D-89EC-C954EEAA5527}"/>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278" name="Rectangle 3">
              <a:extLst>
                <a:ext uri="{FF2B5EF4-FFF2-40B4-BE49-F238E27FC236}">
                  <a16:creationId xmlns:a16="http://schemas.microsoft.com/office/drawing/2014/main" id="{3D538A99-E373-2843-A395-0BCD8CEA89D4}"/>
                </a:ext>
              </a:extLst>
            </p:cNvPr>
            <p:cNvSpPr>
              <a:spLocks/>
            </p:cNvSpPr>
            <p:nvPr/>
          </p:nvSpPr>
          <p:spPr bwMode="auto">
            <a:xfrm>
              <a:off x="9144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79" name="Rectangle 27">
              <a:extLst>
                <a:ext uri="{FF2B5EF4-FFF2-40B4-BE49-F238E27FC236}">
                  <a16:creationId xmlns:a16="http://schemas.microsoft.com/office/drawing/2014/main" id="{7592C1BA-488D-F341-B343-A07F6E1D11A3}"/>
                </a:ext>
              </a:extLst>
            </p:cNvPr>
            <p:cNvSpPr>
              <a:spLocks/>
            </p:cNvSpPr>
            <p:nvPr/>
          </p:nvSpPr>
          <p:spPr bwMode="auto">
            <a:xfrm>
              <a:off x="15748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0" name="Rectangle 28">
              <a:extLst>
                <a:ext uri="{FF2B5EF4-FFF2-40B4-BE49-F238E27FC236}">
                  <a16:creationId xmlns:a16="http://schemas.microsoft.com/office/drawing/2014/main" id="{EB6E85EC-CDDC-574B-BC87-267E65A4F156}"/>
                </a:ext>
              </a:extLst>
            </p:cNvPr>
            <p:cNvSpPr>
              <a:spLocks/>
            </p:cNvSpPr>
            <p:nvPr/>
          </p:nvSpPr>
          <p:spPr bwMode="auto">
            <a:xfrm>
              <a:off x="2003425" y="5791936"/>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1" name="Rectangle 29">
              <a:extLst>
                <a:ext uri="{FF2B5EF4-FFF2-40B4-BE49-F238E27FC236}">
                  <a16:creationId xmlns:a16="http://schemas.microsoft.com/office/drawing/2014/main" id="{2CE31FDA-E835-2C43-80A4-494731B46A64}"/>
                </a:ext>
              </a:extLst>
            </p:cNvPr>
            <p:cNvSpPr>
              <a:spLocks/>
            </p:cNvSpPr>
            <p:nvPr/>
          </p:nvSpPr>
          <p:spPr bwMode="auto">
            <a:xfrm>
              <a:off x="2895600" y="5791936"/>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2" name="Rectangle 30">
              <a:extLst>
                <a:ext uri="{FF2B5EF4-FFF2-40B4-BE49-F238E27FC236}">
                  <a16:creationId xmlns:a16="http://schemas.microsoft.com/office/drawing/2014/main" id="{637AED49-0E95-FB47-8B81-2E5FA378CE94}"/>
                </a:ext>
              </a:extLst>
            </p:cNvPr>
            <p:cNvSpPr>
              <a:spLocks/>
            </p:cNvSpPr>
            <p:nvPr/>
          </p:nvSpPr>
          <p:spPr bwMode="auto">
            <a:xfrm>
              <a:off x="35575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3" name="Rectangle 31">
              <a:extLst>
                <a:ext uri="{FF2B5EF4-FFF2-40B4-BE49-F238E27FC236}">
                  <a16:creationId xmlns:a16="http://schemas.microsoft.com/office/drawing/2014/main" id="{E29B6916-0DE6-8F40-B29F-353E3767D79D}"/>
                </a:ext>
              </a:extLst>
            </p:cNvPr>
            <p:cNvSpPr>
              <a:spLocks/>
            </p:cNvSpPr>
            <p:nvPr/>
          </p:nvSpPr>
          <p:spPr bwMode="auto">
            <a:xfrm>
              <a:off x="42179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4" name="Rectangle 32">
              <a:extLst>
                <a:ext uri="{FF2B5EF4-FFF2-40B4-BE49-F238E27FC236}">
                  <a16:creationId xmlns:a16="http://schemas.microsoft.com/office/drawing/2014/main" id="{9FBE9C2F-CFA2-9F4D-9EEA-B603925D89D6}"/>
                </a:ext>
              </a:extLst>
            </p:cNvPr>
            <p:cNvSpPr>
              <a:spLocks/>
            </p:cNvSpPr>
            <p:nvPr/>
          </p:nvSpPr>
          <p:spPr bwMode="auto">
            <a:xfrm>
              <a:off x="5618921" y="578179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5" name="Rectangle 33">
              <a:extLst>
                <a:ext uri="{FF2B5EF4-FFF2-40B4-BE49-F238E27FC236}">
                  <a16:creationId xmlns:a16="http://schemas.microsoft.com/office/drawing/2014/main" id="{8F7452E9-7359-A848-8C21-AD6F9EF2B2D1}"/>
                </a:ext>
              </a:extLst>
            </p:cNvPr>
            <p:cNvSpPr>
              <a:spLocks/>
            </p:cNvSpPr>
            <p:nvPr/>
          </p:nvSpPr>
          <p:spPr bwMode="auto">
            <a:xfrm>
              <a:off x="6288846"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6" name="Rectangle 34">
              <a:extLst>
                <a:ext uri="{FF2B5EF4-FFF2-40B4-BE49-F238E27FC236}">
                  <a16:creationId xmlns:a16="http://schemas.microsoft.com/office/drawing/2014/main" id="{C7FC204D-475E-B44A-907D-705ACD7336D8}"/>
                </a:ext>
              </a:extLst>
            </p:cNvPr>
            <p:cNvSpPr>
              <a:spLocks/>
            </p:cNvSpPr>
            <p:nvPr/>
          </p:nvSpPr>
          <p:spPr bwMode="auto">
            <a:xfrm>
              <a:off x="6949246" y="5791936"/>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7" name="Rectangle 35">
              <a:extLst>
                <a:ext uri="{FF2B5EF4-FFF2-40B4-BE49-F238E27FC236}">
                  <a16:creationId xmlns:a16="http://schemas.microsoft.com/office/drawing/2014/main" id="{4B9C886A-4915-D245-93DB-9F1DA8798E60}"/>
                </a:ext>
              </a:extLst>
            </p:cNvPr>
            <p:cNvSpPr>
              <a:spLocks/>
            </p:cNvSpPr>
            <p:nvPr/>
          </p:nvSpPr>
          <p:spPr bwMode="auto">
            <a:xfrm>
              <a:off x="7576332" y="578844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8" name="Rectangle 36">
              <a:extLst>
                <a:ext uri="{FF2B5EF4-FFF2-40B4-BE49-F238E27FC236}">
                  <a16:creationId xmlns:a16="http://schemas.microsoft.com/office/drawing/2014/main" id="{BB727D3E-2308-E141-AE05-DE74EB48D318}"/>
                </a:ext>
              </a:extLst>
            </p:cNvPr>
            <p:cNvSpPr>
              <a:spLocks/>
            </p:cNvSpPr>
            <p:nvPr/>
          </p:nvSpPr>
          <p:spPr bwMode="auto">
            <a:xfrm>
              <a:off x="8967470" y="573446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sp>
          <p:nvSpPr>
            <p:cNvPr id="289" name="Rectangle 35">
              <a:extLst>
                <a:ext uri="{FF2B5EF4-FFF2-40B4-BE49-F238E27FC236}">
                  <a16:creationId xmlns:a16="http://schemas.microsoft.com/office/drawing/2014/main" id="{3F333C50-5FDD-3A4C-9EC2-303F354A0CFE}"/>
                </a:ext>
              </a:extLst>
            </p:cNvPr>
            <p:cNvSpPr>
              <a:spLocks/>
            </p:cNvSpPr>
            <p:nvPr/>
          </p:nvSpPr>
          <p:spPr bwMode="auto">
            <a:xfrm>
              <a:off x="8181322" y="579112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90" name="Rectangle 32">
              <a:extLst>
                <a:ext uri="{FF2B5EF4-FFF2-40B4-BE49-F238E27FC236}">
                  <a16:creationId xmlns:a16="http://schemas.microsoft.com/office/drawing/2014/main" id="{5B8DF240-DF5F-684C-BD17-FF8BBD2A857A}"/>
                </a:ext>
              </a:extLst>
            </p:cNvPr>
            <p:cNvSpPr>
              <a:spLocks/>
            </p:cNvSpPr>
            <p:nvPr/>
          </p:nvSpPr>
          <p:spPr bwMode="auto">
            <a:xfrm>
              <a:off x="4834217" y="5750006"/>
              <a:ext cx="79108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128.119.1.1</a:t>
              </a:r>
            </a:p>
          </p:txBody>
        </p:sp>
      </p:grpSp>
      <p:sp>
        <p:nvSpPr>
          <p:cNvPr id="139" name="Slide Number Placeholder 3">
            <a:extLst>
              <a:ext uri="{FF2B5EF4-FFF2-40B4-BE49-F238E27FC236}">
                <a16:creationId xmlns:a16="http://schemas.microsoft.com/office/drawing/2014/main" id="{EFB5062F-EFE8-6D43-B7D3-4E78EAF54E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95</a:t>
            </a:fld>
            <a:endParaRPr lang="en-US" dirty="0"/>
          </a:p>
        </p:txBody>
      </p:sp>
    </p:spTree>
    <p:extLst>
      <p:ext uri="{BB962C8B-B14F-4D97-AF65-F5344CB8AC3E}">
        <p14:creationId xmlns:p14="http://schemas.microsoft.com/office/powerpoint/2010/main" val="1142129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1000"/>
                                  </p:stCondLst>
                                  <p:childTnLst>
                                    <p:set>
                                      <p:cBhvr>
                                        <p:cTn id="10" dur="1" fill="hold">
                                          <p:stCondLst>
                                            <p:cond delay="0"/>
                                          </p:stCondLst>
                                        </p:cTn>
                                        <p:tgtEl>
                                          <p:spTgt spid="89"/>
                                        </p:tgtEl>
                                        <p:attrNameLst>
                                          <p:attrName>style.visibility</p:attrName>
                                        </p:attrNameLst>
                                      </p:cBhvr>
                                      <p:to>
                                        <p:strVal val="visible"/>
                                      </p:to>
                                    </p:set>
                                    <p:animEffect transition="in" filter="dissolve">
                                      <p:cBhvr>
                                        <p:cTn id="11" dur="500"/>
                                        <p:tgtEl>
                                          <p:spTgt spid="89"/>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par>
                          <p:cTn id="17" fill="hold">
                            <p:stCondLst>
                              <p:cond delay="500"/>
                            </p:stCondLst>
                            <p:childTnLst>
                              <p:par>
                                <p:cTn id="18" presetID="9" presetClass="entr" presetSubtype="0" fill="hold" grpId="0" nodeType="afterEffect">
                                  <p:stCondLst>
                                    <p:cond delay="1000"/>
                                  </p:stCondLst>
                                  <p:childTnLst>
                                    <p:set>
                                      <p:cBhvr>
                                        <p:cTn id="19" dur="1" fill="hold">
                                          <p:stCondLst>
                                            <p:cond delay="0"/>
                                          </p:stCondLst>
                                        </p:cTn>
                                        <p:tgtEl>
                                          <p:spTgt spid="175"/>
                                        </p:tgtEl>
                                        <p:attrNameLst>
                                          <p:attrName>style.visibility</p:attrName>
                                        </p:attrNameLst>
                                      </p:cBhvr>
                                      <p:to>
                                        <p:strVal val="visible"/>
                                      </p:to>
                                    </p:set>
                                    <p:animEffect transition="in" filter="dissolve">
                                      <p:cBhvr>
                                        <p:cTn id="20" dur="500"/>
                                        <p:tgtEl>
                                          <p:spTgt spid="17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dissolve">
                                      <p:cBhvr>
                                        <p:cTn id="25" dur="500"/>
                                        <p:tgtEl>
                                          <p:spTgt spid="7"/>
                                        </p:tgtEl>
                                      </p:cBhvr>
                                    </p:animEffect>
                                  </p:childTnLst>
                                </p:cTn>
                              </p:par>
                            </p:childTnLst>
                          </p:cTn>
                        </p:par>
                        <p:par>
                          <p:cTn id="26" fill="hold">
                            <p:stCondLst>
                              <p:cond delay="500"/>
                            </p:stCondLst>
                            <p:childTnLst>
                              <p:par>
                                <p:cTn id="27" presetID="9" presetClass="entr" presetSubtype="0" fill="hold" grpId="0" nodeType="afterEffect">
                                  <p:stCondLst>
                                    <p:cond delay="1000"/>
                                  </p:stCondLst>
                                  <p:childTnLst>
                                    <p:set>
                                      <p:cBhvr>
                                        <p:cTn id="28" dur="1" fill="hold">
                                          <p:stCondLst>
                                            <p:cond delay="0"/>
                                          </p:stCondLst>
                                        </p:cTn>
                                        <p:tgtEl>
                                          <p:spTgt spid="210"/>
                                        </p:tgtEl>
                                        <p:attrNameLst>
                                          <p:attrName>style.visibility</p:attrName>
                                        </p:attrNameLst>
                                      </p:cBhvr>
                                      <p:to>
                                        <p:strVal val="visible"/>
                                      </p:to>
                                    </p:set>
                                    <p:animEffect transition="in" filter="dissolve">
                                      <p:cBhvr>
                                        <p:cTn id="29"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175" grpId="0"/>
      <p:bldP spid="210"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examples</a:t>
            </a:r>
          </a:p>
        </p:txBody>
      </p:sp>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914400" y="1558262"/>
            <a:ext cx="4726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Layer 2 destination-based forwarding:</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914400" y="3287099"/>
            <a:ext cx="9342781"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2 frames with destination  MAC address 22:A7:23:11:E1:02 should be forwarded to output port 3 </a:t>
            </a:r>
          </a:p>
        </p:txBody>
      </p:sp>
      <p:grpSp>
        <p:nvGrpSpPr>
          <p:cNvPr id="119" name="Group 118">
            <a:extLst>
              <a:ext uri="{FF2B5EF4-FFF2-40B4-BE49-F238E27FC236}">
                <a16:creationId xmlns:a16="http://schemas.microsoft.com/office/drawing/2014/main" id="{04FE93C3-7F2B-9B41-BCB9-79CBD116C450}"/>
              </a:ext>
            </a:extLst>
          </p:cNvPr>
          <p:cNvGrpSpPr/>
          <p:nvPr/>
        </p:nvGrpSpPr>
        <p:grpSpPr>
          <a:xfrm>
            <a:off x="914400" y="2912790"/>
            <a:ext cx="8729763" cy="396694"/>
            <a:chOff x="685800" y="2252402"/>
            <a:chExt cx="8729763" cy="396694"/>
          </a:xfrm>
        </p:grpSpPr>
        <p:sp>
          <p:nvSpPr>
            <p:cNvPr id="120" name="Rectangle 3">
              <a:extLst>
                <a:ext uri="{FF2B5EF4-FFF2-40B4-BE49-F238E27FC236}">
                  <a16:creationId xmlns:a16="http://schemas.microsoft.com/office/drawing/2014/main" id="{9848C67A-904B-374D-BC21-BF6414ADCD81}"/>
                </a:ext>
              </a:extLst>
            </p:cNvPr>
            <p:cNvSpPr>
              <a:spLocks/>
            </p:cNvSpPr>
            <p:nvPr/>
          </p:nvSpPr>
          <p:spPr bwMode="auto">
            <a:xfrm>
              <a:off x="6858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1" name="Rectangle 28">
              <a:extLst>
                <a:ext uri="{FF2B5EF4-FFF2-40B4-BE49-F238E27FC236}">
                  <a16:creationId xmlns:a16="http://schemas.microsoft.com/office/drawing/2014/main" id="{1810A5C8-98D3-6947-919D-475505571C07}"/>
                </a:ext>
              </a:extLst>
            </p:cNvPr>
            <p:cNvSpPr>
              <a:spLocks/>
            </p:cNvSpPr>
            <p:nvPr/>
          </p:nvSpPr>
          <p:spPr bwMode="auto">
            <a:xfrm>
              <a:off x="1116937" y="2301413"/>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2" name="Rectangle 29">
              <a:extLst>
                <a:ext uri="{FF2B5EF4-FFF2-40B4-BE49-F238E27FC236}">
                  <a16:creationId xmlns:a16="http://schemas.microsoft.com/office/drawing/2014/main" id="{E6EDAC02-F7BE-1041-A899-04B5F0BF2A64}"/>
                </a:ext>
              </a:extLst>
            </p:cNvPr>
            <p:cNvSpPr>
              <a:spLocks/>
            </p:cNvSpPr>
            <p:nvPr/>
          </p:nvSpPr>
          <p:spPr bwMode="auto">
            <a:xfrm>
              <a:off x="2667000" y="2312988"/>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3" name="Rectangle 30">
              <a:extLst>
                <a:ext uri="{FF2B5EF4-FFF2-40B4-BE49-F238E27FC236}">
                  <a16:creationId xmlns:a16="http://schemas.microsoft.com/office/drawing/2014/main" id="{9C071D85-304A-F84A-8D62-00CD69704AA4}"/>
                </a:ext>
              </a:extLst>
            </p:cNvPr>
            <p:cNvSpPr>
              <a:spLocks/>
            </p:cNvSpPr>
            <p:nvPr/>
          </p:nvSpPr>
          <p:spPr bwMode="auto">
            <a:xfrm>
              <a:off x="33289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4" name="Rectangle 31">
              <a:extLst>
                <a:ext uri="{FF2B5EF4-FFF2-40B4-BE49-F238E27FC236}">
                  <a16:creationId xmlns:a16="http://schemas.microsoft.com/office/drawing/2014/main" id="{C8E35E78-B4F2-8344-B6B9-D93EC0D91F9E}"/>
                </a:ext>
              </a:extLst>
            </p:cNvPr>
            <p:cNvSpPr>
              <a:spLocks/>
            </p:cNvSpPr>
            <p:nvPr/>
          </p:nvSpPr>
          <p:spPr bwMode="auto">
            <a:xfrm>
              <a:off x="39893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5" name="Rectangle 32">
              <a:extLst>
                <a:ext uri="{FF2B5EF4-FFF2-40B4-BE49-F238E27FC236}">
                  <a16:creationId xmlns:a16="http://schemas.microsoft.com/office/drawing/2014/main" id="{230156F2-085F-284F-932F-D7A6B1363EDB}"/>
                </a:ext>
              </a:extLst>
            </p:cNvPr>
            <p:cNvSpPr>
              <a:spLocks/>
            </p:cNvSpPr>
            <p:nvPr/>
          </p:nvSpPr>
          <p:spPr bwMode="auto">
            <a:xfrm>
              <a:off x="46497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6" name="Rectangle 33">
              <a:extLst>
                <a:ext uri="{FF2B5EF4-FFF2-40B4-BE49-F238E27FC236}">
                  <a16:creationId xmlns:a16="http://schemas.microsoft.com/office/drawing/2014/main" id="{12D0F3E6-62DD-9D49-9D39-FAEED543FDC3}"/>
                </a:ext>
              </a:extLst>
            </p:cNvPr>
            <p:cNvSpPr>
              <a:spLocks/>
            </p:cNvSpPr>
            <p:nvPr/>
          </p:nvSpPr>
          <p:spPr bwMode="auto">
            <a:xfrm>
              <a:off x="5319713"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7" name="Rectangle 34">
              <a:extLst>
                <a:ext uri="{FF2B5EF4-FFF2-40B4-BE49-F238E27FC236}">
                  <a16:creationId xmlns:a16="http://schemas.microsoft.com/office/drawing/2014/main" id="{2F0EBD6C-DF0D-2A4A-8B89-D88AEB9E622B}"/>
                </a:ext>
              </a:extLst>
            </p:cNvPr>
            <p:cNvSpPr>
              <a:spLocks/>
            </p:cNvSpPr>
            <p:nvPr/>
          </p:nvSpPr>
          <p:spPr bwMode="auto">
            <a:xfrm>
              <a:off x="5980113" y="2312988"/>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8" name="Rectangle 35">
              <a:extLst>
                <a:ext uri="{FF2B5EF4-FFF2-40B4-BE49-F238E27FC236}">
                  <a16:creationId xmlns:a16="http://schemas.microsoft.com/office/drawing/2014/main" id="{7DD7A14C-0B13-C44E-9261-ED78E7DD4F9B}"/>
                </a:ext>
              </a:extLst>
            </p:cNvPr>
            <p:cNvSpPr>
              <a:spLocks/>
            </p:cNvSpPr>
            <p:nvPr/>
          </p:nvSpPr>
          <p:spPr bwMode="auto">
            <a:xfrm>
              <a:off x="66421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9" name="Rectangle 36">
              <a:extLst>
                <a:ext uri="{FF2B5EF4-FFF2-40B4-BE49-F238E27FC236}">
                  <a16:creationId xmlns:a16="http://schemas.microsoft.com/office/drawing/2014/main" id="{39C785D8-4D11-5C4B-BB42-BF0057389419}"/>
                </a:ext>
              </a:extLst>
            </p:cNvPr>
            <p:cNvSpPr>
              <a:spLocks/>
            </p:cNvSpPr>
            <p:nvPr/>
          </p:nvSpPr>
          <p:spPr bwMode="auto">
            <a:xfrm>
              <a:off x="8755163" y="22551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port3</a:t>
              </a:r>
            </a:p>
          </p:txBody>
        </p:sp>
        <p:sp>
          <p:nvSpPr>
            <p:cNvPr id="130" name="Rectangle 28">
              <a:extLst>
                <a:ext uri="{FF2B5EF4-FFF2-40B4-BE49-F238E27FC236}">
                  <a16:creationId xmlns:a16="http://schemas.microsoft.com/office/drawing/2014/main" id="{C0A96BD1-4DBB-2540-A915-F9C880AA7346}"/>
                </a:ext>
              </a:extLst>
            </p:cNvPr>
            <p:cNvSpPr>
              <a:spLocks/>
            </p:cNvSpPr>
            <p:nvPr/>
          </p:nvSpPr>
          <p:spPr bwMode="auto">
            <a:xfrm>
              <a:off x="2026856" y="2252402"/>
              <a:ext cx="658813"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22:A7:23: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11:E1:02</a:t>
              </a:r>
            </a:p>
          </p:txBody>
        </p:sp>
        <p:sp>
          <p:nvSpPr>
            <p:cNvPr id="94" name="Rectangle 35">
              <a:extLst>
                <a:ext uri="{FF2B5EF4-FFF2-40B4-BE49-F238E27FC236}">
                  <a16:creationId xmlns:a16="http://schemas.microsoft.com/office/drawing/2014/main" id="{C9472763-3FD2-D54F-B3D2-5ABDCEA0BC84}"/>
                </a:ext>
              </a:extLst>
            </p:cNvPr>
            <p:cNvSpPr>
              <a:spLocks/>
            </p:cNvSpPr>
            <p:nvPr/>
          </p:nvSpPr>
          <p:spPr bwMode="auto">
            <a:xfrm>
              <a:off x="7303786" y="232649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95" name="Rectangle 35">
              <a:extLst>
                <a:ext uri="{FF2B5EF4-FFF2-40B4-BE49-F238E27FC236}">
                  <a16:creationId xmlns:a16="http://schemas.microsoft.com/office/drawing/2014/main" id="{CFB47157-C52E-C14D-A603-BA63E0CDD7E6}"/>
                </a:ext>
              </a:extLst>
            </p:cNvPr>
            <p:cNvSpPr>
              <a:spLocks/>
            </p:cNvSpPr>
            <p:nvPr/>
          </p:nvSpPr>
          <p:spPr bwMode="auto">
            <a:xfrm>
              <a:off x="7965472" y="2328421"/>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42" name="Group 41">
            <a:extLst>
              <a:ext uri="{FF2B5EF4-FFF2-40B4-BE49-F238E27FC236}">
                <a16:creationId xmlns:a16="http://schemas.microsoft.com/office/drawing/2014/main" id="{11944F50-A95F-6E42-BB21-C47A46D5A227}"/>
              </a:ext>
            </a:extLst>
          </p:cNvPr>
          <p:cNvGrpSpPr/>
          <p:nvPr/>
        </p:nvGrpSpPr>
        <p:grpSpPr>
          <a:xfrm>
            <a:off x="914400" y="2179365"/>
            <a:ext cx="8816534" cy="537306"/>
            <a:chOff x="908298" y="1842896"/>
            <a:chExt cx="8816534" cy="537306"/>
          </a:xfrm>
        </p:grpSpPr>
        <p:sp>
          <p:nvSpPr>
            <p:cNvPr id="44" name="Rectangle 5">
              <a:extLst>
                <a:ext uri="{FF2B5EF4-FFF2-40B4-BE49-F238E27FC236}">
                  <a16:creationId xmlns:a16="http://schemas.microsoft.com/office/drawing/2014/main" id="{AF12B3AE-F53B-B04D-B369-C6FD02BF38BB}"/>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5" name="Rectangle 6">
              <a:extLst>
                <a:ext uri="{FF2B5EF4-FFF2-40B4-BE49-F238E27FC236}">
                  <a16:creationId xmlns:a16="http://schemas.microsoft.com/office/drawing/2014/main" id="{69F0497B-35F0-444B-8F9E-AB98291B9A2A}"/>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46" name="Rectangle 7">
              <a:extLst>
                <a:ext uri="{FF2B5EF4-FFF2-40B4-BE49-F238E27FC236}">
                  <a16:creationId xmlns:a16="http://schemas.microsoft.com/office/drawing/2014/main" id="{7964A668-1818-0D47-B45D-9AA2C7F3AB6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7" name="Rectangle 8">
              <a:extLst>
                <a:ext uri="{FF2B5EF4-FFF2-40B4-BE49-F238E27FC236}">
                  <a16:creationId xmlns:a16="http://schemas.microsoft.com/office/drawing/2014/main" id="{727FF474-27BC-164F-B477-01CE6A894C88}"/>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8" name="Rectangle 9">
              <a:extLst>
                <a:ext uri="{FF2B5EF4-FFF2-40B4-BE49-F238E27FC236}">
                  <a16:creationId xmlns:a16="http://schemas.microsoft.com/office/drawing/2014/main" id="{B7F43826-3825-A947-B8FB-82966322A6AD}"/>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9" name="Rectangle 10">
              <a:extLst>
                <a:ext uri="{FF2B5EF4-FFF2-40B4-BE49-F238E27FC236}">
                  <a16:creationId xmlns:a16="http://schemas.microsoft.com/office/drawing/2014/main" id="{DCDEA4E6-C9C4-AD4E-91A3-0CB3EF7D5B3B}"/>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0" name="Rectangle 11">
              <a:extLst>
                <a:ext uri="{FF2B5EF4-FFF2-40B4-BE49-F238E27FC236}">
                  <a16:creationId xmlns:a16="http://schemas.microsoft.com/office/drawing/2014/main" id="{E3C8548B-EA9C-8246-9987-869920B43441}"/>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1" name="Rectangle 12">
              <a:extLst>
                <a:ext uri="{FF2B5EF4-FFF2-40B4-BE49-F238E27FC236}">
                  <a16:creationId xmlns:a16="http://schemas.microsoft.com/office/drawing/2014/main" id="{BAFA967D-7543-2240-A606-AF4E1373CA40}"/>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52" name="Rectangle 13">
              <a:extLst>
                <a:ext uri="{FF2B5EF4-FFF2-40B4-BE49-F238E27FC236}">
                  <a16:creationId xmlns:a16="http://schemas.microsoft.com/office/drawing/2014/main" id="{E982406B-480F-B647-A253-CEDCA6DEEE53}"/>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3" name="Rectangle 14">
              <a:extLst>
                <a:ext uri="{FF2B5EF4-FFF2-40B4-BE49-F238E27FC236}">
                  <a16:creationId xmlns:a16="http://schemas.microsoft.com/office/drawing/2014/main" id="{A8C8B869-BAA0-254C-971E-66810221A281}"/>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55" name="Rectangle 15">
              <a:extLst>
                <a:ext uri="{FF2B5EF4-FFF2-40B4-BE49-F238E27FC236}">
                  <a16:creationId xmlns:a16="http://schemas.microsoft.com/office/drawing/2014/main" id="{40952A83-9312-2444-A939-42CFB355F76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6" name="Rectangle 16">
              <a:extLst>
                <a:ext uri="{FF2B5EF4-FFF2-40B4-BE49-F238E27FC236}">
                  <a16:creationId xmlns:a16="http://schemas.microsoft.com/office/drawing/2014/main" id="{788FFD0C-F9CE-1043-A77D-719BAF579E49}"/>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79" name="Rectangle 17">
              <a:extLst>
                <a:ext uri="{FF2B5EF4-FFF2-40B4-BE49-F238E27FC236}">
                  <a16:creationId xmlns:a16="http://schemas.microsoft.com/office/drawing/2014/main" id="{E02188A9-49E0-7846-9A31-DACB21CB7A0C}"/>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0" name="Rectangle 18">
              <a:extLst>
                <a:ext uri="{FF2B5EF4-FFF2-40B4-BE49-F238E27FC236}">
                  <a16:creationId xmlns:a16="http://schemas.microsoft.com/office/drawing/2014/main" id="{EC5453A4-CEFD-2E4F-9BB4-2C94BF0A2A3E}"/>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1" name="Rectangle 19">
              <a:extLst>
                <a:ext uri="{FF2B5EF4-FFF2-40B4-BE49-F238E27FC236}">
                  <a16:creationId xmlns:a16="http://schemas.microsoft.com/office/drawing/2014/main" id="{F6B65A36-E79D-A04F-94D9-ADD42417EF6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2" name="Rectangle 20">
              <a:extLst>
                <a:ext uri="{FF2B5EF4-FFF2-40B4-BE49-F238E27FC236}">
                  <a16:creationId xmlns:a16="http://schemas.microsoft.com/office/drawing/2014/main" id="{45A2D278-3694-A643-BC10-3E42EF81FD0E}"/>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3" name="Rectangle 21">
              <a:extLst>
                <a:ext uri="{FF2B5EF4-FFF2-40B4-BE49-F238E27FC236}">
                  <a16:creationId xmlns:a16="http://schemas.microsoft.com/office/drawing/2014/main" id="{7911A9BF-9CED-214D-BDDE-8C4985506C6D}"/>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4" name="Rectangle 22">
              <a:extLst>
                <a:ext uri="{FF2B5EF4-FFF2-40B4-BE49-F238E27FC236}">
                  <a16:creationId xmlns:a16="http://schemas.microsoft.com/office/drawing/2014/main" id="{B82E42AD-7D55-744C-91C8-E2A3E311DF95}"/>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85" name="Rectangle 23">
              <a:extLst>
                <a:ext uri="{FF2B5EF4-FFF2-40B4-BE49-F238E27FC236}">
                  <a16:creationId xmlns:a16="http://schemas.microsoft.com/office/drawing/2014/main" id="{3861A8ED-7C63-D641-9F09-48D34FC5A47A}"/>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6" name="Rectangle 24">
              <a:extLst>
                <a:ext uri="{FF2B5EF4-FFF2-40B4-BE49-F238E27FC236}">
                  <a16:creationId xmlns:a16="http://schemas.microsoft.com/office/drawing/2014/main" id="{E47377AD-5F9D-BC4E-9DAF-21D04B77338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87" name="Rectangle 25">
              <a:extLst>
                <a:ext uri="{FF2B5EF4-FFF2-40B4-BE49-F238E27FC236}">
                  <a16:creationId xmlns:a16="http://schemas.microsoft.com/office/drawing/2014/main" id="{E942D801-9778-DE47-A09D-B70F081CA4B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8" name="Rectangle 26">
              <a:extLst>
                <a:ext uri="{FF2B5EF4-FFF2-40B4-BE49-F238E27FC236}">
                  <a16:creationId xmlns:a16="http://schemas.microsoft.com/office/drawing/2014/main" id="{3A864B19-6D0D-824B-808D-384BAC2FE4E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90" name="Rectangle 13">
              <a:extLst>
                <a:ext uri="{FF2B5EF4-FFF2-40B4-BE49-F238E27FC236}">
                  <a16:creationId xmlns:a16="http://schemas.microsoft.com/office/drawing/2014/main" id="{A246A8FA-D66F-CE41-9DCF-E02116316AD3}"/>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1" name="Rectangle 14">
              <a:extLst>
                <a:ext uri="{FF2B5EF4-FFF2-40B4-BE49-F238E27FC236}">
                  <a16:creationId xmlns:a16="http://schemas.microsoft.com/office/drawing/2014/main" id="{15D994AB-28E0-304B-BDD3-1F13A3C407A7}"/>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2" name="Rectangle 19">
              <a:extLst>
                <a:ext uri="{FF2B5EF4-FFF2-40B4-BE49-F238E27FC236}">
                  <a16:creationId xmlns:a16="http://schemas.microsoft.com/office/drawing/2014/main" id="{AD1E2BB7-3E66-8C4B-8D44-59EBDBB6DA15}"/>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3" name="Rectangle 20">
              <a:extLst>
                <a:ext uri="{FF2B5EF4-FFF2-40B4-BE49-F238E27FC236}">
                  <a16:creationId xmlns:a16="http://schemas.microsoft.com/office/drawing/2014/main" id="{A8A17371-179F-ED44-8EE0-0533B08A474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57" name="Slide Number Placeholder 3">
            <a:extLst>
              <a:ext uri="{FF2B5EF4-FFF2-40B4-BE49-F238E27FC236}">
                <a16:creationId xmlns:a16="http://schemas.microsoft.com/office/drawing/2014/main" id="{2A3B0BEC-456F-A94A-98CC-4D78DDF619A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96</a:t>
            </a:fld>
            <a:endParaRPr lang="en-US" dirty="0"/>
          </a:p>
        </p:txBody>
      </p:sp>
    </p:spTree>
    <p:extLst>
      <p:ext uri="{BB962C8B-B14F-4D97-AF65-F5344CB8AC3E}">
        <p14:creationId xmlns:p14="http://schemas.microsoft.com/office/powerpoint/2010/main" val="1730507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100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515585"/>
          </a:xfrm>
        </p:spPr>
        <p:txBody>
          <a:bodyPr>
            <a:normAutofit/>
          </a:bodyPr>
          <a:lstStyle/>
          <a:p>
            <a:pPr>
              <a:buClr>
                <a:srgbClr val="000090"/>
              </a:buClr>
              <a:buSzPct val="100000"/>
            </a:pPr>
            <a:r>
              <a:rPr lang="en-US" altLang="en-US" dirty="0" err="1">
                <a:solidFill>
                  <a:srgbClr val="C00000"/>
                </a:solidFill>
                <a:latin typeface="Calibri" panose="020F0502020204030204" pitchFamily="34" charset="0"/>
              </a:rPr>
              <a:t>match+action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abstraction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unifies different kinds of devices</a:t>
            </a:r>
            <a:endParaRPr lang="en-US" altLang="en-US" dirty="0"/>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abstraction</a:t>
            </a:r>
          </a:p>
        </p:txBody>
      </p:sp>
      <p:sp>
        <p:nvSpPr>
          <p:cNvPr id="34" name="Content Placeholder 2">
            <a:extLst>
              <a:ext uri="{FF2B5EF4-FFF2-40B4-BE49-F238E27FC236}">
                <a16:creationId xmlns:a16="http://schemas.microsoft.com/office/drawing/2014/main" id="{BCD4464B-013F-784B-B542-C675A1CF87D0}"/>
              </a:ext>
            </a:extLst>
          </p:cNvPr>
          <p:cNvSpPr txBox="1">
            <a:spLocks/>
          </p:cNvSpPr>
          <p:nvPr/>
        </p:nvSpPr>
        <p:spPr>
          <a:xfrm>
            <a:off x="1447800" y="2185507"/>
            <a:ext cx="4489173" cy="39369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Router</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longest destination IP prefix</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out a link</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Switch</a:t>
            </a:r>
            <a:endParaRPr kumimoji="0" lang="en-US" sz="2800" b="0" i="0" u="none" strike="noStrike" kern="1200" cap="none" spc="0" normalizeH="0" baseline="0" noProof="0" dirty="0">
              <a:ln>
                <a:noFill/>
              </a:ln>
              <a:solidFill>
                <a:srgbClr val="C00000"/>
              </a:solidFill>
              <a:effectLst/>
              <a:uLnTx/>
              <a:uFillTx/>
              <a:latin typeface="Calibri" charset="0"/>
              <a:ea typeface="+mn-ea"/>
              <a:cs typeface="+mn-cs"/>
            </a:endParaRP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destination MAC address</a:t>
            </a: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or flood</a:t>
            </a:r>
          </a:p>
        </p:txBody>
      </p:sp>
      <p:sp>
        <p:nvSpPr>
          <p:cNvPr id="35" name="Content Placeholder 4">
            <a:extLst>
              <a:ext uri="{FF2B5EF4-FFF2-40B4-BE49-F238E27FC236}">
                <a16:creationId xmlns:a16="http://schemas.microsoft.com/office/drawing/2014/main" id="{667D824B-6CCF-664C-BE00-1958B9E23803}"/>
              </a:ext>
            </a:extLst>
          </p:cNvPr>
          <p:cNvSpPr txBox="1">
            <a:spLocks/>
          </p:cNvSpPr>
          <p:nvPr/>
        </p:nvSpPr>
        <p:spPr>
          <a:xfrm>
            <a:off x="6563139" y="2192892"/>
            <a:ext cx="472771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Firewall</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IP addresses and TCP/UDP port numbers</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permit or deny </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endParaRPr kumimoji="0" lang="en-US" sz="3200" b="0" i="0" u="none" strike="noStrike" kern="1200" cap="none" spc="0" normalizeH="0" baseline="0" noProof="0" dirty="0">
              <a:ln>
                <a:noFill/>
              </a:ln>
              <a:solidFill>
                <a:srgbClr val="C00000"/>
              </a:solidFill>
              <a:effectLst/>
              <a:uLnTx/>
              <a:uFillTx/>
              <a:latin typeface="Calibri" charset="0"/>
              <a:ea typeface="+mn-ea"/>
              <a:cs typeface="+mn-cs"/>
            </a:endParaRP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NAT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IP address and port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rewrite address and port</a:t>
            </a:r>
          </a:p>
          <a:p>
            <a:pPr marL="0" marR="0" lvl="0" indent="-222250" algn="l" defTabSz="914400" rtl="0" eaLnBrk="1" fontAlgn="auto" latinLnBrk="0" hangingPunct="1">
              <a:lnSpc>
                <a:spcPct val="90000"/>
              </a:lnSpc>
              <a:spcBef>
                <a:spcPts val="0"/>
              </a:spcBef>
              <a:spcAft>
                <a:spcPts val="0"/>
              </a:spcAft>
              <a:buClr>
                <a:srgbClr val="0000A3"/>
              </a:buClr>
              <a:buSzTx/>
              <a:buFont typeface="Wingdings" charset="0"/>
              <a:buChar char="§"/>
              <a:tabLst/>
              <a:defRPr/>
            </a:pPr>
            <a:endParaRPr kumimoji="0" lang="en-US" sz="3200" b="0" i="0" u="none" strike="noStrike" kern="1200" cap="none" spc="0" normalizeH="0" baseline="0" noProof="0" dirty="0">
              <a:ln>
                <a:noFill/>
              </a:ln>
              <a:solidFill>
                <a:prstClr val="black"/>
              </a:solidFill>
              <a:effectLst/>
              <a:uLnTx/>
              <a:uFillTx/>
              <a:latin typeface="Calibri" charset="0"/>
              <a:ea typeface="+mn-ea"/>
              <a:cs typeface="+mn-cs"/>
            </a:endParaRPr>
          </a:p>
        </p:txBody>
      </p:sp>
      <p:sp>
        <p:nvSpPr>
          <p:cNvPr id="6" name="Slide Number Placeholder 3">
            <a:extLst>
              <a:ext uri="{FF2B5EF4-FFF2-40B4-BE49-F238E27FC236}">
                <a16:creationId xmlns:a16="http://schemas.microsoft.com/office/drawing/2014/main" id="{0E1B560F-4B2A-0640-8667-837D2163E16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97</a:t>
            </a:fld>
            <a:endParaRPr lang="en-US" dirty="0"/>
          </a:p>
        </p:txBody>
      </p:sp>
    </p:spTree>
    <p:extLst>
      <p:ext uri="{BB962C8B-B14F-4D97-AF65-F5344CB8AC3E}">
        <p14:creationId xmlns:p14="http://schemas.microsoft.com/office/powerpoint/2010/main" val="67909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4">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
                                            <p:txEl>
                                              <p:pRg st="1" end="1"/>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5">
                                            <p:txEl>
                                              <p:pRg st="4" end="4"/>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5">
                                            <p:txEl>
                                              <p:pRg st="5" end="5"/>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build="p"/>
      <p:bldP spid="35" grpId="0" build="p"/>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5" name="TextBox 211">
            <a:extLst>
              <a:ext uri="{FF2B5EF4-FFF2-40B4-BE49-F238E27FC236}">
                <a16:creationId xmlns:a16="http://schemas.microsoft.com/office/drawing/2014/main" id="{2C6761C7-32A3-C042-BA94-67A59C155A65}"/>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E7B75379-DB27-554B-9DBE-69FBF7DF9531}"/>
              </a:ext>
            </a:extLst>
          </p:cNvPr>
          <p:cNvGrpSpPr/>
          <p:nvPr/>
        </p:nvGrpSpPr>
        <p:grpSpPr>
          <a:xfrm>
            <a:off x="3414532" y="2789499"/>
            <a:ext cx="3842795" cy="2465405"/>
            <a:chOff x="3414532" y="2693870"/>
            <a:chExt cx="3842795" cy="2595759"/>
          </a:xfrm>
        </p:grpSpPr>
        <p:sp>
          <p:nvSpPr>
            <p:cNvPr id="2" name="Freeform 1">
              <a:extLst>
                <a:ext uri="{FF2B5EF4-FFF2-40B4-BE49-F238E27FC236}">
                  <a16:creationId xmlns:a16="http://schemas.microsoft.com/office/drawing/2014/main" id="{613A01DD-904D-064B-8DE2-4E17062C74CD}"/>
                </a:ext>
              </a:extLst>
            </p:cNvPr>
            <p:cNvSpPr/>
            <p:nvPr/>
          </p:nvSpPr>
          <p:spPr>
            <a:xfrm>
              <a:off x="3414532" y="2693870"/>
              <a:ext cx="3842795" cy="2040239"/>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0 w 3842795"/>
                <a:gd name="connsiteY0" fmla="*/ 3032 h 2040239"/>
                <a:gd name="connsiteX1" fmla="*/ 658002 w 3842795"/>
                <a:gd name="connsiteY1" fmla="*/ 119110 h 2040239"/>
                <a:gd name="connsiteX2" fmla="*/ 729205 w 3842795"/>
                <a:gd name="connsiteY2" fmla="*/ 1924429 h 2040239"/>
                <a:gd name="connsiteX3" fmla="*/ 3842795 w 3842795"/>
                <a:gd name="connsiteY3" fmla="*/ 1970727 h 2040239"/>
              </a:gdLst>
              <a:ahLst/>
              <a:cxnLst>
                <a:cxn ang="0">
                  <a:pos x="connsiteX0" y="connsiteY0"/>
                </a:cxn>
                <a:cxn ang="0">
                  <a:pos x="connsiteX1" y="connsiteY1"/>
                </a:cxn>
                <a:cxn ang="0">
                  <a:pos x="connsiteX2" y="connsiteY2"/>
                </a:cxn>
                <a:cxn ang="0">
                  <a:pos x="connsiteX3" y="connsiteY3"/>
                </a:cxn>
              </a:cxnLst>
              <a:rect l="l" t="t" r="r" b="b"/>
              <a:pathLst>
                <a:path w="3842795" h="2040239">
                  <a:moveTo>
                    <a:pt x="0" y="3032"/>
                  </a:moveTo>
                  <a:cubicBezTo>
                    <a:pt x="381965" y="14606"/>
                    <a:pt x="571192" y="-50652"/>
                    <a:pt x="658002" y="119110"/>
                  </a:cubicBezTo>
                  <a:cubicBezTo>
                    <a:pt x="744812" y="288872"/>
                    <a:pt x="538223" y="1604196"/>
                    <a:pt x="729205" y="1924429"/>
                  </a:cubicBezTo>
                  <a:cubicBezTo>
                    <a:pt x="844952" y="2152065"/>
                    <a:pt x="2812648" y="1974585"/>
                    <a:pt x="3842795" y="19707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60693DC-1998-254C-B9E5-C7A71AB73284}"/>
                </a:ext>
              </a:extLst>
            </p:cNvPr>
            <p:cNvSpPr/>
            <p:nvPr/>
          </p:nvSpPr>
          <p:spPr>
            <a:xfrm>
              <a:off x="5465338" y="4722802"/>
              <a:ext cx="823595" cy="566827"/>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Lst>
              <a:ahLst/>
              <a:cxnLst>
                <a:cxn ang="0">
                  <a:pos x="connsiteX0" y="connsiteY0"/>
                </a:cxn>
                <a:cxn ang="0">
                  <a:pos x="connsiteX1" y="connsiteY1"/>
                </a:cxn>
                <a:cxn ang="0">
                  <a:pos x="connsiteX2" y="connsiteY2"/>
                </a:cxn>
              </a:cxnLst>
              <a:rect l="l" t="t" r="r" b="b"/>
              <a:pathLst>
                <a:path w="823595" h="566827">
                  <a:moveTo>
                    <a:pt x="0" y="0"/>
                  </a:moveTo>
                  <a:cubicBezTo>
                    <a:pt x="281651" y="46299"/>
                    <a:pt x="669592" y="55668"/>
                    <a:pt x="784991" y="150139"/>
                  </a:cubicBezTo>
                  <a:cubicBezTo>
                    <a:pt x="900390" y="244610"/>
                    <a:pt x="723260" y="427931"/>
                    <a:pt x="692394" y="5668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D5AF5DDD-B170-394F-8F48-6826EE1FF293}"/>
              </a:ext>
            </a:extLst>
          </p:cNvPr>
          <p:cNvGrpSpPr/>
          <p:nvPr/>
        </p:nvGrpSpPr>
        <p:grpSpPr>
          <a:xfrm>
            <a:off x="4311464" y="1958381"/>
            <a:ext cx="3143235" cy="3158697"/>
            <a:chOff x="4114093" y="2303316"/>
            <a:chExt cx="3143235" cy="3158697"/>
          </a:xfrm>
        </p:grpSpPr>
        <p:sp>
          <p:nvSpPr>
            <p:cNvPr id="154" name="Freeform 153">
              <a:extLst>
                <a:ext uri="{FF2B5EF4-FFF2-40B4-BE49-F238E27FC236}">
                  <a16:creationId xmlns:a16="http://schemas.microsoft.com/office/drawing/2014/main" id="{E0602368-B8A0-CD42-B92A-525C411F9FD0}"/>
                </a:ext>
              </a:extLst>
            </p:cNvPr>
            <p:cNvSpPr/>
            <p:nvPr/>
          </p:nvSpPr>
          <p:spPr>
            <a:xfrm>
              <a:off x="4114093" y="2303316"/>
              <a:ext cx="3143235" cy="2416160"/>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68584 w 3182174"/>
                <a:gd name="connsiteY0" fmla="*/ 0 h 1909886"/>
                <a:gd name="connsiteX1" fmla="*/ 68584 w 3182174"/>
                <a:gd name="connsiteY1" fmla="*/ 1794076 h 1909886"/>
                <a:gd name="connsiteX2" fmla="*/ 3182174 w 3182174"/>
                <a:gd name="connsiteY2" fmla="*/ 1840374 h 1909886"/>
                <a:gd name="connsiteX0" fmla="*/ 71679 w 3181522"/>
                <a:gd name="connsiteY0" fmla="*/ 0 h 2430794"/>
                <a:gd name="connsiteX1" fmla="*/ 67932 w 3181522"/>
                <a:gd name="connsiteY1" fmla="*/ 2314984 h 2430794"/>
                <a:gd name="connsiteX2" fmla="*/ 3181522 w 3181522"/>
                <a:gd name="connsiteY2" fmla="*/ 2361282 h 2430794"/>
                <a:gd name="connsiteX0" fmla="*/ 92641 w 3202484"/>
                <a:gd name="connsiteY0" fmla="*/ 0 h 2430794"/>
                <a:gd name="connsiteX1" fmla="*/ 88894 w 3202484"/>
                <a:gd name="connsiteY1" fmla="*/ 2314984 h 2430794"/>
                <a:gd name="connsiteX2" fmla="*/ 3202484 w 3202484"/>
                <a:gd name="connsiteY2" fmla="*/ 2361282 h 2430794"/>
                <a:gd name="connsiteX0" fmla="*/ 88354 w 3198197"/>
                <a:gd name="connsiteY0" fmla="*/ 0 h 2430794"/>
                <a:gd name="connsiteX1" fmla="*/ 84607 w 3198197"/>
                <a:gd name="connsiteY1" fmla="*/ 2314984 h 2430794"/>
                <a:gd name="connsiteX2" fmla="*/ 3198197 w 3198197"/>
                <a:gd name="connsiteY2" fmla="*/ 2361282 h 2430794"/>
                <a:gd name="connsiteX0" fmla="*/ 18407 w 3128250"/>
                <a:gd name="connsiteY0" fmla="*/ 0 h 2430794"/>
                <a:gd name="connsiteX1" fmla="*/ 14660 w 3128250"/>
                <a:gd name="connsiteY1" fmla="*/ 2314984 h 2430794"/>
                <a:gd name="connsiteX2" fmla="*/ 3128250 w 3128250"/>
                <a:gd name="connsiteY2" fmla="*/ 2361282 h 2430794"/>
                <a:gd name="connsiteX0" fmla="*/ 33392 w 3143235"/>
                <a:gd name="connsiteY0" fmla="*/ 0 h 2430794"/>
                <a:gd name="connsiteX1" fmla="*/ 29645 w 3143235"/>
                <a:gd name="connsiteY1" fmla="*/ 2314984 h 2430794"/>
                <a:gd name="connsiteX2" fmla="*/ 3143235 w 3143235"/>
                <a:gd name="connsiteY2" fmla="*/ 2361282 h 2430794"/>
                <a:gd name="connsiteX0" fmla="*/ 33392 w 3143235"/>
                <a:gd name="connsiteY0" fmla="*/ 0 h 2416160"/>
                <a:gd name="connsiteX1" fmla="*/ 29645 w 3143235"/>
                <a:gd name="connsiteY1" fmla="*/ 2314984 h 2416160"/>
                <a:gd name="connsiteX2" fmla="*/ 3143235 w 3143235"/>
                <a:gd name="connsiteY2" fmla="*/ 2361282 h 2416160"/>
              </a:gdLst>
              <a:ahLst/>
              <a:cxnLst>
                <a:cxn ang="0">
                  <a:pos x="connsiteX0" y="connsiteY0"/>
                </a:cxn>
                <a:cxn ang="0">
                  <a:pos x="connsiteX1" y="connsiteY1"/>
                </a:cxn>
                <a:cxn ang="0">
                  <a:pos x="connsiteX2" y="connsiteY2"/>
                </a:cxn>
              </a:cxnLst>
              <a:rect l="l" t="t" r="r" b="b"/>
              <a:pathLst>
                <a:path w="3143235" h="2416160">
                  <a:moveTo>
                    <a:pt x="33392" y="0"/>
                  </a:moveTo>
                  <a:cubicBezTo>
                    <a:pt x="30261" y="244713"/>
                    <a:pt x="-37668" y="2215855"/>
                    <a:pt x="29645" y="2314984"/>
                  </a:cubicBezTo>
                  <a:cubicBezTo>
                    <a:pt x="175372" y="2508892"/>
                    <a:pt x="2113088" y="2365140"/>
                    <a:pt x="3143235" y="2361282"/>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FF9A32E-928F-F942-9F0C-5672DDB128E8}"/>
                </a:ext>
              </a:extLst>
            </p:cNvPr>
            <p:cNvSpPr/>
            <p:nvPr/>
          </p:nvSpPr>
          <p:spPr>
            <a:xfrm>
              <a:off x="4906955" y="4715304"/>
              <a:ext cx="814542" cy="746709"/>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 name="connsiteX0" fmla="*/ 0 w 811579"/>
                <a:gd name="connsiteY0" fmla="*/ 0 h 746709"/>
                <a:gd name="connsiteX1" fmla="*/ 784991 w 811579"/>
                <a:gd name="connsiteY1" fmla="*/ 150139 h 746709"/>
                <a:gd name="connsiteX2" fmla="*/ 624939 w 811579"/>
                <a:gd name="connsiteY2" fmla="*/ 746709 h 746709"/>
                <a:gd name="connsiteX0" fmla="*/ 0 w 814542"/>
                <a:gd name="connsiteY0" fmla="*/ 0 h 746709"/>
                <a:gd name="connsiteX1" fmla="*/ 784991 w 814542"/>
                <a:gd name="connsiteY1" fmla="*/ 150139 h 746709"/>
                <a:gd name="connsiteX2" fmla="*/ 624939 w 814542"/>
                <a:gd name="connsiteY2" fmla="*/ 746709 h 746709"/>
              </a:gdLst>
              <a:ahLst/>
              <a:cxnLst>
                <a:cxn ang="0">
                  <a:pos x="connsiteX0" y="connsiteY0"/>
                </a:cxn>
                <a:cxn ang="0">
                  <a:pos x="connsiteX1" y="connsiteY1"/>
                </a:cxn>
                <a:cxn ang="0">
                  <a:pos x="connsiteX2" y="connsiteY2"/>
                </a:cxn>
              </a:cxnLst>
              <a:rect l="l" t="t" r="r" b="b"/>
              <a:pathLst>
                <a:path w="814542" h="746709">
                  <a:moveTo>
                    <a:pt x="0" y="0"/>
                  </a:moveTo>
                  <a:cubicBezTo>
                    <a:pt x="281651" y="46299"/>
                    <a:pt x="680835" y="25688"/>
                    <a:pt x="784991" y="150139"/>
                  </a:cubicBezTo>
                  <a:cubicBezTo>
                    <a:pt x="889147" y="274590"/>
                    <a:pt x="689533" y="604065"/>
                    <a:pt x="624939" y="746709"/>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23" name="Slide Number Placeholder 3">
            <a:extLst>
              <a:ext uri="{FF2B5EF4-FFF2-40B4-BE49-F238E27FC236}">
                <a16:creationId xmlns:a16="http://schemas.microsoft.com/office/drawing/2014/main" id="{827DEB79-C6BC-CE43-A606-33289E8386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98</a:t>
            </a:fld>
            <a:endParaRPr lang="en-US" dirty="0"/>
          </a:p>
        </p:txBody>
      </p:sp>
    </p:spTree>
    <p:extLst>
      <p:ext uri="{BB962C8B-B14F-4D97-AF65-F5344CB8AC3E}">
        <p14:creationId xmlns:p14="http://schemas.microsoft.com/office/powerpoint/2010/main" val="3136475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5"/>
                                        </p:tgtEl>
                                        <p:attrNameLst>
                                          <p:attrName>style.visibility</p:attrName>
                                        </p:attrNameLst>
                                      </p:cBhvr>
                                      <p:to>
                                        <p:strVal val="visible"/>
                                      </p:to>
                                    </p:set>
                                    <p:animEffect transition="in" filter="dissolve">
                                      <p:cBhvr>
                                        <p:cTn id="7" dur="500"/>
                                        <p:tgtEl>
                                          <p:spTgt spid="3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53"/>
                                        </p:tgtEl>
                                        <p:attrNameLst>
                                          <p:attrName>style.visibility</p:attrName>
                                        </p:attrNameLst>
                                      </p:cBhvr>
                                      <p:to>
                                        <p:strVal val="visible"/>
                                      </p:to>
                                    </p:set>
                                    <p:animEffect transition="in" filter="wipe(up)">
                                      <p:cBhvr>
                                        <p:cTn id="16" dur="5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grpSp>
        <p:nvGrpSpPr>
          <p:cNvPr id="164" name="Group 163">
            <a:extLst>
              <a:ext uri="{FF2B5EF4-FFF2-40B4-BE49-F238E27FC236}">
                <a16:creationId xmlns:a16="http://schemas.microsoft.com/office/drawing/2014/main" id="{813B4B83-D366-B94A-8C94-49B980456E78}"/>
              </a:ext>
            </a:extLst>
          </p:cNvPr>
          <p:cNvGrpSpPr>
            <a:grpSpLocks/>
          </p:cNvGrpSpPr>
          <p:nvPr/>
        </p:nvGrpSpPr>
        <p:grpSpPr bwMode="auto">
          <a:xfrm>
            <a:off x="1022483" y="1382918"/>
            <a:ext cx="2997200" cy="1262063"/>
            <a:chOff x="637575" y="1263648"/>
            <a:chExt cx="2998252" cy="1261939"/>
          </a:xfrm>
        </p:grpSpPr>
        <p:sp>
          <p:nvSpPr>
            <p:cNvPr id="165" name="Freeform 164">
              <a:extLst>
                <a:ext uri="{FF2B5EF4-FFF2-40B4-BE49-F238E27FC236}">
                  <a16:creationId xmlns:a16="http://schemas.microsoft.com/office/drawing/2014/main" id="{ACD02010-E599-EB48-B3B6-DCDB11306619}"/>
                </a:ext>
              </a:extLst>
            </p:cNvPr>
            <p:cNvSpPr/>
            <p:nvPr/>
          </p:nvSpPr>
          <p:spPr>
            <a:xfrm flipV="1">
              <a:off x="678864" y="2160498"/>
              <a:ext cx="2956963" cy="36508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3018 w 2975668"/>
                <a:gd name="connsiteY0" fmla="*/ 443744 h 443744"/>
                <a:gd name="connsiteX1" fmla="*/ 2225518 w 2975668"/>
                <a:gd name="connsiteY1" fmla="*/ 210910 h 443744"/>
                <a:gd name="connsiteX2" fmla="*/ 2957279 w 2975668"/>
                <a:gd name="connsiteY2" fmla="*/ 79158 h 443744"/>
                <a:gd name="connsiteX3" fmla="*/ 2754685 w 2975668"/>
                <a:gd name="connsiteY3" fmla="*/ 20410 h 443744"/>
                <a:gd name="connsiteX4" fmla="*/ 2747322 w 2975668"/>
                <a:gd name="connsiteY4" fmla="*/ 436381 h 443744"/>
                <a:gd name="connsiteX5" fmla="*/ 3018 w 2975668"/>
                <a:gd name="connsiteY5" fmla="*/ 443744 h 443744"/>
                <a:gd name="connsiteX0" fmla="*/ 3018 w 2957279"/>
                <a:gd name="connsiteY0" fmla="*/ 454405 h 454405"/>
                <a:gd name="connsiteX1" fmla="*/ 2225518 w 2957279"/>
                <a:gd name="connsiteY1" fmla="*/ 221571 h 454405"/>
                <a:gd name="connsiteX2" fmla="*/ 2957279 w 2957279"/>
                <a:gd name="connsiteY2" fmla="*/ 89819 h 454405"/>
                <a:gd name="connsiteX3" fmla="*/ 2754685 w 2957279"/>
                <a:gd name="connsiteY3" fmla="*/ 31071 h 454405"/>
                <a:gd name="connsiteX4" fmla="*/ 2747322 w 2957279"/>
                <a:gd name="connsiteY4" fmla="*/ 447042 h 454405"/>
                <a:gd name="connsiteX5" fmla="*/ 3018 w 2957279"/>
                <a:gd name="connsiteY5" fmla="*/ 454405 h 454405"/>
                <a:gd name="connsiteX0" fmla="*/ 3018 w 2957279"/>
                <a:gd name="connsiteY0" fmla="*/ 496161 h 496161"/>
                <a:gd name="connsiteX1" fmla="*/ 2225518 w 2957279"/>
                <a:gd name="connsiteY1" fmla="*/ 263327 h 496161"/>
                <a:gd name="connsiteX2" fmla="*/ 2957279 w 2957279"/>
                <a:gd name="connsiteY2" fmla="*/ 131575 h 496161"/>
                <a:gd name="connsiteX3" fmla="*/ 2754685 w 2957279"/>
                <a:gd name="connsiteY3" fmla="*/ 7282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364586 h 364586"/>
                <a:gd name="connsiteX1" fmla="*/ 2225518 w 2957279"/>
                <a:gd name="connsiteY1" fmla="*/ 131752 h 364586"/>
                <a:gd name="connsiteX2" fmla="*/ 2957279 w 2957279"/>
                <a:gd name="connsiteY2" fmla="*/ 0 h 364586"/>
                <a:gd name="connsiteX3" fmla="*/ 2780603 w 2957279"/>
                <a:gd name="connsiteY3" fmla="*/ 138232 h 364586"/>
                <a:gd name="connsiteX4" fmla="*/ 2747322 w 2957279"/>
                <a:gd name="connsiteY4" fmla="*/ 357223 h 364586"/>
                <a:gd name="connsiteX5" fmla="*/ 3018 w 2957279"/>
                <a:gd name="connsiteY5" fmla="*/ 364586 h 364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7279" h="364586">
                  <a:moveTo>
                    <a:pt x="3018" y="364586"/>
                  </a:moveTo>
                  <a:cubicBezTo>
                    <a:pt x="-83949" y="327008"/>
                    <a:pt x="1733141" y="192516"/>
                    <a:pt x="2225518" y="131752"/>
                  </a:cubicBezTo>
                  <a:cubicBezTo>
                    <a:pt x="2717895" y="70988"/>
                    <a:pt x="2402554" y="114689"/>
                    <a:pt x="2957279" y="0"/>
                  </a:cubicBezTo>
                  <a:cubicBezTo>
                    <a:pt x="2832942" y="71922"/>
                    <a:pt x="2815596" y="78695"/>
                    <a:pt x="2780603" y="138232"/>
                  </a:cubicBezTo>
                  <a:cubicBezTo>
                    <a:pt x="2745610" y="197769"/>
                    <a:pt x="2727394" y="213043"/>
                    <a:pt x="2747322" y="357223"/>
                  </a:cubicBezTo>
                  <a:lnTo>
                    <a:pt x="3018" y="364586"/>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66" name="Group 188">
              <a:extLst>
                <a:ext uri="{FF2B5EF4-FFF2-40B4-BE49-F238E27FC236}">
                  <a16:creationId xmlns:a16="http://schemas.microsoft.com/office/drawing/2014/main" id="{7169F7BD-A4EF-8644-A9EF-A93FF9BE128E}"/>
                </a:ext>
              </a:extLst>
            </p:cNvPr>
            <p:cNvGrpSpPr>
              <a:grpSpLocks/>
            </p:cNvGrpSpPr>
            <p:nvPr/>
          </p:nvGrpSpPr>
          <p:grpSpPr bwMode="auto">
            <a:xfrm>
              <a:off x="637575" y="1263648"/>
              <a:ext cx="2833213" cy="916517"/>
              <a:chOff x="-994833" y="4042832"/>
              <a:chExt cx="2833213" cy="916517"/>
            </a:xfrm>
          </p:grpSpPr>
          <p:sp>
            <p:nvSpPr>
              <p:cNvPr id="167" name="Rectangle 166">
                <a:extLst>
                  <a:ext uri="{FF2B5EF4-FFF2-40B4-BE49-F238E27FC236}">
                    <a16:creationId xmlns:a16="http://schemas.microsoft.com/office/drawing/2014/main" id="{6364FE24-1DE6-C74F-90F6-CFF0084730F0}"/>
                  </a:ext>
                </a:extLst>
              </p:cNvPr>
              <p:cNvSpPr/>
              <p:nvPr/>
            </p:nvSpPr>
            <p:spPr bwMode="auto">
              <a:xfrm>
                <a:off x="-977364" y="4042832"/>
                <a:ext cx="2775924" cy="915898"/>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18900000" algn="b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68" name="TextBox 190">
                <a:extLst>
                  <a:ext uri="{FF2B5EF4-FFF2-40B4-BE49-F238E27FC236}">
                    <a16:creationId xmlns:a16="http://schemas.microsoft.com/office/drawing/2014/main" id="{540FEA27-AD33-4044-81AD-CF716A1FF876}"/>
                  </a:ext>
                </a:extLst>
              </p:cNvPr>
              <p:cNvSpPr txBox="1">
                <a:spLocks noChangeArrowheads="1"/>
              </p:cNvSpPr>
              <p:nvPr/>
            </p:nvSpPr>
            <p:spPr bwMode="auto">
              <a:xfrm>
                <a:off x="-931177" y="4360336"/>
                <a:ext cx="1646504"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a:t>
                </a:r>
                <a:r>
                  <a:rPr kumimoji="0" lang="en-US" altLang="en-US" sz="16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Src</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a:t>
                </a:r>
                <a:r>
                  <a:rPr kumimoji="0" lang="en-US" altLang="en-US" sz="16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Dst</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10.2.*.*</a:t>
                </a:r>
              </a:p>
            </p:txBody>
          </p:sp>
          <p:sp>
            <p:nvSpPr>
              <p:cNvPr id="169" name="TextBox 191">
                <a:extLst>
                  <a:ext uri="{FF2B5EF4-FFF2-40B4-BE49-F238E27FC236}">
                    <a16:creationId xmlns:a16="http://schemas.microsoft.com/office/drawing/2014/main" id="{D2577434-6BA4-AE44-ACF1-5B69C95D5167}"/>
                  </a:ext>
                </a:extLst>
              </p:cNvPr>
              <p:cNvSpPr txBox="1">
                <a:spLocks noChangeArrowheads="1"/>
              </p:cNvSpPr>
              <p:nvPr/>
            </p:nvSpPr>
            <p:spPr bwMode="auto">
              <a:xfrm>
                <a:off x="718763" y="449156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70" name="Straight Connector 192">
                <a:extLst>
                  <a:ext uri="{FF2B5EF4-FFF2-40B4-BE49-F238E27FC236}">
                    <a16:creationId xmlns:a16="http://schemas.microsoft.com/office/drawing/2014/main" id="{47602C76-A801-A84B-A17C-6345DC6FB5B0}"/>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1" name="TextBox 193">
                <a:extLst>
                  <a:ext uri="{FF2B5EF4-FFF2-40B4-BE49-F238E27FC236}">
                    <a16:creationId xmlns:a16="http://schemas.microsoft.com/office/drawing/2014/main" id="{C270C9C1-7B31-B54E-B3E6-DE4F3E9197C6}"/>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72" name="TextBox 194">
                <a:extLst>
                  <a:ext uri="{FF2B5EF4-FFF2-40B4-BE49-F238E27FC236}">
                    <a16:creationId xmlns:a16="http://schemas.microsoft.com/office/drawing/2014/main" id="{249B4475-B1D3-5A4E-B579-2BDCB2E1CC83}"/>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73" name="Straight Connector 195">
                <a:extLst>
                  <a:ext uri="{FF2B5EF4-FFF2-40B4-BE49-F238E27FC236}">
                    <a16:creationId xmlns:a16="http://schemas.microsoft.com/office/drawing/2014/main" id="{19682459-1A7B-1749-8325-B95C9F950F77}"/>
                  </a:ext>
                </a:extLst>
              </p:cNvPr>
              <p:cNvCxnSpPr>
                <a:cxnSpLocks noChangeShapeType="1"/>
              </p:cNvCxnSpPr>
              <p:nvPr/>
            </p:nvCxnSpPr>
            <p:spPr bwMode="auto">
              <a:xfrm>
                <a:off x="738264" y="4049182"/>
                <a:ext cx="1" cy="9048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4" name="Group 173">
            <a:extLst>
              <a:ext uri="{FF2B5EF4-FFF2-40B4-BE49-F238E27FC236}">
                <a16:creationId xmlns:a16="http://schemas.microsoft.com/office/drawing/2014/main" id="{4480A4ED-7EF1-B844-9E8D-5FC6F2A7E450}"/>
              </a:ext>
            </a:extLst>
          </p:cNvPr>
          <p:cNvGrpSpPr>
            <a:grpSpLocks/>
          </p:cNvGrpSpPr>
          <p:nvPr/>
        </p:nvGrpSpPr>
        <p:grpSpPr bwMode="auto">
          <a:xfrm>
            <a:off x="6340608" y="4510088"/>
            <a:ext cx="2894013" cy="2022475"/>
            <a:chOff x="5956617" y="4509743"/>
            <a:chExt cx="2893901" cy="2022127"/>
          </a:xfrm>
        </p:grpSpPr>
        <p:sp>
          <p:nvSpPr>
            <p:cNvPr id="175" name="Freeform 174">
              <a:extLst>
                <a:ext uri="{FF2B5EF4-FFF2-40B4-BE49-F238E27FC236}">
                  <a16:creationId xmlns:a16="http://schemas.microsoft.com/office/drawing/2014/main" id="{B80A1654-F65B-9F4D-A9D7-45648B255D1A}"/>
                </a:ext>
              </a:extLst>
            </p:cNvPr>
            <p:cNvSpPr/>
            <p:nvPr/>
          </p:nvSpPr>
          <p:spPr>
            <a:xfrm flipH="1">
              <a:off x="5956617" y="4509743"/>
              <a:ext cx="2838340" cy="63012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979 w 2839117"/>
                <a:gd name="connsiteY0" fmla="*/ 630630 h 630630"/>
                <a:gd name="connsiteX1" fmla="*/ 2225479 w 2839117"/>
                <a:gd name="connsiteY1" fmla="*/ 397796 h 630630"/>
                <a:gd name="connsiteX2" fmla="*/ 2808948 w 2839117"/>
                <a:gd name="connsiteY2" fmla="*/ 4836 h 630630"/>
                <a:gd name="connsiteX3" fmla="*/ 2754646 w 2839117"/>
                <a:gd name="connsiteY3" fmla="*/ 207296 h 630630"/>
                <a:gd name="connsiteX4" fmla="*/ 2747283 w 2839117"/>
                <a:gd name="connsiteY4" fmla="*/ 623267 h 630630"/>
                <a:gd name="connsiteX5" fmla="*/ 2979 w 2839117"/>
                <a:gd name="connsiteY5" fmla="*/ 630630 h 63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39117" h="630630">
                  <a:moveTo>
                    <a:pt x="2979" y="630630"/>
                  </a:moveTo>
                  <a:cubicBezTo>
                    <a:pt x="-83988" y="593052"/>
                    <a:pt x="1757818" y="502095"/>
                    <a:pt x="2225479" y="397796"/>
                  </a:cubicBezTo>
                  <a:cubicBezTo>
                    <a:pt x="2693140" y="293497"/>
                    <a:pt x="2720754" y="36586"/>
                    <a:pt x="2808948" y="4836"/>
                  </a:cubicBezTo>
                  <a:cubicBezTo>
                    <a:pt x="2897142" y="-26914"/>
                    <a:pt x="2764923" y="104224"/>
                    <a:pt x="2754646" y="207296"/>
                  </a:cubicBezTo>
                  <a:cubicBezTo>
                    <a:pt x="2744369" y="310368"/>
                    <a:pt x="2727355" y="479087"/>
                    <a:pt x="2747283" y="623267"/>
                  </a:cubicBezTo>
                  <a:lnTo>
                    <a:pt x="2979" y="630630"/>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nvGrpSpPr>
            <p:cNvPr id="176" name="Group 197">
              <a:extLst>
                <a:ext uri="{FF2B5EF4-FFF2-40B4-BE49-F238E27FC236}">
                  <a16:creationId xmlns:a16="http://schemas.microsoft.com/office/drawing/2014/main" id="{824D868E-4454-2F4C-8FD8-5F6E1E36AF40}"/>
                </a:ext>
              </a:extLst>
            </p:cNvPr>
            <p:cNvGrpSpPr>
              <a:grpSpLocks/>
            </p:cNvGrpSpPr>
            <p:nvPr/>
          </p:nvGrpSpPr>
          <p:grpSpPr bwMode="auto">
            <a:xfrm>
              <a:off x="6031592" y="5137149"/>
              <a:ext cx="2818926" cy="1394721"/>
              <a:chOff x="-999973" y="4042833"/>
              <a:chExt cx="2818926" cy="1394721"/>
            </a:xfrm>
          </p:grpSpPr>
          <p:sp>
            <p:nvSpPr>
              <p:cNvPr id="177" name="Rectangle 176">
                <a:extLst>
                  <a:ext uri="{FF2B5EF4-FFF2-40B4-BE49-F238E27FC236}">
                    <a16:creationId xmlns:a16="http://schemas.microsoft.com/office/drawing/2014/main" id="{9AEE2DF9-71FE-BC4F-8EB6-54F7F0FD3D3A}"/>
                  </a:ext>
                </a:extLst>
              </p:cNvPr>
              <p:cNvSpPr/>
              <p:nvPr/>
            </p:nvSpPr>
            <p:spPr bwMode="auto">
              <a:xfrm>
                <a:off x="-978114" y="4042381"/>
                <a:ext cx="2778018" cy="1344382"/>
              </a:xfrm>
              <a:prstGeom prst="rect">
                <a:avLst/>
              </a:prstGeom>
              <a:solidFill>
                <a:schemeClr val="bg1">
                  <a:lumMod val="95000"/>
                </a:schemeClr>
              </a:solidFill>
              <a:ln w="9525" cap="flat" cmpd="sng" algn="ctr">
                <a:solidFill>
                  <a:schemeClr val="tx1">
                    <a:lumMod val="50000"/>
                    <a:lumOff val="50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78" name="TextBox 199">
                <a:extLst>
                  <a:ext uri="{FF2B5EF4-FFF2-40B4-BE49-F238E27FC236}">
                    <a16:creationId xmlns:a16="http://schemas.microsoft.com/office/drawing/2014/main" id="{542445C6-6EF0-1C4B-A1EA-869135523E05}"/>
                  </a:ext>
                </a:extLst>
              </p:cNvPr>
              <p:cNvSpPr txBox="1">
                <a:spLocks noChangeArrowheads="1"/>
              </p:cNvSpPr>
              <p:nvPr/>
            </p:nvSpPr>
            <p:spPr bwMode="auto">
              <a:xfrm>
                <a:off x="-999973" y="4360336"/>
                <a:ext cx="171503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10.2.0.4</a:t>
                </a:r>
              </a:p>
            </p:txBody>
          </p:sp>
          <p:sp>
            <p:nvSpPr>
              <p:cNvPr id="179" name="TextBox 200">
                <a:extLst>
                  <a:ext uri="{FF2B5EF4-FFF2-40B4-BE49-F238E27FC236}">
                    <a16:creationId xmlns:a16="http://schemas.microsoft.com/office/drawing/2014/main" id="{A6E954E4-BF8A-3A40-A762-B6BEE7AEF62A}"/>
                  </a:ext>
                </a:extLst>
              </p:cNvPr>
              <p:cNvSpPr txBox="1">
                <a:spLocks noChangeArrowheads="1"/>
              </p:cNvSpPr>
              <p:nvPr/>
            </p:nvSpPr>
            <p:spPr bwMode="auto">
              <a:xfrm>
                <a:off x="671327" y="4474229"/>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80" name="Straight Connector 201">
                <a:extLst>
                  <a:ext uri="{FF2B5EF4-FFF2-40B4-BE49-F238E27FC236}">
                    <a16:creationId xmlns:a16="http://schemas.microsoft.com/office/drawing/2014/main" id="{A752B4ED-0C1F-4940-AAC0-63E8ACFA2ADB}"/>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1" name="TextBox 202">
                <a:extLst>
                  <a:ext uri="{FF2B5EF4-FFF2-40B4-BE49-F238E27FC236}">
                    <a16:creationId xmlns:a16="http://schemas.microsoft.com/office/drawing/2014/main" id="{4CA61839-5823-3549-9DCB-FE8DCC36D1E7}"/>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82" name="TextBox 203">
                <a:extLst>
                  <a:ext uri="{FF2B5EF4-FFF2-40B4-BE49-F238E27FC236}">
                    <a16:creationId xmlns:a16="http://schemas.microsoft.com/office/drawing/2014/main" id="{7514D657-EC53-9E4C-B66E-1C5E795ADCF4}"/>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83" name="Straight Connector 204">
                <a:extLst>
                  <a:ext uri="{FF2B5EF4-FFF2-40B4-BE49-F238E27FC236}">
                    <a16:creationId xmlns:a16="http://schemas.microsoft.com/office/drawing/2014/main" id="{E25402CA-C61C-E345-A963-3280E2783401}"/>
                  </a:ext>
                </a:extLst>
              </p:cNvPr>
              <p:cNvCxnSpPr>
                <a:cxnSpLocks noChangeShapeType="1"/>
              </p:cNvCxnSpPr>
              <p:nvPr/>
            </p:nvCxnSpPr>
            <p:spPr bwMode="auto">
              <a:xfrm>
                <a:off x="660503" y="4042833"/>
                <a:ext cx="4690" cy="134946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205">
                <a:extLst>
                  <a:ext uri="{FF2B5EF4-FFF2-40B4-BE49-F238E27FC236}">
                    <a16:creationId xmlns:a16="http://schemas.microsoft.com/office/drawing/2014/main" id="{0C898F1E-139E-564D-BCAD-5508B13EB6CA}"/>
                  </a:ext>
                </a:extLst>
              </p:cNvPr>
              <p:cNvCxnSpPr>
                <a:cxnSpLocks noChangeShapeType="1"/>
              </p:cNvCxnSpPr>
              <p:nvPr/>
            </p:nvCxnSpPr>
            <p:spPr bwMode="auto">
              <a:xfrm>
                <a:off x="-975047" y="4896787"/>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TextBox 206">
                <a:extLst>
                  <a:ext uri="{FF2B5EF4-FFF2-40B4-BE49-F238E27FC236}">
                    <a16:creationId xmlns:a16="http://schemas.microsoft.com/office/drawing/2014/main" id="{090CAD62-F5C2-AC4D-8F08-9E4D42050550}"/>
                  </a:ext>
                </a:extLst>
              </p:cNvPr>
              <p:cNvSpPr txBox="1">
                <a:spLocks noChangeArrowheads="1"/>
              </p:cNvSpPr>
              <p:nvPr/>
            </p:nvSpPr>
            <p:spPr bwMode="auto">
              <a:xfrm>
                <a:off x="670712" y="497344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grpSp>
      </p:grpSp>
      <p:grpSp>
        <p:nvGrpSpPr>
          <p:cNvPr id="186" name="Group 185">
            <a:extLst>
              <a:ext uri="{FF2B5EF4-FFF2-40B4-BE49-F238E27FC236}">
                <a16:creationId xmlns:a16="http://schemas.microsoft.com/office/drawing/2014/main" id="{9E9352B8-0B71-B84D-8238-807CCAC1D461}"/>
              </a:ext>
            </a:extLst>
          </p:cNvPr>
          <p:cNvGrpSpPr>
            <a:grpSpLocks/>
          </p:cNvGrpSpPr>
          <p:nvPr/>
        </p:nvGrpSpPr>
        <p:grpSpPr bwMode="auto">
          <a:xfrm>
            <a:off x="971683" y="4398137"/>
            <a:ext cx="3089275" cy="2001837"/>
            <a:chOff x="587526" y="4569769"/>
            <a:chExt cx="3089750" cy="2002482"/>
          </a:xfrm>
        </p:grpSpPr>
        <p:sp>
          <p:nvSpPr>
            <p:cNvPr id="187" name="Freeform 186">
              <a:extLst>
                <a:ext uri="{FF2B5EF4-FFF2-40B4-BE49-F238E27FC236}">
                  <a16:creationId xmlns:a16="http://schemas.microsoft.com/office/drawing/2014/main" id="{1A6E741D-821B-5E4E-B022-0D497A8BED90}"/>
                </a:ext>
              </a:extLst>
            </p:cNvPr>
            <p:cNvSpPr/>
            <p:nvPr/>
          </p:nvSpPr>
          <p:spPr>
            <a:xfrm>
              <a:off x="631983" y="4569769"/>
              <a:ext cx="3045293" cy="849586"/>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5074" h="848898">
                  <a:moveTo>
                    <a:pt x="2799" y="848898"/>
                  </a:moveTo>
                  <a:cubicBezTo>
                    <a:pt x="-84168" y="811320"/>
                    <a:pt x="1881874" y="743370"/>
                    <a:pt x="2225299" y="616064"/>
                  </a:cubicBezTo>
                  <a:cubicBezTo>
                    <a:pt x="2568724" y="488758"/>
                    <a:pt x="2941438" y="33981"/>
                    <a:pt x="3029632" y="2231"/>
                  </a:cubicBezTo>
                  <a:cubicBezTo>
                    <a:pt x="3117826" y="-29519"/>
                    <a:pt x="2801554" y="285680"/>
                    <a:pt x="2754466" y="425564"/>
                  </a:cubicBezTo>
                  <a:cubicBezTo>
                    <a:pt x="2707378" y="565448"/>
                    <a:pt x="2727175" y="697355"/>
                    <a:pt x="2747103" y="841535"/>
                  </a:cubicBezTo>
                  <a:lnTo>
                    <a:pt x="2799" y="848898"/>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nvGrpSpPr>
            <p:cNvPr id="188" name="Group 50">
              <a:extLst>
                <a:ext uri="{FF2B5EF4-FFF2-40B4-BE49-F238E27FC236}">
                  <a16:creationId xmlns:a16="http://schemas.microsoft.com/office/drawing/2014/main" id="{BE1DE1B9-E78B-9240-B4C1-CDE0143B5E84}"/>
                </a:ext>
              </a:extLst>
            </p:cNvPr>
            <p:cNvGrpSpPr>
              <a:grpSpLocks/>
            </p:cNvGrpSpPr>
            <p:nvPr/>
          </p:nvGrpSpPr>
          <p:grpSpPr bwMode="auto">
            <a:xfrm>
              <a:off x="587526" y="5408083"/>
              <a:ext cx="2799140" cy="1164168"/>
              <a:chOff x="-999973" y="4042832"/>
              <a:chExt cx="2799140" cy="1164168"/>
            </a:xfrm>
          </p:grpSpPr>
          <p:sp>
            <p:nvSpPr>
              <p:cNvPr id="189" name="Rectangle 188">
                <a:extLst>
                  <a:ext uri="{FF2B5EF4-FFF2-40B4-BE49-F238E27FC236}">
                    <a16:creationId xmlns:a16="http://schemas.microsoft.com/office/drawing/2014/main" id="{2AB812EA-84E0-364C-BF4E-C310D6EE648D}"/>
                  </a:ext>
                </a:extLst>
              </p:cNvPr>
              <p:cNvSpPr/>
              <p:nvPr/>
            </p:nvSpPr>
            <p:spPr bwMode="auto">
              <a:xfrm>
                <a:off x="-977745" y="4042988"/>
                <a:ext cx="2776965" cy="1164012"/>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8100000" algn="tr"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90" name="TextBox 8">
                <a:extLst>
                  <a:ext uri="{FF2B5EF4-FFF2-40B4-BE49-F238E27FC236}">
                    <a16:creationId xmlns:a16="http://schemas.microsoft.com/office/drawing/2014/main" id="{4B4E36AE-BDA7-784C-B123-CD19BFF0A8BA}"/>
                  </a:ext>
                </a:extLst>
              </p:cNvPr>
              <p:cNvSpPr txBox="1">
                <a:spLocks noChangeArrowheads="1"/>
              </p:cNvSpPr>
              <p:nvPr/>
            </p:nvSpPr>
            <p:spPr bwMode="auto">
              <a:xfrm>
                <a:off x="-999973" y="4360336"/>
                <a:ext cx="164650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91" name="TextBox 183">
                <a:extLst>
                  <a:ext uri="{FF2B5EF4-FFF2-40B4-BE49-F238E27FC236}">
                    <a16:creationId xmlns:a16="http://schemas.microsoft.com/office/drawing/2014/main" id="{1048FAFD-39AC-F541-8FA4-CACDC171AF85}"/>
                  </a:ext>
                </a:extLst>
              </p:cNvPr>
              <p:cNvSpPr txBox="1">
                <a:spLocks noChangeArrowheads="1"/>
              </p:cNvSpPr>
              <p:nvPr/>
            </p:nvSpPr>
            <p:spPr bwMode="auto">
              <a:xfrm>
                <a:off x="676427" y="4576235"/>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cxnSp>
            <p:nvCxnSpPr>
              <p:cNvPr id="192" name="Straight Connector 14">
                <a:extLst>
                  <a:ext uri="{FF2B5EF4-FFF2-40B4-BE49-F238E27FC236}">
                    <a16:creationId xmlns:a16="http://schemas.microsoft.com/office/drawing/2014/main" id="{CC779584-6E1A-5F48-993C-109EE3DA5728}"/>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3" name="TextBox 185">
                <a:extLst>
                  <a:ext uri="{FF2B5EF4-FFF2-40B4-BE49-F238E27FC236}">
                    <a16:creationId xmlns:a16="http://schemas.microsoft.com/office/drawing/2014/main" id="{1B44CA55-C29F-9F46-A24C-C6280EF8E415}"/>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94" name="TextBox 186">
                <a:extLst>
                  <a:ext uri="{FF2B5EF4-FFF2-40B4-BE49-F238E27FC236}">
                    <a16:creationId xmlns:a16="http://schemas.microsoft.com/office/drawing/2014/main" id="{1484E893-7E74-0044-8E63-B81C5E9BAFEE}"/>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95" name="Straight Connector 187">
                <a:extLst>
                  <a:ext uri="{FF2B5EF4-FFF2-40B4-BE49-F238E27FC236}">
                    <a16:creationId xmlns:a16="http://schemas.microsoft.com/office/drawing/2014/main" id="{3C549993-9413-7245-A5F5-7AFA653CCB94}"/>
                  </a:ext>
                </a:extLst>
              </p:cNvPr>
              <p:cNvCxnSpPr>
                <a:cxnSpLocks noChangeShapeType="1"/>
              </p:cNvCxnSpPr>
              <p:nvPr/>
            </p:nvCxnSpPr>
            <p:spPr bwMode="auto">
              <a:xfrm>
                <a:off x="634998" y="4042833"/>
                <a:ext cx="0" cy="116416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9" name="TextBox 211">
            <a:extLst>
              <a:ext uri="{FF2B5EF4-FFF2-40B4-BE49-F238E27FC236}">
                <a16:creationId xmlns:a16="http://schemas.microsoft.com/office/drawing/2014/main" id="{33A0280C-1738-2A44-ADB2-B6134E78A93E}"/>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sp>
        <p:nvSpPr>
          <p:cNvPr id="150" name="Slide Number Placeholder 3">
            <a:extLst>
              <a:ext uri="{FF2B5EF4-FFF2-40B4-BE49-F238E27FC236}">
                <a16:creationId xmlns:a16="http://schemas.microsoft.com/office/drawing/2014/main" id="{C6A445C0-333B-3947-A6CF-174AEA49D02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99</a:t>
            </a:fld>
            <a:endParaRPr lang="en-US" dirty="0"/>
          </a:p>
        </p:txBody>
      </p:sp>
    </p:spTree>
    <p:extLst>
      <p:ext uri="{BB962C8B-B14F-4D97-AF65-F5344CB8AC3E}">
        <p14:creationId xmlns:p14="http://schemas.microsoft.com/office/powerpoint/2010/main" val="3553508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4"/>
                                        </p:tgtEl>
                                        <p:attrNameLst>
                                          <p:attrName>style.visibility</p:attrName>
                                        </p:attrNameLst>
                                      </p:cBhvr>
                                      <p:to>
                                        <p:strVal val="visible"/>
                                      </p:to>
                                    </p:set>
                                    <p:animEffect transition="in" filter="dissolve">
                                      <p:cBhvr>
                                        <p:cTn id="7" dur="500"/>
                                        <p:tgtEl>
                                          <p:spTgt spid="1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6"/>
                                        </p:tgtEl>
                                        <p:attrNameLst>
                                          <p:attrName>style.visibility</p:attrName>
                                        </p:attrNameLst>
                                      </p:cBhvr>
                                      <p:to>
                                        <p:strVal val="visible"/>
                                      </p:to>
                                    </p:set>
                                    <p:animEffect transition="in" filter="dissolve">
                                      <p:cBhvr>
                                        <p:cTn id="12" dur="500"/>
                                        <p:tgtEl>
                                          <p:spTgt spid="1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dissolve">
                                      <p:cBhvr>
                                        <p:cTn id="17" dur="5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summary</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64316" y="1301513"/>
            <a:ext cx="11259652" cy="4832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88925" marR="0" lvl="0" indent="-277813"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header(s) in any layers, take action</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matching over many fields (link-, network-, transport-layer)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local actions: drop, forward, modify, or send matched packet to controller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 n</a:t>
            </a: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etwork-wide</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behaviors</a:t>
            </a:r>
          </a:p>
          <a:p>
            <a:pPr marL="311150" marR="0" lvl="0" indent="-3111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simple form of “network programmability”</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programmable, per-packet “processing”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historical roots: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active networking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today: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more generalized programming: </a:t>
            </a:r>
          </a:p>
          <a:p>
            <a:pPr marL="622300" marR="0" lvl="1" indent="0" algn="l" defTabSz="914400" rtl="0" eaLnBrk="1" fontAlgn="auto" latinLnBrk="0" hangingPunct="1">
              <a:lnSpc>
                <a:spcPct val="100000"/>
              </a:lnSpc>
              <a:spcBef>
                <a:spcPts val="0"/>
              </a:spcBef>
              <a:spcAft>
                <a:spcPts val="0"/>
              </a:spcAft>
              <a:buClr>
                <a:srgbClr val="0013A3"/>
              </a:buClr>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P4 (see p4.org).</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3">
            <a:extLst>
              <a:ext uri="{FF2B5EF4-FFF2-40B4-BE49-F238E27FC236}">
                <a16:creationId xmlns:a16="http://schemas.microsoft.com/office/drawing/2014/main" id="{05AB1965-5065-B84E-8CCA-46E83EFDBD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100</a:t>
            </a:fld>
            <a:endParaRPr lang="en-US" dirty="0"/>
          </a:p>
        </p:txBody>
      </p:sp>
    </p:spTree>
    <p:extLst>
      <p:ext uri="{BB962C8B-B14F-4D97-AF65-F5344CB8AC3E}">
        <p14:creationId xmlns:p14="http://schemas.microsoft.com/office/powerpoint/2010/main" val="2117649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4">
                                            <p:txEl>
                                              <p:pRg st="3" end="3"/>
                                            </p:txEl>
                                          </p:spTgt>
                                        </p:tgtEl>
                                        <p:attrNameLst>
                                          <p:attrName>style.visibility</p:attrName>
                                        </p:attrNameLst>
                                      </p:cBhvr>
                                      <p:to>
                                        <p:strVal val="visible"/>
                                      </p:to>
                                    </p:set>
                                    <p:animEffect transition="in" filter="dissolve">
                                      <p:cBhvr>
                                        <p:cTn id="16" dur="500"/>
                                        <p:tgtEl>
                                          <p:spTgt spid="4">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animEffect transition="in" filter="dissolve">
                                      <p:cBhvr>
                                        <p:cTn id="21" dur="500"/>
                                        <p:tgtEl>
                                          <p:spTgt spid="4">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4">
                                            <p:txEl>
                                              <p:pRg st="5" end="5"/>
                                            </p:txEl>
                                          </p:spTgt>
                                        </p:tgtEl>
                                        <p:attrNameLst>
                                          <p:attrName>style.visibility</p:attrName>
                                        </p:attrNameLst>
                                      </p:cBhvr>
                                      <p:to>
                                        <p:strVal val="visible"/>
                                      </p:to>
                                    </p:set>
                                    <p:animEffect transition="in" filter="dissolve">
                                      <p:cBhvr>
                                        <p:cTn id="24" dur="500"/>
                                        <p:tgtEl>
                                          <p:spTgt spid="4">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4">
                                            <p:txEl>
                                              <p:pRg st="6" end="6"/>
                                            </p:txEl>
                                          </p:spTgt>
                                        </p:tgtEl>
                                        <p:attrNameLst>
                                          <p:attrName>style.visibility</p:attrName>
                                        </p:attrNameLst>
                                      </p:cBhvr>
                                      <p:to>
                                        <p:strVal val="visible"/>
                                      </p:to>
                                    </p:set>
                                    <p:animEffect transition="in" filter="dissolve">
                                      <p:cBhvr>
                                        <p:cTn id="27" dur="500"/>
                                        <p:tgtEl>
                                          <p:spTgt spid="4">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4">
                                            <p:txEl>
                                              <p:pRg st="7" end="7"/>
                                            </p:txEl>
                                          </p:spTgt>
                                        </p:tgtEl>
                                        <p:attrNameLst>
                                          <p:attrName>style.visibility</p:attrName>
                                        </p:attrNameLst>
                                      </p:cBhvr>
                                      <p:to>
                                        <p:strVal val="visible"/>
                                      </p:to>
                                    </p:set>
                                    <p:animEffect transition="in" filter="dissolve">
                                      <p:cBhvr>
                                        <p:cTn id="30" dur="500"/>
                                        <p:tgtEl>
                                          <p:spTgt spid="4">
                                            <p:txEl>
                                              <p:pRg st="7" end="7"/>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4">
                                            <p:txEl>
                                              <p:pRg st="8" end="8"/>
                                            </p:txEl>
                                          </p:spTgt>
                                        </p:tgtEl>
                                        <p:attrNameLst>
                                          <p:attrName>style.visibility</p:attrName>
                                        </p:attrNameLst>
                                      </p:cBhvr>
                                      <p:to>
                                        <p:strVal val="visible"/>
                                      </p:to>
                                    </p:set>
                                    <p:animEffect transition="in" filter="dissolve">
                                      <p:cBhvr>
                                        <p:cTn id="33" dur="500"/>
                                        <p:tgtEl>
                                          <p:spTgt spid="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101</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755191" y="1922053"/>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marL="407988" indent="-277813">
              <a:spcBef>
                <a:spcPts val="600"/>
              </a:spcBef>
              <a:buClr>
                <a:schemeClr val="bg1">
                  <a:lumMod val="75000"/>
                </a:schemeClr>
              </a:buClr>
            </a:pPr>
            <a:r>
              <a:rPr lang="en-US" altLang="ja-JP" sz="3200" dirty="0">
                <a:solidFill>
                  <a:schemeClr val="bg1">
                    <a:lumMod val="75000"/>
                  </a:schemeClr>
                </a:solidFill>
                <a:ea typeface="ＭＳ Ｐゴシック" panose="020B0600070205080204" pitchFamily="34" charset="-128"/>
                <a:cs typeface="Arial" panose="020B0604020202020204" pitchFamily="34" charset="0"/>
              </a:rPr>
              <a:t>What’s inside a router</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marL="403225" indent="-285750">
              <a:spcBef>
                <a:spcPts val="800"/>
              </a:spcBef>
              <a:buClr>
                <a:srgbClr val="0013A3"/>
              </a:buClr>
            </a:pPr>
            <a:r>
              <a:rPr lang="en-US" sz="3600" dirty="0"/>
              <a:t>Middleboxes</a:t>
            </a:r>
          </a:p>
          <a:p>
            <a:pPr marL="746125" lvl="1" indent="-285750">
              <a:spcBef>
                <a:spcPts val="800"/>
              </a:spcBef>
              <a:buClr>
                <a:srgbClr val="0013A3"/>
              </a:buClr>
            </a:pPr>
            <a:r>
              <a:rPr lang="en-US" sz="2800" dirty="0"/>
              <a:t>middlebox functions</a:t>
            </a:r>
          </a:p>
          <a:p>
            <a:pPr marL="746125" lvl="1" indent="-285750">
              <a:spcBef>
                <a:spcPts val="800"/>
              </a:spcBef>
              <a:buClr>
                <a:srgbClr val="0013A3"/>
              </a:buClr>
            </a:pPr>
            <a:r>
              <a:rPr lang="en-US" sz="2800" dirty="0"/>
              <a:t>evolution, architectural principles of the Internet</a:t>
            </a:r>
          </a:p>
          <a:p>
            <a:pPr marL="407988" indent="-277813">
              <a:spcBef>
                <a:spcPts val="600"/>
              </a:spcBef>
              <a:buClr>
                <a:schemeClr val="bg1">
                  <a:lumMod val="75000"/>
                </a:schemeClr>
              </a:buClr>
            </a:pPr>
            <a:endParaRPr lang="en-US" altLang="en-US" sz="3200" dirty="0">
              <a:solidFill>
                <a:schemeClr val="bg1">
                  <a:lumMod val="75000"/>
                </a:schemeClr>
              </a:solidFill>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199424598"/>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2" name="TextBox 1">
            <a:extLst>
              <a:ext uri="{FF2B5EF4-FFF2-40B4-BE49-F238E27FC236}">
                <a16:creationId xmlns:a16="http://schemas.microsoft.com/office/drawing/2014/main" id="{740B46FF-167B-3B48-B828-2F0F97E3A461}"/>
              </a:ext>
            </a:extLst>
          </p:cNvPr>
          <p:cNvSpPr txBox="1"/>
          <p:nvPr/>
        </p:nvSpPr>
        <p:spPr>
          <a:xfrm>
            <a:off x="2023441" y="2348120"/>
            <a:ext cx="8563597"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“any intermediary box performing functions apart from normal, standard functions of an IP router on the data path between a source host and destination host”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1756329" y="1865864"/>
            <a:ext cx="9187896" cy="292045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2208971" y="1685512"/>
            <a:ext cx="3000437"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 (RFC  3234)</a:t>
            </a:r>
          </a:p>
        </p:txBody>
      </p:sp>
    </p:spTree>
    <p:extLst>
      <p:ext uri="{BB962C8B-B14F-4D97-AF65-F5344CB8AC3E}">
        <p14:creationId xmlns:p14="http://schemas.microsoft.com/office/powerpoint/2010/main" val="4158403617"/>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a:t>Middleboxes everywhere!</a:t>
            </a:r>
            <a:endParaRPr lang="en-US" dirty="0"/>
          </a:p>
        </p:txBody>
      </p:sp>
      <p:sp>
        <p:nvSpPr>
          <p:cNvPr id="6" name="Freeform 5">
            <a:extLst>
              <a:ext uri="{FF2B5EF4-FFF2-40B4-BE49-F238E27FC236}">
                <a16:creationId xmlns:a16="http://schemas.microsoft.com/office/drawing/2014/main" id="{A4A8186D-B713-5447-80A3-E75F0E46A44B}"/>
              </a:ext>
            </a:extLst>
          </p:cNvPr>
          <p:cNvSpPr/>
          <p:nvPr/>
        </p:nvSpPr>
        <p:spPr>
          <a:xfrm>
            <a:off x="5738405" y="3238056"/>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Freeform 417">
            <a:extLst>
              <a:ext uri="{FF2B5EF4-FFF2-40B4-BE49-F238E27FC236}">
                <a16:creationId xmlns:a16="http://schemas.microsoft.com/office/drawing/2014/main" id="{147ED4EB-DB61-A54E-BB84-8765DDC98149}"/>
              </a:ext>
            </a:extLst>
          </p:cNvPr>
          <p:cNvSpPr>
            <a:spLocks/>
          </p:cNvSpPr>
          <p:nvPr/>
        </p:nvSpPr>
        <p:spPr bwMode="auto">
          <a:xfrm>
            <a:off x="4037567" y="2012012"/>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 name="Group 418">
            <a:extLst>
              <a:ext uri="{FF2B5EF4-FFF2-40B4-BE49-F238E27FC236}">
                <a16:creationId xmlns:a16="http://schemas.microsoft.com/office/drawing/2014/main" id="{ECCF6062-76F6-984B-B17A-C53F622A9450}"/>
              </a:ext>
            </a:extLst>
          </p:cNvPr>
          <p:cNvGrpSpPr>
            <a:grpSpLocks/>
          </p:cNvGrpSpPr>
          <p:nvPr/>
        </p:nvGrpSpPr>
        <p:grpSpPr bwMode="auto">
          <a:xfrm>
            <a:off x="3958567" y="3461529"/>
            <a:ext cx="1458912" cy="933450"/>
            <a:chOff x="2889" y="1631"/>
            <a:chExt cx="980" cy="743"/>
          </a:xfrm>
        </p:grpSpPr>
        <p:sp>
          <p:nvSpPr>
            <p:cNvPr id="9" name="Rectangle 419">
              <a:extLst>
                <a:ext uri="{FF2B5EF4-FFF2-40B4-BE49-F238E27FC236}">
                  <a16:creationId xmlns:a16="http://schemas.microsoft.com/office/drawing/2014/main" id="{1B5E0933-98B0-7B49-98CC-3BB9153702F6}"/>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 name="AutoShape 420">
              <a:extLst>
                <a:ext uri="{FF2B5EF4-FFF2-40B4-BE49-F238E27FC236}">
                  <a16:creationId xmlns:a16="http://schemas.microsoft.com/office/drawing/2014/main" id="{724A7813-3F43-2249-802C-29D90622FAE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1" name="Freeform 427">
            <a:extLst>
              <a:ext uri="{FF2B5EF4-FFF2-40B4-BE49-F238E27FC236}">
                <a16:creationId xmlns:a16="http://schemas.microsoft.com/office/drawing/2014/main" id="{B956EC23-0A0E-F140-90A0-FAD244907117}"/>
              </a:ext>
            </a:extLst>
          </p:cNvPr>
          <p:cNvSpPr>
            <a:spLocks/>
          </p:cNvSpPr>
          <p:nvPr/>
        </p:nvSpPr>
        <p:spPr bwMode="auto">
          <a:xfrm>
            <a:off x="4465618" y="4855412"/>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Text Box 580">
            <a:extLst>
              <a:ext uri="{FF2B5EF4-FFF2-40B4-BE49-F238E27FC236}">
                <a16:creationId xmlns:a16="http://schemas.microsoft.com/office/drawing/2014/main" id="{B7AA8CF3-CF38-8143-8D7D-88E1A4794EFD}"/>
              </a:ext>
            </a:extLst>
          </p:cNvPr>
          <p:cNvSpPr txBox="1">
            <a:spLocks noChangeArrowheads="1"/>
          </p:cNvSpPr>
          <p:nvPr/>
        </p:nvSpPr>
        <p:spPr bwMode="auto">
          <a:xfrm>
            <a:off x="4060125" y="5952053"/>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14" name="Freeform 13">
            <a:extLst>
              <a:ext uri="{FF2B5EF4-FFF2-40B4-BE49-F238E27FC236}">
                <a16:creationId xmlns:a16="http://schemas.microsoft.com/office/drawing/2014/main" id="{322D4284-7756-9A44-AD26-1188BD182F53}"/>
              </a:ext>
            </a:extLst>
          </p:cNvPr>
          <p:cNvSpPr/>
          <p:nvPr/>
        </p:nvSpPr>
        <p:spPr>
          <a:xfrm>
            <a:off x="6975363" y="3351818"/>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FDB69CB6-1622-2E4E-84FD-41DBE4F4B0DE}"/>
              </a:ext>
            </a:extLst>
          </p:cNvPr>
          <p:cNvGrpSpPr/>
          <p:nvPr/>
        </p:nvGrpSpPr>
        <p:grpSpPr>
          <a:xfrm>
            <a:off x="7590917" y="4100328"/>
            <a:ext cx="687393" cy="721548"/>
            <a:chOff x="5203089" y="1751190"/>
            <a:chExt cx="858331" cy="662414"/>
          </a:xfrm>
        </p:grpSpPr>
        <p:sp>
          <p:nvSpPr>
            <p:cNvPr id="16" name="Freeform 15">
              <a:extLst>
                <a:ext uri="{FF2B5EF4-FFF2-40B4-BE49-F238E27FC236}">
                  <a16:creationId xmlns:a16="http://schemas.microsoft.com/office/drawing/2014/main" id="{DA56FF28-8B17-8543-ABC2-13261C73A0E7}"/>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C21934EF-382C-FD4C-BA79-945F476CE4ED}"/>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FC610686-A987-754C-9DD7-E7A9BE88B60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7FDC578F-F438-5347-B013-25F6CFCF0038}"/>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D2FF2BCD-EF51-D748-8200-5853DAFCB1B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53D66A49-51F7-F842-8083-C0EFE1641B04}"/>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16333AA-FB2E-CF4D-AB35-E81F6A33781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2C06E6B0-F1EC-EF4E-BC25-BAED005AEE4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14E55764-A695-E840-9A9D-2E7E3B790E8F}"/>
              </a:ext>
            </a:extLst>
          </p:cNvPr>
          <p:cNvGrpSpPr/>
          <p:nvPr/>
        </p:nvGrpSpPr>
        <p:grpSpPr>
          <a:xfrm>
            <a:off x="7524388" y="3366449"/>
            <a:ext cx="594613" cy="648336"/>
            <a:chOff x="5203089" y="1751190"/>
            <a:chExt cx="858331" cy="662414"/>
          </a:xfrm>
        </p:grpSpPr>
        <p:sp>
          <p:nvSpPr>
            <p:cNvPr id="25" name="Freeform 24">
              <a:extLst>
                <a:ext uri="{FF2B5EF4-FFF2-40B4-BE49-F238E27FC236}">
                  <a16:creationId xmlns:a16="http://schemas.microsoft.com/office/drawing/2014/main" id="{25660C1D-4FFF-944C-A859-E1D371069F1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Freeform 25">
              <a:extLst>
                <a:ext uri="{FF2B5EF4-FFF2-40B4-BE49-F238E27FC236}">
                  <a16:creationId xmlns:a16="http://schemas.microsoft.com/office/drawing/2014/main" id="{BF1F730D-F592-A740-9C76-636E17A072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 name="Straight Connector 26">
              <a:extLst>
                <a:ext uri="{FF2B5EF4-FFF2-40B4-BE49-F238E27FC236}">
                  <a16:creationId xmlns:a16="http://schemas.microsoft.com/office/drawing/2014/main" id="{65E5344B-ED01-D048-8A77-5E9C23FD5812}"/>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E8B95B6E-302A-B646-9C80-D26D03E37EE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046E0392-480E-4F48-BB7B-6C597DFC57A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9245C8C0-28B3-2442-812E-B61BD7618B7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BE4470BC-CF59-1F49-9BA1-71D7FC12FEDB}"/>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421426E-4CE4-1246-9550-F37B29C8DD5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3" name="Freeform 32">
            <a:extLst>
              <a:ext uri="{FF2B5EF4-FFF2-40B4-BE49-F238E27FC236}">
                <a16:creationId xmlns:a16="http://schemas.microsoft.com/office/drawing/2014/main" id="{881DD80E-DA8B-824C-8F18-68E85CBD8CF0}"/>
              </a:ext>
            </a:extLst>
          </p:cNvPr>
          <p:cNvSpPr/>
          <p:nvPr/>
        </p:nvSpPr>
        <p:spPr>
          <a:xfrm>
            <a:off x="6294030" y="1954320"/>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64D831F3-FDB4-EE4A-992E-6F058818F90E}"/>
              </a:ext>
            </a:extLst>
          </p:cNvPr>
          <p:cNvSpPr txBox="1"/>
          <p:nvPr/>
        </p:nvSpPr>
        <p:spPr>
          <a:xfrm>
            <a:off x="6180418" y="2023473"/>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35" name="Rectangle 34">
            <a:extLst>
              <a:ext uri="{FF2B5EF4-FFF2-40B4-BE49-F238E27FC236}">
                <a16:creationId xmlns:a16="http://schemas.microsoft.com/office/drawing/2014/main" id="{BB6A9F6F-404D-A344-A485-BCFDDF6F8BE2}"/>
              </a:ext>
            </a:extLst>
          </p:cNvPr>
          <p:cNvSpPr/>
          <p:nvPr/>
        </p:nvSpPr>
        <p:spPr>
          <a:xfrm>
            <a:off x="6032285" y="3850186"/>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3B42F50C-3FBA-854F-806E-C1BCD4106A74}"/>
              </a:ext>
            </a:extLst>
          </p:cNvPr>
          <p:cNvSpPr txBox="1"/>
          <p:nvPr/>
        </p:nvSpPr>
        <p:spPr>
          <a:xfrm>
            <a:off x="7670984" y="4850215"/>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37" name="Straight Connector 36">
            <a:extLst>
              <a:ext uri="{FF2B5EF4-FFF2-40B4-BE49-F238E27FC236}">
                <a16:creationId xmlns:a16="http://schemas.microsoft.com/office/drawing/2014/main" id="{EA40FF28-022C-5E42-BF42-DCA3491BD225}"/>
              </a:ext>
            </a:extLst>
          </p:cNvPr>
          <p:cNvCxnSpPr>
            <a:cxnSpLocks/>
          </p:cNvCxnSpPr>
          <p:nvPr/>
        </p:nvCxnSpPr>
        <p:spPr>
          <a:xfrm flipH="1" flipV="1">
            <a:off x="7313137" y="3752403"/>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3727BC5-48CB-8046-9C36-EA648BEE514D}"/>
              </a:ext>
            </a:extLst>
          </p:cNvPr>
          <p:cNvCxnSpPr>
            <a:cxnSpLocks/>
          </p:cNvCxnSpPr>
          <p:nvPr/>
        </p:nvCxnSpPr>
        <p:spPr>
          <a:xfrm flipH="1" flipV="1">
            <a:off x="7414052" y="3812962"/>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23CE2BF-5580-A24F-9F66-4D913CC21C8F}"/>
              </a:ext>
            </a:extLst>
          </p:cNvPr>
          <p:cNvCxnSpPr>
            <a:cxnSpLocks/>
          </p:cNvCxnSpPr>
          <p:nvPr/>
        </p:nvCxnSpPr>
        <p:spPr>
          <a:xfrm flipV="1">
            <a:off x="7390114" y="3805699"/>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154D6B7-4A6E-224D-AD42-14476DC71E2B}"/>
              </a:ext>
            </a:extLst>
          </p:cNvPr>
          <p:cNvCxnSpPr>
            <a:cxnSpLocks/>
          </p:cNvCxnSpPr>
          <p:nvPr/>
        </p:nvCxnSpPr>
        <p:spPr>
          <a:xfrm flipH="1" flipV="1">
            <a:off x="7323991" y="3767174"/>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28CEFCC-9A9B-0147-B2E0-9696A0E2B392}"/>
              </a:ext>
            </a:extLst>
          </p:cNvPr>
          <p:cNvCxnSpPr>
            <a:cxnSpLocks/>
          </p:cNvCxnSpPr>
          <p:nvPr/>
        </p:nvCxnSpPr>
        <p:spPr>
          <a:xfrm flipH="1" flipV="1">
            <a:off x="7303837" y="4243920"/>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5CBC5B6-5DC7-B247-B3BA-6AC54F1B81D6}"/>
              </a:ext>
            </a:extLst>
          </p:cNvPr>
          <p:cNvCxnSpPr>
            <a:cxnSpLocks/>
          </p:cNvCxnSpPr>
          <p:nvPr/>
        </p:nvCxnSpPr>
        <p:spPr>
          <a:xfrm flipH="1">
            <a:off x="6648412"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98A55E1-AC57-BF45-9FDE-B902DC395A8E}"/>
              </a:ext>
            </a:extLst>
          </p:cNvPr>
          <p:cNvCxnSpPr>
            <a:cxnSpLocks/>
          </p:cNvCxnSpPr>
          <p:nvPr/>
        </p:nvCxnSpPr>
        <p:spPr>
          <a:xfrm flipH="1">
            <a:off x="5972833"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FF11D70-8B60-2148-A973-EFA0E5CD645A}"/>
              </a:ext>
            </a:extLst>
          </p:cNvPr>
          <p:cNvCxnSpPr>
            <a:cxnSpLocks/>
          </p:cNvCxnSpPr>
          <p:nvPr/>
        </p:nvCxnSpPr>
        <p:spPr>
          <a:xfrm flipH="1">
            <a:off x="6030085" y="3679950"/>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FF4C031-934F-B243-8623-E715966B0F31}"/>
              </a:ext>
            </a:extLst>
          </p:cNvPr>
          <p:cNvCxnSpPr>
            <a:cxnSpLocks/>
          </p:cNvCxnSpPr>
          <p:nvPr/>
        </p:nvCxnSpPr>
        <p:spPr>
          <a:xfrm>
            <a:off x="6486286" y="3679950"/>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2638693-68CC-E246-9809-1B60EF7CAD0A}"/>
              </a:ext>
            </a:extLst>
          </p:cNvPr>
          <p:cNvCxnSpPr/>
          <p:nvPr/>
        </p:nvCxnSpPr>
        <p:spPr>
          <a:xfrm>
            <a:off x="6890885" y="2926970"/>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B24CA9-6E09-2A42-B13C-976C87A31FF2}"/>
              </a:ext>
            </a:extLst>
          </p:cNvPr>
          <p:cNvCxnSpPr>
            <a:cxnSpLocks/>
          </p:cNvCxnSpPr>
          <p:nvPr/>
        </p:nvCxnSpPr>
        <p:spPr>
          <a:xfrm flipH="1">
            <a:off x="6551936" y="2867291"/>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 name="Group 48">
            <a:extLst>
              <a:ext uri="{FF2B5EF4-FFF2-40B4-BE49-F238E27FC236}">
                <a16:creationId xmlns:a16="http://schemas.microsoft.com/office/drawing/2014/main" id="{C61AC6DF-C2BE-6649-B87B-652E78981FB6}"/>
              </a:ext>
            </a:extLst>
          </p:cNvPr>
          <p:cNvGrpSpPr/>
          <p:nvPr/>
        </p:nvGrpSpPr>
        <p:grpSpPr>
          <a:xfrm>
            <a:off x="4610470" y="2299603"/>
            <a:ext cx="3283852" cy="3640283"/>
            <a:chOff x="7881336" y="2104198"/>
            <a:chExt cx="3283852" cy="3640283"/>
          </a:xfrm>
        </p:grpSpPr>
        <p:sp>
          <p:nvSpPr>
            <p:cNvPr id="54" name="Line 428">
              <a:extLst>
                <a:ext uri="{FF2B5EF4-FFF2-40B4-BE49-F238E27FC236}">
                  <a16:creationId xmlns:a16="http://schemas.microsoft.com/office/drawing/2014/main" id="{AABFE185-98DA-E74C-879F-265E590CC71F}"/>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 name="Line 430">
              <a:extLst>
                <a:ext uri="{FF2B5EF4-FFF2-40B4-BE49-F238E27FC236}">
                  <a16:creationId xmlns:a16="http://schemas.microsoft.com/office/drawing/2014/main" id="{CDE272BA-6529-ED41-A4A9-ECBE21E686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 name="Line 431">
              <a:extLst>
                <a:ext uri="{FF2B5EF4-FFF2-40B4-BE49-F238E27FC236}">
                  <a16:creationId xmlns:a16="http://schemas.microsoft.com/office/drawing/2014/main" id="{8153204E-ADB9-7B4C-A98D-C5103D618795}"/>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Line 432">
              <a:extLst>
                <a:ext uri="{FF2B5EF4-FFF2-40B4-BE49-F238E27FC236}">
                  <a16:creationId xmlns:a16="http://schemas.microsoft.com/office/drawing/2014/main" id="{3D0D64C8-1CDD-DE48-B1C9-000CB6E425D4}"/>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Line 433">
              <a:extLst>
                <a:ext uri="{FF2B5EF4-FFF2-40B4-BE49-F238E27FC236}">
                  <a16:creationId xmlns:a16="http://schemas.microsoft.com/office/drawing/2014/main" id="{81E6AD0D-D814-764B-A9D1-F7E5450FD606}"/>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Line 435">
              <a:extLst>
                <a:ext uri="{FF2B5EF4-FFF2-40B4-BE49-F238E27FC236}">
                  <a16:creationId xmlns:a16="http://schemas.microsoft.com/office/drawing/2014/main" id="{9FEE4B78-3B13-ED4F-8B1E-1DEB9F0497CF}"/>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36">
              <a:extLst>
                <a:ext uri="{FF2B5EF4-FFF2-40B4-BE49-F238E27FC236}">
                  <a16:creationId xmlns:a16="http://schemas.microsoft.com/office/drawing/2014/main" id="{421FC0BC-2DBA-8B44-A3F8-C4C2BF42022E}"/>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Line 439">
              <a:extLst>
                <a:ext uri="{FF2B5EF4-FFF2-40B4-BE49-F238E27FC236}">
                  <a16:creationId xmlns:a16="http://schemas.microsoft.com/office/drawing/2014/main" id="{35BF8A6D-6BEC-BC4D-B2E1-A5820D65005D}"/>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 name="Line 440">
              <a:extLst>
                <a:ext uri="{FF2B5EF4-FFF2-40B4-BE49-F238E27FC236}">
                  <a16:creationId xmlns:a16="http://schemas.microsoft.com/office/drawing/2014/main" id="{1A411CB9-1C6A-A94E-8C4E-A1F1C7CE4798}"/>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41">
              <a:extLst>
                <a:ext uri="{FF2B5EF4-FFF2-40B4-BE49-F238E27FC236}">
                  <a16:creationId xmlns:a16="http://schemas.microsoft.com/office/drawing/2014/main" id="{0BF7E746-EEF3-2746-8CDE-0C6E9DAD5B97}"/>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43">
              <a:extLst>
                <a:ext uri="{FF2B5EF4-FFF2-40B4-BE49-F238E27FC236}">
                  <a16:creationId xmlns:a16="http://schemas.microsoft.com/office/drawing/2014/main" id="{23F47921-419F-BE45-9C5A-C9479DD12B9E}"/>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49">
              <a:extLst>
                <a:ext uri="{FF2B5EF4-FFF2-40B4-BE49-F238E27FC236}">
                  <a16:creationId xmlns:a16="http://schemas.microsoft.com/office/drawing/2014/main" id="{63F1254B-37B9-E644-94C6-AAEDCAE20ED9}"/>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28">
              <a:extLst>
                <a:ext uri="{FF2B5EF4-FFF2-40B4-BE49-F238E27FC236}">
                  <a16:creationId xmlns:a16="http://schemas.microsoft.com/office/drawing/2014/main" id="{C5484219-1D1E-D54E-9B65-22340ABE1601}"/>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40">
              <a:extLst>
                <a:ext uri="{FF2B5EF4-FFF2-40B4-BE49-F238E27FC236}">
                  <a16:creationId xmlns:a16="http://schemas.microsoft.com/office/drawing/2014/main" id="{658A50B4-F2BB-8348-82C5-432C68A6A18A}"/>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7A0C4348-601F-EC4E-AD06-6FC74F86BFE5}"/>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a:extLst>
                <a:ext uri="{FF2B5EF4-FFF2-40B4-BE49-F238E27FC236}">
                  <a16:creationId xmlns:a16="http://schemas.microsoft.com/office/drawing/2014/main" id="{4DDE1C15-F6C1-7D4C-A6FC-DC73CE8109E2}"/>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753A67F5-5626-654D-AD76-00F040BA6E90}"/>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C3CA25A4-A1C6-F847-8E52-9A6642E1B57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D56B01A0-0DC1-2341-A38F-1D6C290A9FDF}"/>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786487D-59E9-814F-84A1-974368AB3001}"/>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858A21C5-5F65-5144-8A49-D8E1A5DFD2F6}"/>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03988D01-7880-F045-899F-18F4B2FCF6B1}"/>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6" name="Line 541">
              <a:extLst>
                <a:ext uri="{FF2B5EF4-FFF2-40B4-BE49-F238E27FC236}">
                  <a16:creationId xmlns:a16="http://schemas.microsoft.com/office/drawing/2014/main" id="{B1D670B4-3BB3-BC49-AC12-CE9840F29CCD}"/>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 name="Line 424">
              <a:extLst>
                <a:ext uri="{FF2B5EF4-FFF2-40B4-BE49-F238E27FC236}">
                  <a16:creationId xmlns:a16="http://schemas.microsoft.com/office/drawing/2014/main" id="{8966FFEA-47E0-A242-A16D-794FE6FCF0C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0" name="Picture 778" descr="antenna_radiation_stylized">
            <a:extLst>
              <a:ext uri="{FF2B5EF4-FFF2-40B4-BE49-F238E27FC236}">
                <a16:creationId xmlns:a16="http://schemas.microsoft.com/office/drawing/2014/main" id="{A3767384-9622-5B46-9C96-E10055F8AE1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15455" y="3986208"/>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781" descr="antenna_radiation_stylized">
            <a:extLst>
              <a:ext uri="{FF2B5EF4-FFF2-40B4-BE49-F238E27FC236}">
                <a16:creationId xmlns:a16="http://schemas.microsoft.com/office/drawing/2014/main" id="{4BFBBEC9-2C13-0E49-AA55-611753E89A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95290" y="5653216"/>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Line 426">
            <a:extLst>
              <a:ext uri="{FF2B5EF4-FFF2-40B4-BE49-F238E27FC236}">
                <a16:creationId xmlns:a16="http://schemas.microsoft.com/office/drawing/2014/main" id="{4D17A6A1-952A-4F49-9B36-A5764C4AE42F}"/>
              </a:ext>
            </a:extLst>
          </p:cNvPr>
          <p:cNvSpPr>
            <a:spLocks noChangeShapeType="1"/>
          </p:cNvSpPr>
          <p:nvPr/>
        </p:nvSpPr>
        <p:spPr bwMode="auto">
          <a:xfrm>
            <a:off x="5109681" y="2907587"/>
            <a:ext cx="151280" cy="81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95" name="Picture 777" descr="access_point_stylized_small">
            <a:extLst>
              <a:ext uri="{FF2B5EF4-FFF2-40B4-BE49-F238E27FC236}">
                <a16:creationId xmlns:a16="http://schemas.microsoft.com/office/drawing/2014/main" id="{3D8179FD-EA2E-2445-80CE-6700DBF9393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67099" y="403417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780" descr="access_point_stylized_small">
            <a:extLst>
              <a:ext uri="{FF2B5EF4-FFF2-40B4-BE49-F238E27FC236}">
                <a16:creationId xmlns:a16="http://schemas.microsoft.com/office/drawing/2014/main" id="{20E9E240-3D25-0046-A594-5B39C39AAA0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43827" y="569651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7" name="Group 96">
            <a:extLst>
              <a:ext uri="{FF2B5EF4-FFF2-40B4-BE49-F238E27FC236}">
                <a16:creationId xmlns:a16="http://schemas.microsoft.com/office/drawing/2014/main" id="{DDBE73D1-CBB5-674C-A333-27C1CD968AB3}"/>
              </a:ext>
            </a:extLst>
          </p:cNvPr>
          <p:cNvGrpSpPr/>
          <p:nvPr/>
        </p:nvGrpSpPr>
        <p:grpSpPr>
          <a:xfrm>
            <a:off x="6602582" y="5511315"/>
            <a:ext cx="309740" cy="190838"/>
            <a:chOff x="3668110" y="2448910"/>
            <a:chExt cx="3794234" cy="2165130"/>
          </a:xfrm>
        </p:grpSpPr>
        <p:sp>
          <p:nvSpPr>
            <p:cNvPr id="98" name="Rectangle 97">
              <a:extLst>
                <a:ext uri="{FF2B5EF4-FFF2-40B4-BE49-F238E27FC236}">
                  <a16:creationId xmlns:a16="http://schemas.microsoft.com/office/drawing/2014/main" id="{36DC4CCC-C7B8-254E-B17A-1C8C5F4D0E3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4A598161-A7AE-C445-A346-6AABC14017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DDC50612-BBCC-454E-BAFB-51284CCF061B}"/>
                </a:ext>
              </a:extLst>
            </p:cNvPr>
            <p:cNvGrpSpPr/>
            <p:nvPr/>
          </p:nvGrpSpPr>
          <p:grpSpPr>
            <a:xfrm>
              <a:off x="3941378" y="2603243"/>
              <a:ext cx="3202061" cy="1066110"/>
              <a:chOff x="7939341" y="3037317"/>
              <a:chExt cx="897649" cy="353919"/>
            </a:xfrm>
          </p:grpSpPr>
          <p:sp>
            <p:nvSpPr>
              <p:cNvPr id="101" name="Freeform 100">
                <a:extLst>
                  <a:ext uri="{FF2B5EF4-FFF2-40B4-BE49-F238E27FC236}">
                    <a16:creationId xmlns:a16="http://schemas.microsoft.com/office/drawing/2014/main" id="{3D08F4C3-8247-F84C-9934-2FDA20AD86C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5234BBCA-2ADE-354B-B191-2060F729929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BCB0BC67-BB6D-C248-8F4C-FA30B1A4EE8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9AD0E63E-B57C-F549-9F4E-E0F15BDD81B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CF80A1A2-F03B-4746-98D1-44CCD754C808}"/>
              </a:ext>
            </a:extLst>
          </p:cNvPr>
          <p:cNvGrpSpPr/>
          <p:nvPr/>
        </p:nvGrpSpPr>
        <p:grpSpPr>
          <a:xfrm>
            <a:off x="5429836" y="5139698"/>
            <a:ext cx="393760" cy="218578"/>
            <a:chOff x="7493876" y="2774731"/>
            <a:chExt cx="1481958" cy="894622"/>
          </a:xfrm>
        </p:grpSpPr>
        <p:sp>
          <p:nvSpPr>
            <p:cNvPr id="106" name="Freeform 105">
              <a:extLst>
                <a:ext uri="{FF2B5EF4-FFF2-40B4-BE49-F238E27FC236}">
                  <a16:creationId xmlns:a16="http://schemas.microsoft.com/office/drawing/2014/main" id="{3FC82982-1FC7-E149-A09B-941AC8314F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0EE75107-A15E-6F40-876E-57DC9ED3ED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1F05DDFD-D4B5-9E43-BA72-7C0706B483DE}"/>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A5E05FA8-8E20-1740-ADED-C7A48E8E95B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0194A8E3-679B-EA40-88F9-C4B4AD6F86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CB0CE855-5341-6D48-99BB-821AFD3FC8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A031B227-A296-504C-B8AE-435729A1D9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5D2907A7-E486-AD49-BDF8-5F4C28DDC396}"/>
              </a:ext>
            </a:extLst>
          </p:cNvPr>
          <p:cNvGrpSpPr/>
          <p:nvPr/>
        </p:nvGrpSpPr>
        <p:grpSpPr>
          <a:xfrm>
            <a:off x="5064737" y="5366711"/>
            <a:ext cx="309740" cy="190838"/>
            <a:chOff x="3668110" y="2448910"/>
            <a:chExt cx="3794234" cy="2165130"/>
          </a:xfrm>
        </p:grpSpPr>
        <p:sp>
          <p:nvSpPr>
            <p:cNvPr id="114" name="Rectangle 113">
              <a:extLst>
                <a:ext uri="{FF2B5EF4-FFF2-40B4-BE49-F238E27FC236}">
                  <a16:creationId xmlns:a16="http://schemas.microsoft.com/office/drawing/2014/main" id="{44117B27-E7BF-5D42-9C95-5BD18CAD9E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93B5057-ADBB-3B44-A7F1-356D0578EF0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FABBA988-D425-1E4D-8818-F6AB7FBC235C}"/>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E702CA4D-0087-4840-A73E-291EC8B278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41EF5965-FEAF-0C49-8B5B-B1231243413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EB181093-BF04-8249-BCEB-A0F2200C170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2E6BD2D6-AA6B-1C4C-876E-C3C4A45BC5C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CAFECC5A-B76F-C348-B370-C66C60844C2D}"/>
              </a:ext>
            </a:extLst>
          </p:cNvPr>
          <p:cNvGrpSpPr/>
          <p:nvPr/>
        </p:nvGrpSpPr>
        <p:grpSpPr>
          <a:xfrm>
            <a:off x="5189619" y="2977737"/>
            <a:ext cx="353678" cy="168275"/>
            <a:chOff x="7493876" y="2774731"/>
            <a:chExt cx="1481958" cy="894622"/>
          </a:xfrm>
        </p:grpSpPr>
        <p:sp>
          <p:nvSpPr>
            <p:cNvPr id="122" name="Freeform 121">
              <a:extLst>
                <a:ext uri="{FF2B5EF4-FFF2-40B4-BE49-F238E27FC236}">
                  <a16:creationId xmlns:a16="http://schemas.microsoft.com/office/drawing/2014/main" id="{C536CDDB-A22F-F74C-B3F8-F91E6E19B6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F09B5B7F-E228-B643-9C20-E94FB08C574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DAC343C5-1970-7A4F-864B-D89EB8CC627D}"/>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C34BBF44-7222-FE4B-A0A8-FC19E2AAB5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998726EC-F305-204A-8C4C-7E5DDEA8DEA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C356ADC-37F6-D943-B45A-111470591B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0A989339-2EE3-4D49-B889-F5A8BFCDD5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46457C60-FA88-5943-B415-D7B229C8E8E0}"/>
              </a:ext>
            </a:extLst>
          </p:cNvPr>
          <p:cNvGrpSpPr/>
          <p:nvPr/>
        </p:nvGrpSpPr>
        <p:grpSpPr>
          <a:xfrm>
            <a:off x="7637302" y="3773643"/>
            <a:ext cx="170989" cy="97052"/>
            <a:chOff x="7493876" y="2774731"/>
            <a:chExt cx="1481958" cy="894622"/>
          </a:xfrm>
        </p:grpSpPr>
        <p:sp>
          <p:nvSpPr>
            <p:cNvPr id="130" name="Freeform 129">
              <a:extLst>
                <a:ext uri="{FF2B5EF4-FFF2-40B4-BE49-F238E27FC236}">
                  <a16:creationId xmlns:a16="http://schemas.microsoft.com/office/drawing/2014/main" id="{591DBE89-7BE9-024B-9B08-670AB3A34D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1" name="Oval 130">
              <a:extLst>
                <a:ext uri="{FF2B5EF4-FFF2-40B4-BE49-F238E27FC236}">
                  <a16:creationId xmlns:a16="http://schemas.microsoft.com/office/drawing/2014/main" id="{895DFA9F-0585-614A-8A20-205A37ABF97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2" name="Group 131">
              <a:extLst>
                <a:ext uri="{FF2B5EF4-FFF2-40B4-BE49-F238E27FC236}">
                  <a16:creationId xmlns:a16="http://schemas.microsoft.com/office/drawing/2014/main" id="{8D0EEB3E-9453-1B4B-BE5A-42A8C8B8F6D8}"/>
                </a:ext>
              </a:extLst>
            </p:cNvPr>
            <p:cNvGrpSpPr/>
            <p:nvPr/>
          </p:nvGrpSpPr>
          <p:grpSpPr>
            <a:xfrm>
              <a:off x="7713663" y="2848339"/>
              <a:ext cx="1042107" cy="425543"/>
              <a:chOff x="7786941" y="2884917"/>
              <a:chExt cx="897649" cy="353919"/>
            </a:xfrm>
          </p:grpSpPr>
          <p:sp>
            <p:nvSpPr>
              <p:cNvPr id="133" name="Freeform 132">
                <a:extLst>
                  <a:ext uri="{FF2B5EF4-FFF2-40B4-BE49-F238E27FC236}">
                    <a16:creationId xmlns:a16="http://schemas.microsoft.com/office/drawing/2014/main" id="{6DC9FB8D-682F-3146-9777-C1922D0AAD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EB745E7-A708-7647-89E7-6ADE83655D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BD2934CD-37D5-1A4B-ACD2-27C67D9FDBD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0F588778-B748-CD4B-AC6B-67952187E6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6E020208-47BB-D544-B872-608AD3A804CC}"/>
              </a:ext>
            </a:extLst>
          </p:cNvPr>
          <p:cNvGrpSpPr/>
          <p:nvPr/>
        </p:nvGrpSpPr>
        <p:grpSpPr>
          <a:xfrm>
            <a:off x="7163826" y="3668416"/>
            <a:ext cx="353678" cy="198344"/>
            <a:chOff x="7493876" y="2774731"/>
            <a:chExt cx="1481958" cy="894622"/>
          </a:xfrm>
        </p:grpSpPr>
        <p:sp>
          <p:nvSpPr>
            <p:cNvPr id="138" name="Freeform 137">
              <a:extLst>
                <a:ext uri="{FF2B5EF4-FFF2-40B4-BE49-F238E27FC236}">
                  <a16:creationId xmlns:a16="http://schemas.microsoft.com/office/drawing/2014/main" id="{D415ED65-BB44-0042-872C-0FE14C6814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116B9769-E513-594A-8079-1C2D71754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62A9DD2C-146A-F840-B41C-8C9D49B6621C}"/>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61BBF31E-F07A-1B41-864B-60D6072C36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1E72C676-4956-7545-9668-A198E57B041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AAFB8EF3-50EF-7547-9707-656CEA199F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E592E86-A7A2-1340-9BB6-0514F84077F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27C7775C-A2B0-9B45-9ECC-C6A637A1263F}"/>
              </a:ext>
            </a:extLst>
          </p:cNvPr>
          <p:cNvGrpSpPr/>
          <p:nvPr/>
        </p:nvGrpSpPr>
        <p:grpSpPr>
          <a:xfrm>
            <a:off x="6701941" y="2374570"/>
            <a:ext cx="353678" cy="198344"/>
            <a:chOff x="7493876" y="2774731"/>
            <a:chExt cx="1481958" cy="894622"/>
          </a:xfrm>
        </p:grpSpPr>
        <p:sp>
          <p:nvSpPr>
            <p:cNvPr id="146" name="Freeform 145">
              <a:extLst>
                <a:ext uri="{FF2B5EF4-FFF2-40B4-BE49-F238E27FC236}">
                  <a16:creationId xmlns:a16="http://schemas.microsoft.com/office/drawing/2014/main" id="{008EFD27-81A1-F640-9391-0AD3C39DDD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359F6A-82D4-A647-9FA9-301FCFF533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987F874E-5E88-2F45-A176-4275C5B86F9E}"/>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6D375510-6D09-0D42-A234-AF58465195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13612D1D-2CB1-6340-999B-858BEB55FC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D7A76F69-A2D2-5C45-B6E4-650A545805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46B2307B-3AB8-4A49-A9CB-C7AA7D3E15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E80C56F7-6064-DC43-89CE-099FEE2E4EA1}"/>
              </a:ext>
            </a:extLst>
          </p:cNvPr>
          <p:cNvGrpSpPr/>
          <p:nvPr/>
        </p:nvGrpSpPr>
        <p:grpSpPr>
          <a:xfrm>
            <a:off x="7280431" y="2785645"/>
            <a:ext cx="353678" cy="198344"/>
            <a:chOff x="7493876" y="2774731"/>
            <a:chExt cx="1481958" cy="894622"/>
          </a:xfrm>
        </p:grpSpPr>
        <p:sp>
          <p:nvSpPr>
            <p:cNvPr id="154" name="Freeform 153">
              <a:extLst>
                <a:ext uri="{FF2B5EF4-FFF2-40B4-BE49-F238E27FC236}">
                  <a16:creationId xmlns:a16="http://schemas.microsoft.com/office/drawing/2014/main" id="{E99A6086-F21C-454A-88BB-0CDA41300E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568496F-9273-7D46-885D-14DB105562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80EF7ABE-5403-3F49-ACB7-93C3DDFAB945}"/>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695FBEC6-D66D-B144-94A5-93D7DC0DC35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DC767DDF-1029-954F-A929-072E6B780EF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D2FD19D-C7C9-DE47-88AD-087E20E8ED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27A0065F-7A70-284D-AAA0-8AC60079EC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31DD841D-BD1A-5641-8382-62BF117E97F4}"/>
              </a:ext>
            </a:extLst>
          </p:cNvPr>
          <p:cNvGrpSpPr/>
          <p:nvPr/>
        </p:nvGrpSpPr>
        <p:grpSpPr>
          <a:xfrm>
            <a:off x="7397042" y="2280241"/>
            <a:ext cx="353678" cy="198344"/>
            <a:chOff x="7493876" y="2774731"/>
            <a:chExt cx="1481958" cy="894622"/>
          </a:xfrm>
        </p:grpSpPr>
        <p:sp>
          <p:nvSpPr>
            <p:cNvPr id="162" name="Freeform 161">
              <a:extLst>
                <a:ext uri="{FF2B5EF4-FFF2-40B4-BE49-F238E27FC236}">
                  <a16:creationId xmlns:a16="http://schemas.microsoft.com/office/drawing/2014/main" id="{968FB653-AD58-394A-B69A-31BA985255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DB3447B6-A6EB-D24A-B96A-2DD1587636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26A12CB-46C0-2E4C-BD73-19C2876C3DE4}"/>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B77B432D-7641-D540-A19C-15DCB278BC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D0B35820-CE6B-6240-9E75-C227D06E76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90C8269A-1161-2E4C-A50A-043159099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E798F45C-ED31-AB48-8404-C4AD780C71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8286D13E-1F1B-D24E-98A1-5B25CB67CE60}"/>
              </a:ext>
            </a:extLst>
          </p:cNvPr>
          <p:cNvGrpSpPr/>
          <p:nvPr/>
        </p:nvGrpSpPr>
        <p:grpSpPr>
          <a:xfrm>
            <a:off x="6733343" y="2833843"/>
            <a:ext cx="353678" cy="198344"/>
            <a:chOff x="7493876" y="2774731"/>
            <a:chExt cx="1481958" cy="894622"/>
          </a:xfrm>
        </p:grpSpPr>
        <p:sp>
          <p:nvSpPr>
            <p:cNvPr id="170" name="Freeform 169">
              <a:extLst>
                <a:ext uri="{FF2B5EF4-FFF2-40B4-BE49-F238E27FC236}">
                  <a16:creationId xmlns:a16="http://schemas.microsoft.com/office/drawing/2014/main" id="{6EA94988-CC89-3642-A88D-6B459D6F8BC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A814D6F1-04C2-1B4D-BC48-F5D64BFAD7F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E8D99D35-1055-C746-A34F-65F922F1747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20475BE0-775B-ED48-8B9C-337924DEA5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37A6F49D-CFDA-3247-8203-78C4A36E9B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20797F7F-7714-9D4D-9312-1235620E67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C0A274B4-6FE8-AB48-84CB-724778C05E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234CA8E2-CA47-3342-89C3-3B10D0B4BE7B}"/>
              </a:ext>
            </a:extLst>
          </p:cNvPr>
          <p:cNvGrpSpPr/>
          <p:nvPr/>
        </p:nvGrpSpPr>
        <p:grpSpPr>
          <a:xfrm>
            <a:off x="6250355" y="3566310"/>
            <a:ext cx="367224" cy="240304"/>
            <a:chOff x="7493876" y="2774731"/>
            <a:chExt cx="1481958" cy="894622"/>
          </a:xfrm>
        </p:grpSpPr>
        <p:sp>
          <p:nvSpPr>
            <p:cNvPr id="178" name="Freeform 177">
              <a:extLst>
                <a:ext uri="{FF2B5EF4-FFF2-40B4-BE49-F238E27FC236}">
                  <a16:creationId xmlns:a16="http://schemas.microsoft.com/office/drawing/2014/main" id="{88E368EA-8580-3049-88F2-2BFFEBA52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CECD1735-BC7F-4B4E-A156-C6237EB21EB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BFFDA69F-52E5-704E-816A-7D283F46D629}"/>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5DF768A8-0989-8D43-9005-A3525A8FAE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8379FEEB-3CD5-0E45-813F-30F4E374B4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9D336B54-C010-2842-B3B2-A7896CBA45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9FEF9841-0617-B143-8CDB-7C763CD143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8E04DDD9-D15C-B342-9331-71FCA9CC9A21}"/>
              </a:ext>
            </a:extLst>
          </p:cNvPr>
          <p:cNvGrpSpPr/>
          <p:nvPr/>
        </p:nvGrpSpPr>
        <p:grpSpPr>
          <a:xfrm>
            <a:off x="7128476" y="4164603"/>
            <a:ext cx="353678" cy="198344"/>
            <a:chOff x="7493876" y="2774731"/>
            <a:chExt cx="1481958" cy="894622"/>
          </a:xfrm>
        </p:grpSpPr>
        <p:sp>
          <p:nvSpPr>
            <p:cNvPr id="186" name="Freeform 185">
              <a:extLst>
                <a:ext uri="{FF2B5EF4-FFF2-40B4-BE49-F238E27FC236}">
                  <a16:creationId xmlns:a16="http://schemas.microsoft.com/office/drawing/2014/main" id="{9CDA6893-911D-C047-91B4-85C5DEB4A1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BDC2350C-98DB-984A-9664-41C9A28FF0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1651D0AD-B967-8A43-9356-76CC0038EA93}"/>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E9DC72D0-39BD-D540-8565-EB08F00726F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738ABBCB-62DC-0C4E-A6F6-F4C73B296D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7CA91F59-475D-3049-8E41-FB80438B2F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ECD0867-45D3-1848-9A29-2D6D97DCB5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D68B99D8-7FAA-DB48-B100-6ABCC18F88DA}"/>
              </a:ext>
            </a:extLst>
          </p:cNvPr>
          <p:cNvGrpSpPr/>
          <p:nvPr/>
        </p:nvGrpSpPr>
        <p:grpSpPr>
          <a:xfrm>
            <a:off x="7679199" y="4541403"/>
            <a:ext cx="228295" cy="120400"/>
            <a:chOff x="7493876" y="2774731"/>
            <a:chExt cx="1481958" cy="894622"/>
          </a:xfrm>
        </p:grpSpPr>
        <p:sp>
          <p:nvSpPr>
            <p:cNvPr id="194" name="Freeform 193">
              <a:extLst>
                <a:ext uri="{FF2B5EF4-FFF2-40B4-BE49-F238E27FC236}">
                  <a16:creationId xmlns:a16="http://schemas.microsoft.com/office/drawing/2014/main" id="{5AE55CE8-1A18-0546-8F95-19EB00C51B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397A6EEC-7F7B-B44D-B159-E6529E96DAE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229D8220-1A87-F446-B97A-75E762AD48BC}"/>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01199B66-E17B-D040-8270-AD6CAECF1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EF08140F-CE6F-2A44-91C7-25472FA7CA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8F2984-FEFB-3A4B-90CB-9D788B96596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65FB8895-68EA-724B-98F2-A3AF0A66D9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A9715D41-04EC-3F44-9C57-5ECB88DD7625}"/>
              </a:ext>
            </a:extLst>
          </p:cNvPr>
          <p:cNvGrpSpPr/>
          <p:nvPr/>
        </p:nvGrpSpPr>
        <p:grpSpPr>
          <a:xfrm>
            <a:off x="4452729" y="2531165"/>
            <a:ext cx="363739" cy="305055"/>
            <a:chOff x="7432700" y="2327293"/>
            <a:chExt cx="534987" cy="407988"/>
          </a:xfrm>
        </p:grpSpPr>
        <p:pic>
          <p:nvPicPr>
            <p:cNvPr id="202" name="Picture 1017" descr="antenna_stylized">
              <a:extLst>
                <a:ext uri="{FF2B5EF4-FFF2-40B4-BE49-F238E27FC236}">
                  <a16:creationId xmlns:a16="http://schemas.microsoft.com/office/drawing/2014/main" id="{011A3A36-F323-9149-A225-B6479F7E04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1018" descr="laptop_keyboard">
              <a:extLst>
                <a:ext uri="{FF2B5EF4-FFF2-40B4-BE49-F238E27FC236}">
                  <a16:creationId xmlns:a16="http://schemas.microsoft.com/office/drawing/2014/main" id="{67AF5373-64A6-ED4C-9A20-8BA713D91958}"/>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019">
              <a:extLst>
                <a:ext uri="{FF2B5EF4-FFF2-40B4-BE49-F238E27FC236}">
                  <a16:creationId xmlns:a16="http://schemas.microsoft.com/office/drawing/2014/main" id="{77B7C5CC-3126-CC4E-BEA2-6BC77404DC85}"/>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05" name="Picture 1020" descr="screen">
              <a:extLst>
                <a:ext uri="{FF2B5EF4-FFF2-40B4-BE49-F238E27FC236}">
                  <a16:creationId xmlns:a16="http://schemas.microsoft.com/office/drawing/2014/main" id="{F1597118-CDB4-9245-B064-46E81907E92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21">
              <a:extLst>
                <a:ext uri="{FF2B5EF4-FFF2-40B4-BE49-F238E27FC236}">
                  <a16:creationId xmlns:a16="http://schemas.microsoft.com/office/drawing/2014/main" id="{7C810ED4-4DEB-3040-9BF6-CA361BC1C8A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 name="Freeform 1022">
              <a:extLst>
                <a:ext uri="{FF2B5EF4-FFF2-40B4-BE49-F238E27FC236}">
                  <a16:creationId xmlns:a16="http://schemas.microsoft.com/office/drawing/2014/main" id="{E4213180-3C66-8D4A-A0C7-B0B5FF22588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 name="Freeform 1023">
              <a:extLst>
                <a:ext uri="{FF2B5EF4-FFF2-40B4-BE49-F238E27FC236}">
                  <a16:creationId xmlns:a16="http://schemas.microsoft.com/office/drawing/2014/main" id="{12A86A22-C609-1D4C-A970-E79D8520189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 name="Freeform 1024">
              <a:extLst>
                <a:ext uri="{FF2B5EF4-FFF2-40B4-BE49-F238E27FC236}">
                  <a16:creationId xmlns:a16="http://schemas.microsoft.com/office/drawing/2014/main" id="{FC4340F8-0A2B-F34E-9B80-F8444EB719BA}"/>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 name="Freeform 1025">
              <a:extLst>
                <a:ext uri="{FF2B5EF4-FFF2-40B4-BE49-F238E27FC236}">
                  <a16:creationId xmlns:a16="http://schemas.microsoft.com/office/drawing/2014/main" id="{152515B1-7436-7244-9589-ABB725ACD54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 name="Freeform 1026">
              <a:extLst>
                <a:ext uri="{FF2B5EF4-FFF2-40B4-BE49-F238E27FC236}">
                  <a16:creationId xmlns:a16="http://schemas.microsoft.com/office/drawing/2014/main" id="{00C1E013-24FD-4F4F-9BDC-600E5726F18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2" name="Group 1027">
              <a:extLst>
                <a:ext uri="{FF2B5EF4-FFF2-40B4-BE49-F238E27FC236}">
                  <a16:creationId xmlns:a16="http://schemas.microsoft.com/office/drawing/2014/main" id="{020A869B-B4AB-6245-A52F-D311B20025A3}"/>
                </a:ext>
              </a:extLst>
            </p:cNvPr>
            <p:cNvGrpSpPr>
              <a:grpSpLocks/>
            </p:cNvGrpSpPr>
            <p:nvPr/>
          </p:nvGrpSpPr>
          <p:grpSpPr bwMode="auto">
            <a:xfrm>
              <a:off x="7594735" y="2642220"/>
              <a:ext cx="98740" cy="36846"/>
              <a:chOff x="1740" y="2642"/>
              <a:chExt cx="752" cy="327"/>
            </a:xfrm>
          </p:grpSpPr>
          <p:sp>
            <p:nvSpPr>
              <p:cNvPr id="219" name="Freeform 1028">
                <a:extLst>
                  <a:ext uri="{FF2B5EF4-FFF2-40B4-BE49-F238E27FC236}">
                    <a16:creationId xmlns:a16="http://schemas.microsoft.com/office/drawing/2014/main" id="{7C59F553-D4F3-B84A-9D32-750872FDA88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 name="Freeform 1029">
                <a:extLst>
                  <a:ext uri="{FF2B5EF4-FFF2-40B4-BE49-F238E27FC236}">
                    <a16:creationId xmlns:a16="http://schemas.microsoft.com/office/drawing/2014/main" id="{FB31CE0D-B1A2-2541-8E6C-07BACBE2212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 name="Freeform 1030">
                <a:extLst>
                  <a:ext uri="{FF2B5EF4-FFF2-40B4-BE49-F238E27FC236}">
                    <a16:creationId xmlns:a16="http://schemas.microsoft.com/office/drawing/2014/main" id="{79743601-1251-B446-96A2-E8A022F04B7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 name="Freeform 1031">
                <a:extLst>
                  <a:ext uri="{FF2B5EF4-FFF2-40B4-BE49-F238E27FC236}">
                    <a16:creationId xmlns:a16="http://schemas.microsoft.com/office/drawing/2014/main" id="{92C93205-F1A2-C64C-9417-CB0149EB09D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Freeform 1032">
                <a:extLst>
                  <a:ext uri="{FF2B5EF4-FFF2-40B4-BE49-F238E27FC236}">
                    <a16:creationId xmlns:a16="http://schemas.microsoft.com/office/drawing/2014/main" id="{CE834B82-F7B4-6F43-A54F-3F4A32763DB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 name="Freeform 1033">
                <a:extLst>
                  <a:ext uri="{FF2B5EF4-FFF2-40B4-BE49-F238E27FC236}">
                    <a16:creationId xmlns:a16="http://schemas.microsoft.com/office/drawing/2014/main" id="{106FA891-3BDD-BD42-AB09-FD3624FAB01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 name="Freeform 1034">
              <a:extLst>
                <a:ext uri="{FF2B5EF4-FFF2-40B4-BE49-F238E27FC236}">
                  <a16:creationId xmlns:a16="http://schemas.microsoft.com/office/drawing/2014/main" id="{89D3CB3B-C6EA-334C-8A75-30725C2225C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 name="Freeform 1035">
              <a:extLst>
                <a:ext uri="{FF2B5EF4-FFF2-40B4-BE49-F238E27FC236}">
                  <a16:creationId xmlns:a16="http://schemas.microsoft.com/office/drawing/2014/main" id="{ED4D7C44-7297-044F-BC72-345005F5479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 name="Freeform 1036">
              <a:extLst>
                <a:ext uri="{FF2B5EF4-FFF2-40B4-BE49-F238E27FC236}">
                  <a16:creationId xmlns:a16="http://schemas.microsoft.com/office/drawing/2014/main" id="{0B965469-D790-CB43-83C5-F9FD8BE68FB2}"/>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 name="Freeform 1037">
              <a:extLst>
                <a:ext uri="{FF2B5EF4-FFF2-40B4-BE49-F238E27FC236}">
                  <a16:creationId xmlns:a16="http://schemas.microsoft.com/office/drawing/2014/main" id="{7917FF6D-4AF2-684D-9433-F5DA9B184132}"/>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 name="Freeform 1038">
              <a:extLst>
                <a:ext uri="{FF2B5EF4-FFF2-40B4-BE49-F238E27FC236}">
                  <a16:creationId xmlns:a16="http://schemas.microsoft.com/office/drawing/2014/main" id="{B0C4D2F9-6B8F-BE4A-BB70-761FAC74AEF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 name="Freeform 1039">
              <a:extLst>
                <a:ext uri="{FF2B5EF4-FFF2-40B4-BE49-F238E27FC236}">
                  <a16:creationId xmlns:a16="http://schemas.microsoft.com/office/drawing/2014/main" id="{9E1A150D-77F7-9E4E-863C-9F2A7CAC8F2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 name="Group 227">
            <a:extLst>
              <a:ext uri="{FF2B5EF4-FFF2-40B4-BE49-F238E27FC236}">
                <a16:creationId xmlns:a16="http://schemas.microsoft.com/office/drawing/2014/main" id="{5880E45C-BBBE-554A-858B-868F56890610}"/>
              </a:ext>
            </a:extLst>
          </p:cNvPr>
          <p:cNvGrpSpPr/>
          <p:nvPr/>
        </p:nvGrpSpPr>
        <p:grpSpPr>
          <a:xfrm>
            <a:off x="4823792" y="2160105"/>
            <a:ext cx="711560" cy="179030"/>
            <a:chOff x="8493165" y="2029804"/>
            <a:chExt cx="849312" cy="226109"/>
          </a:xfrm>
        </p:grpSpPr>
        <p:pic>
          <p:nvPicPr>
            <p:cNvPr id="229" name="Picture 603" descr="car_icon_small">
              <a:extLst>
                <a:ext uri="{FF2B5EF4-FFF2-40B4-BE49-F238E27FC236}">
                  <a16:creationId xmlns:a16="http://schemas.microsoft.com/office/drawing/2014/main" id="{7EA98D6A-860A-4948-BE05-44BA8D6F25FA}"/>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1017" descr="antenna_stylized">
              <a:extLst>
                <a:ext uri="{FF2B5EF4-FFF2-40B4-BE49-F238E27FC236}">
                  <a16:creationId xmlns:a16="http://schemas.microsoft.com/office/drawing/2014/main" id="{5AAB3468-1552-464A-B1FC-5665FD619B9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1" name="Group 230">
            <a:extLst>
              <a:ext uri="{FF2B5EF4-FFF2-40B4-BE49-F238E27FC236}">
                <a16:creationId xmlns:a16="http://schemas.microsoft.com/office/drawing/2014/main" id="{B55A99B4-EA82-D240-8CDF-FEB12D160A74}"/>
              </a:ext>
            </a:extLst>
          </p:cNvPr>
          <p:cNvGrpSpPr/>
          <p:nvPr/>
        </p:nvGrpSpPr>
        <p:grpSpPr>
          <a:xfrm>
            <a:off x="4246735" y="3497702"/>
            <a:ext cx="857739" cy="583764"/>
            <a:chOff x="7487144" y="3296104"/>
            <a:chExt cx="857739" cy="583764"/>
          </a:xfrm>
        </p:grpSpPr>
        <p:grpSp>
          <p:nvGrpSpPr>
            <p:cNvPr id="232" name="Group 231">
              <a:extLst>
                <a:ext uri="{FF2B5EF4-FFF2-40B4-BE49-F238E27FC236}">
                  <a16:creationId xmlns:a16="http://schemas.microsoft.com/office/drawing/2014/main" id="{409D3E52-5CE8-F04F-BEDB-5BA109B598E9}"/>
                </a:ext>
              </a:extLst>
            </p:cNvPr>
            <p:cNvGrpSpPr/>
            <p:nvPr/>
          </p:nvGrpSpPr>
          <p:grpSpPr>
            <a:xfrm>
              <a:off x="7487144" y="3389820"/>
              <a:ext cx="350807" cy="305517"/>
              <a:chOff x="7487144" y="3389820"/>
              <a:chExt cx="350807" cy="305517"/>
            </a:xfrm>
          </p:grpSpPr>
          <p:pic>
            <p:nvPicPr>
              <p:cNvPr id="239" name="Picture 1115" descr="antenna_stylized">
                <a:extLst>
                  <a:ext uri="{FF2B5EF4-FFF2-40B4-BE49-F238E27FC236}">
                    <a16:creationId xmlns:a16="http://schemas.microsoft.com/office/drawing/2014/main" id="{C7DC9C85-0935-ED40-93B0-652D43F0D9A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0" name="Picture 1116" descr="laptop_keyboard">
                <a:extLst>
                  <a:ext uri="{FF2B5EF4-FFF2-40B4-BE49-F238E27FC236}">
                    <a16:creationId xmlns:a16="http://schemas.microsoft.com/office/drawing/2014/main" id="{ED2E6C0C-9356-2242-932A-1F72C8B82CD3}"/>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117">
                <a:extLst>
                  <a:ext uri="{FF2B5EF4-FFF2-40B4-BE49-F238E27FC236}">
                    <a16:creationId xmlns:a16="http://schemas.microsoft.com/office/drawing/2014/main" id="{00D1D267-9D69-824F-85A0-11CE16FC1676}"/>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42" name="Picture 1118" descr="screen">
                <a:extLst>
                  <a:ext uri="{FF2B5EF4-FFF2-40B4-BE49-F238E27FC236}">
                    <a16:creationId xmlns:a16="http://schemas.microsoft.com/office/drawing/2014/main" id="{2E865BDB-6379-4B4A-BA26-4B74B8ED7EB3}"/>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9">
                <a:extLst>
                  <a:ext uri="{FF2B5EF4-FFF2-40B4-BE49-F238E27FC236}">
                    <a16:creationId xmlns:a16="http://schemas.microsoft.com/office/drawing/2014/main" id="{D4C888E3-5CAE-5F46-B3DA-7FFA02698F4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 name="Freeform 1120">
                <a:extLst>
                  <a:ext uri="{FF2B5EF4-FFF2-40B4-BE49-F238E27FC236}">
                    <a16:creationId xmlns:a16="http://schemas.microsoft.com/office/drawing/2014/main" id="{7DC724E0-C474-2342-937E-5530C2B713BC}"/>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5" name="Freeform 1121">
                <a:extLst>
                  <a:ext uri="{FF2B5EF4-FFF2-40B4-BE49-F238E27FC236}">
                    <a16:creationId xmlns:a16="http://schemas.microsoft.com/office/drawing/2014/main" id="{DBBADCB7-5AF1-B647-8187-B515342DFA6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6" name="Freeform 1122">
                <a:extLst>
                  <a:ext uri="{FF2B5EF4-FFF2-40B4-BE49-F238E27FC236}">
                    <a16:creationId xmlns:a16="http://schemas.microsoft.com/office/drawing/2014/main" id="{6A7E7781-A06C-4A46-B4D4-A2ADD7BC4CA2}"/>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7" name="Freeform 1123">
                <a:extLst>
                  <a:ext uri="{FF2B5EF4-FFF2-40B4-BE49-F238E27FC236}">
                    <a16:creationId xmlns:a16="http://schemas.microsoft.com/office/drawing/2014/main" id="{D6F87B20-8CEB-3547-A384-CF7630F9EEF1}"/>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 name="Freeform 1124">
                <a:extLst>
                  <a:ext uri="{FF2B5EF4-FFF2-40B4-BE49-F238E27FC236}">
                    <a16:creationId xmlns:a16="http://schemas.microsoft.com/office/drawing/2014/main" id="{D4068BF3-7165-D94A-8083-B56B708AB056}"/>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49" name="Group 1125">
                <a:extLst>
                  <a:ext uri="{FF2B5EF4-FFF2-40B4-BE49-F238E27FC236}">
                    <a16:creationId xmlns:a16="http://schemas.microsoft.com/office/drawing/2014/main" id="{49F316BA-1EC8-1A4C-8646-3DB1066BE697}"/>
                  </a:ext>
                </a:extLst>
              </p:cNvPr>
              <p:cNvGrpSpPr>
                <a:grpSpLocks/>
              </p:cNvGrpSpPr>
              <p:nvPr/>
            </p:nvGrpSpPr>
            <p:grpSpPr bwMode="auto">
              <a:xfrm>
                <a:off x="7593395" y="3625649"/>
                <a:ext cx="64747" cy="27592"/>
                <a:chOff x="1740" y="2642"/>
                <a:chExt cx="752" cy="327"/>
              </a:xfrm>
            </p:grpSpPr>
            <p:sp>
              <p:nvSpPr>
                <p:cNvPr id="256" name="Freeform 1126">
                  <a:extLst>
                    <a:ext uri="{FF2B5EF4-FFF2-40B4-BE49-F238E27FC236}">
                      <a16:creationId xmlns:a16="http://schemas.microsoft.com/office/drawing/2014/main" id="{33FE59FB-DFE6-7341-B17A-E0B047418DE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127">
                  <a:extLst>
                    <a:ext uri="{FF2B5EF4-FFF2-40B4-BE49-F238E27FC236}">
                      <a16:creationId xmlns:a16="http://schemas.microsoft.com/office/drawing/2014/main" id="{598F8813-57C3-F84F-83C4-0B9E1718097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128">
                  <a:extLst>
                    <a:ext uri="{FF2B5EF4-FFF2-40B4-BE49-F238E27FC236}">
                      <a16:creationId xmlns:a16="http://schemas.microsoft.com/office/drawing/2014/main" id="{C6707220-A73C-4F42-B353-3DDAC39FA4D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129">
                  <a:extLst>
                    <a:ext uri="{FF2B5EF4-FFF2-40B4-BE49-F238E27FC236}">
                      <a16:creationId xmlns:a16="http://schemas.microsoft.com/office/drawing/2014/main" id="{69D8ADD5-9521-5041-AA09-96E118EB0A6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0" name="Freeform 1130">
                  <a:extLst>
                    <a:ext uri="{FF2B5EF4-FFF2-40B4-BE49-F238E27FC236}">
                      <a16:creationId xmlns:a16="http://schemas.microsoft.com/office/drawing/2014/main" id="{FDC2A7F7-5B56-B846-9E39-51BA6D5E4EB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1" name="Freeform 1131">
                  <a:extLst>
                    <a:ext uri="{FF2B5EF4-FFF2-40B4-BE49-F238E27FC236}">
                      <a16:creationId xmlns:a16="http://schemas.microsoft.com/office/drawing/2014/main" id="{D6672560-B106-9C4C-8CF0-929B184BD67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0" name="Freeform 1132">
                <a:extLst>
                  <a:ext uri="{FF2B5EF4-FFF2-40B4-BE49-F238E27FC236}">
                    <a16:creationId xmlns:a16="http://schemas.microsoft.com/office/drawing/2014/main" id="{BB1750B0-C777-0046-A734-2F93E4CD08A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1" name="Freeform 1133">
                <a:extLst>
                  <a:ext uri="{FF2B5EF4-FFF2-40B4-BE49-F238E27FC236}">
                    <a16:creationId xmlns:a16="http://schemas.microsoft.com/office/drawing/2014/main" id="{95867084-C6EF-724D-8778-CC07F1339CD9}"/>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2" name="Freeform 1134">
                <a:extLst>
                  <a:ext uri="{FF2B5EF4-FFF2-40B4-BE49-F238E27FC236}">
                    <a16:creationId xmlns:a16="http://schemas.microsoft.com/office/drawing/2014/main" id="{D1BD0E25-944D-7F46-A12A-B93EF1AE3B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3" name="Freeform 1135">
                <a:extLst>
                  <a:ext uri="{FF2B5EF4-FFF2-40B4-BE49-F238E27FC236}">
                    <a16:creationId xmlns:a16="http://schemas.microsoft.com/office/drawing/2014/main" id="{CF2CF5B5-622C-5343-B5D0-5391059D59D8}"/>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4" name="Freeform 1136">
                <a:extLst>
                  <a:ext uri="{FF2B5EF4-FFF2-40B4-BE49-F238E27FC236}">
                    <a16:creationId xmlns:a16="http://schemas.microsoft.com/office/drawing/2014/main" id="{6048412C-8C17-C140-AD3E-3A9012E700F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137">
                <a:extLst>
                  <a:ext uri="{FF2B5EF4-FFF2-40B4-BE49-F238E27FC236}">
                    <a16:creationId xmlns:a16="http://schemas.microsoft.com/office/drawing/2014/main" id="{EED18DA0-8875-9843-8A85-6A944F34957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 name="Group 1139">
              <a:extLst>
                <a:ext uri="{FF2B5EF4-FFF2-40B4-BE49-F238E27FC236}">
                  <a16:creationId xmlns:a16="http://schemas.microsoft.com/office/drawing/2014/main" id="{D9004963-936C-DD47-9965-B9CCBB2F9661}"/>
                </a:ext>
              </a:extLst>
            </p:cNvPr>
            <p:cNvGrpSpPr>
              <a:grpSpLocks/>
            </p:cNvGrpSpPr>
            <p:nvPr/>
          </p:nvGrpSpPr>
          <p:grpSpPr bwMode="auto">
            <a:xfrm flipH="1">
              <a:off x="7985622" y="3537823"/>
              <a:ext cx="359261" cy="342045"/>
              <a:chOff x="2839" y="3501"/>
              <a:chExt cx="755" cy="803"/>
            </a:xfrm>
          </p:grpSpPr>
          <p:pic>
            <p:nvPicPr>
              <p:cNvPr id="237" name="Picture 1140" descr="desktop_computer_stylized_medium">
                <a:extLst>
                  <a:ext uri="{FF2B5EF4-FFF2-40B4-BE49-F238E27FC236}">
                    <a16:creationId xmlns:a16="http://schemas.microsoft.com/office/drawing/2014/main" id="{AD933EE7-0891-0146-A9F4-226FA7B27A1A}"/>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41">
                <a:extLst>
                  <a:ext uri="{FF2B5EF4-FFF2-40B4-BE49-F238E27FC236}">
                    <a16:creationId xmlns:a16="http://schemas.microsoft.com/office/drawing/2014/main" id="{DAF83E23-262D-1043-8CCF-F63A734D8D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 name="Group 233">
              <a:extLst>
                <a:ext uri="{FF2B5EF4-FFF2-40B4-BE49-F238E27FC236}">
                  <a16:creationId xmlns:a16="http://schemas.microsoft.com/office/drawing/2014/main" id="{B2958F6D-7B2A-364C-8D84-79D8C6C9B1F4}"/>
                </a:ext>
              </a:extLst>
            </p:cNvPr>
            <p:cNvGrpSpPr/>
            <p:nvPr/>
          </p:nvGrpSpPr>
          <p:grpSpPr>
            <a:xfrm>
              <a:off x="7797061" y="3296104"/>
              <a:ext cx="347997" cy="396620"/>
              <a:chOff x="7797061" y="3296104"/>
              <a:chExt cx="347997" cy="396620"/>
            </a:xfrm>
          </p:grpSpPr>
          <p:pic>
            <p:nvPicPr>
              <p:cNvPr id="235" name="Picture 571" descr="fridge2.png">
                <a:extLst>
                  <a:ext uri="{FF2B5EF4-FFF2-40B4-BE49-F238E27FC236}">
                    <a16:creationId xmlns:a16="http://schemas.microsoft.com/office/drawing/2014/main" id="{ABC51E46-52F9-3D42-AFBD-658C57251683}"/>
                  </a:ext>
                </a:extLst>
              </p:cNvPr>
              <p:cNvPicPr>
                <a:picLocks noChangeAspect="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1115" descr="antenna_stylized">
                <a:extLst>
                  <a:ext uri="{FF2B5EF4-FFF2-40B4-BE49-F238E27FC236}">
                    <a16:creationId xmlns:a16="http://schemas.microsoft.com/office/drawing/2014/main" id="{CED1EF09-FE8F-4B41-A745-0C14F13A12D0}"/>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2" name="Group 261">
            <a:extLst>
              <a:ext uri="{FF2B5EF4-FFF2-40B4-BE49-F238E27FC236}">
                <a16:creationId xmlns:a16="http://schemas.microsoft.com/office/drawing/2014/main" id="{D44AFE4B-018B-ED4C-9212-23E48ADBCA41}"/>
              </a:ext>
            </a:extLst>
          </p:cNvPr>
          <p:cNvGrpSpPr/>
          <p:nvPr/>
        </p:nvGrpSpPr>
        <p:grpSpPr>
          <a:xfrm>
            <a:off x="7818164" y="3600763"/>
            <a:ext cx="518448" cy="1212242"/>
            <a:chOff x="11058573" y="3399165"/>
            <a:chExt cx="518448" cy="1212242"/>
          </a:xfrm>
        </p:grpSpPr>
        <p:grpSp>
          <p:nvGrpSpPr>
            <p:cNvPr id="263" name="Group 262">
              <a:extLst>
                <a:ext uri="{FF2B5EF4-FFF2-40B4-BE49-F238E27FC236}">
                  <a16:creationId xmlns:a16="http://schemas.microsoft.com/office/drawing/2014/main" id="{88B6667A-A701-7F4A-BC6C-316B6FF0EB2F}"/>
                </a:ext>
              </a:extLst>
            </p:cNvPr>
            <p:cNvGrpSpPr/>
            <p:nvPr/>
          </p:nvGrpSpPr>
          <p:grpSpPr>
            <a:xfrm>
              <a:off x="11087182" y="4159591"/>
              <a:ext cx="489839" cy="451816"/>
              <a:chOff x="5103720" y="2693365"/>
              <a:chExt cx="611650" cy="414788"/>
            </a:xfrm>
          </p:grpSpPr>
          <p:cxnSp>
            <p:nvCxnSpPr>
              <p:cNvPr id="270" name="Straight Connector 269">
                <a:extLst>
                  <a:ext uri="{FF2B5EF4-FFF2-40B4-BE49-F238E27FC236}">
                    <a16:creationId xmlns:a16="http://schemas.microsoft.com/office/drawing/2014/main" id="{9CDC29E2-BBEC-9244-8DA1-BD294F0ADE8E}"/>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1" name="Group 270">
                <a:extLst>
                  <a:ext uri="{FF2B5EF4-FFF2-40B4-BE49-F238E27FC236}">
                    <a16:creationId xmlns:a16="http://schemas.microsoft.com/office/drawing/2014/main" id="{F1BB320A-E6AC-5B4C-93BC-FEEFA612BE51}"/>
                  </a:ext>
                </a:extLst>
              </p:cNvPr>
              <p:cNvGrpSpPr/>
              <p:nvPr/>
            </p:nvGrpSpPr>
            <p:grpSpPr>
              <a:xfrm>
                <a:off x="5275406" y="2693365"/>
                <a:ext cx="439964" cy="414788"/>
                <a:chOff x="5275406" y="2711455"/>
                <a:chExt cx="452949" cy="405518"/>
              </a:xfrm>
            </p:grpSpPr>
            <p:pic>
              <p:nvPicPr>
                <p:cNvPr id="272" name="Picture 271" descr="server_rack.png">
                  <a:extLst>
                    <a:ext uri="{FF2B5EF4-FFF2-40B4-BE49-F238E27FC236}">
                      <a16:creationId xmlns:a16="http://schemas.microsoft.com/office/drawing/2014/main" id="{0F4317C8-49E4-AB46-BCF0-60D730DF38BF}"/>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3" name="Picture 272" descr="server_rack.png">
                  <a:extLst>
                    <a:ext uri="{FF2B5EF4-FFF2-40B4-BE49-F238E27FC236}">
                      <a16:creationId xmlns:a16="http://schemas.microsoft.com/office/drawing/2014/main" id="{A01BED51-68E3-6C41-A693-5CB190F0B3E7}"/>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4" name="Picture 273" descr="server_rack.png">
                  <a:extLst>
                    <a:ext uri="{FF2B5EF4-FFF2-40B4-BE49-F238E27FC236}">
                      <a16:creationId xmlns:a16="http://schemas.microsoft.com/office/drawing/2014/main" id="{F1BCC4B8-3FE3-614B-B2EF-7338DE5C7617}"/>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4" name="Group 263">
              <a:extLst>
                <a:ext uri="{FF2B5EF4-FFF2-40B4-BE49-F238E27FC236}">
                  <a16:creationId xmlns:a16="http://schemas.microsoft.com/office/drawing/2014/main" id="{C8A9FE7F-7C9F-C84C-A0A1-1C947E8FD225}"/>
                </a:ext>
              </a:extLst>
            </p:cNvPr>
            <p:cNvGrpSpPr/>
            <p:nvPr/>
          </p:nvGrpSpPr>
          <p:grpSpPr>
            <a:xfrm>
              <a:off x="11058573" y="3399165"/>
              <a:ext cx="423724" cy="405973"/>
              <a:chOff x="5103720" y="2693365"/>
              <a:chExt cx="611650" cy="414788"/>
            </a:xfrm>
          </p:grpSpPr>
          <p:cxnSp>
            <p:nvCxnSpPr>
              <p:cNvPr id="265" name="Straight Connector 264">
                <a:extLst>
                  <a:ext uri="{FF2B5EF4-FFF2-40B4-BE49-F238E27FC236}">
                    <a16:creationId xmlns:a16="http://schemas.microsoft.com/office/drawing/2014/main" id="{8DB9B47F-7304-7A4A-A7A2-B3D20D4E444D}"/>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6" name="Group 265">
                <a:extLst>
                  <a:ext uri="{FF2B5EF4-FFF2-40B4-BE49-F238E27FC236}">
                    <a16:creationId xmlns:a16="http://schemas.microsoft.com/office/drawing/2014/main" id="{9A598477-96FD-D644-9846-B1BB6339137D}"/>
                  </a:ext>
                </a:extLst>
              </p:cNvPr>
              <p:cNvGrpSpPr/>
              <p:nvPr/>
            </p:nvGrpSpPr>
            <p:grpSpPr>
              <a:xfrm>
                <a:off x="5275406" y="2693365"/>
                <a:ext cx="439964" cy="414788"/>
                <a:chOff x="5275406" y="2711455"/>
                <a:chExt cx="452949" cy="405518"/>
              </a:xfrm>
            </p:grpSpPr>
            <p:pic>
              <p:nvPicPr>
                <p:cNvPr id="267" name="Picture 266" descr="server_rack.png">
                  <a:extLst>
                    <a:ext uri="{FF2B5EF4-FFF2-40B4-BE49-F238E27FC236}">
                      <a16:creationId xmlns:a16="http://schemas.microsoft.com/office/drawing/2014/main" id="{095B8966-EE73-8F44-A12C-C10C99785077}"/>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68" name="Picture 267" descr="server_rack.png">
                  <a:extLst>
                    <a:ext uri="{FF2B5EF4-FFF2-40B4-BE49-F238E27FC236}">
                      <a16:creationId xmlns:a16="http://schemas.microsoft.com/office/drawing/2014/main" id="{A3F9BE85-3AF6-3249-950A-217C66D0A2AE}"/>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69" name="Picture 268" descr="server_rack.png">
                  <a:extLst>
                    <a:ext uri="{FF2B5EF4-FFF2-40B4-BE49-F238E27FC236}">
                      <a16:creationId xmlns:a16="http://schemas.microsoft.com/office/drawing/2014/main" id="{72663D7C-9C3F-DA40-ACFE-B6C9A2140E74}"/>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5" name="Group 590">
            <a:extLst>
              <a:ext uri="{FF2B5EF4-FFF2-40B4-BE49-F238E27FC236}">
                <a16:creationId xmlns:a16="http://schemas.microsoft.com/office/drawing/2014/main" id="{0E5EB782-E0E2-2D48-B2DD-FD8EA24A76D3}"/>
              </a:ext>
            </a:extLst>
          </p:cNvPr>
          <p:cNvGrpSpPr>
            <a:grpSpLocks/>
          </p:cNvGrpSpPr>
          <p:nvPr/>
        </p:nvGrpSpPr>
        <p:grpSpPr bwMode="auto">
          <a:xfrm flipH="1">
            <a:off x="4734072" y="5072439"/>
            <a:ext cx="345630" cy="320302"/>
            <a:chOff x="2839" y="3501"/>
            <a:chExt cx="755" cy="803"/>
          </a:xfrm>
        </p:grpSpPr>
        <p:pic>
          <p:nvPicPr>
            <p:cNvPr id="276" name="Picture 591" descr="desktop_computer_stylized_medium">
              <a:extLst>
                <a:ext uri="{FF2B5EF4-FFF2-40B4-BE49-F238E27FC236}">
                  <a16:creationId xmlns:a16="http://schemas.microsoft.com/office/drawing/2014/main" id="{B1A64AC3-93FC-7D46-BA05-C8A4365E0422}"/>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592">
              <a:extLst>
                <a:ext uri="{FF2B5EF4-FFF2-40B4-BE49-F238E27FC236}">
                  <a16:creationId xmlns:a16="http://schemas.microsoft.com/office/drawing/2014/main" id="{6BF14B00-6CAE-014F-A59C-5A6E1391198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8" name="Group 1064">
            <a:extLst>
              <a:ext uri="{FF2B5EF4-FFF2-40B4-BE49-F238E27FC236}">
                <a16:creationId xmlns:a16="http://schemas.microsoft.com/office/drawing/2014/main" id="{7951DE67-1B86-B143-9CBC-5501BD8D94AC}"/>
              </a:ext>
            </a:extLst>
          </p:cNvPr>
          <p:cNvGrpSpPr>
            <a:grpSpLocks/>
          </p:cNvGrpSpPr>
          <p:nvPr/>
        </p:nvGrpSpPr>
        <p:grpSpPr bwMode="auto">
          <a:xfrm>
            <a:off x="5954898" y="6025087"/>
            <a:ext cx="310186" cy="307808"/>
            <a:chOff x="877" y="1008"/>
            <a:chExt cx="2747" cy="2591"/>
          </a:xfrm>
        </p:grpSpPr>
        <p:pic>
          <p:nvPicPr>
            <p:cNvPr id="279" name="Picture 1065" descr="antenna_stylized">
              <a:extLst>
                <a:ext uri="{FF2B5EF4-FFF2-40B4-BE49-F238E27FC236}">
                  <a16:creationId xmlns:a16="http://schemas.microsoft.com/office/drawing/2014/main" id="{B1F2AED3-0E3D-2D43-A954-6554CC0AFC33}"/>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1066" descr="laptop_keyboard">
              <a:extLst>
                <a:ext uri="{FF2B5EF4-FFF2-40B4-BE49-F238E27FC236}">
                  <a16:creationId xmlns:a16="http://schemas.microsoft.com/office/drawing/2014/main" id="{211384EE-349F-294E-B229-6FB03723D883}"/>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Freeform 1067">
              <a:extLst>
                <a:ext uri="{FF2B5EF4-FFF2-40B4-BE49-F238E27FC236}">
                  <a16:creationId xmlns:a16="http://schemas.microsoft.com/office/drawing/2014/main" id="{5EDD5BA3-2F27-A442-8752-48D09A3D496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82" name="Picture 1068" descr="screen">
              <a:extLst>
                <a:ext uri="{FF2B5EF4-FFF2-40B4-BE49-F238E27FC236}">
                  <a16:creationId xmlns:a16="http://schemas.microsoft.com/office/drawing/2014/main" id="{10224E9B-6FE9-FA41-96F2-B4EAD104F136}"/>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9">
              <a:extLst>
                <a:ext uri="{FF2B5EF4-FFF2-40B4-BE49-F238E27FC236}">
                  <a16:creationId xmlns:a16="http://schemas.microsoft.com/office/drawing/2014/main" id="{7F203ECD-BE4B-7A42-8D40-D46FB0A6F36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4" name="Freeform 1070">
              <a:extLst>
                <a:ext uri="{FF2B5EF4-FFF2-40B4-BE49-F238E27FC236}">
                  <a16:creationId xmlns:a16="http://schemas.microsoft.com/office/drawing/2014/main" id="{D28EC097-FE5C-B54E-B749-0AF699D87AD0}"/>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5" name="Freeform 1071">
              <a:extLst>
                <a:ext uri="{FF2B5EF4-FFF2-40B4-BE49-F238E27FC236}">
                  <a16:creationId xmlns:a16="http://schemas.microsoft.com/office/drawing/2014/main" id="{814120B1-8006-1B41-869E-2029C6E28035}"/>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6" name="Freeform 1072">
              <a:extLst>
                <a:ext uri="{FF2B5EF4-FFF2-40B4-BE49-F238E27FC236}">
                  <a16:creationId xmlns:a16="http://schemas.microsoft.com/office/drawing/2014/main" id="{0A886C02-AE34-6A41-9895-F0D951956AB8}"/>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7" name="Freeform 1073">
              <a:extLst>
                <a:ext uri="{FF2B5EF4-FFF2-40B4-BE49-F238E27FC236}">
                  <a16:creationId xmlns:a16="http://schemas.microsoft.com/office/drawing/2014/main" id="{A5484354-B02D-AB4D-9D77-AE7043FD61E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 name="Freeform 1074">
              <a:extLst>
                <a:ext uri="{FF2B5EF4-FFF2-40B4-BE49-F238E27FC236}">
                  <a16:creationId xmlns:a16="http://schemas.microsoft.com/office/drawing/2014/main" id="{F4FD8A50-2573-2645-84E2-2B3A0884061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89" name="Group 1075">
              <a:extLst>
                <a:ext uri="{FF2B5EF4-FFF2-40B4-BE49-F238E27FC236}">
                  <a16:creationId xmlns:a16="http://schemas.microsoft.com/office/drawing/2014/main" id="{4E2AC5A6-3827-DD48-A056-70E2E938C793}"/>
                </a:ext>
              </a:extLst>
            </p:cNvPr>
            <p:cNvGrpSpPr>
              <a:grpSpLocks/>
            </p:cNvGrpSpPr>
            <p:nvPr/>
          </p:nvGrpSpPr>
          <p:grpSpPr bwMode="auto">
            <a:xfrm>
              <a:off x="1709" y="3008"/>
              <a:ext cx="507" cy="234"/>
              <a:chOff x="1740" y="2642"/>
              <a:chExt cx="752" cy="327"/>
            </a:xfrm>
          </p:grpSpPr>
          <p:sp>
            <p:nvSpPr>
              <p:cNvPr id="296" name="Freeform 1076">
                <a:extLst>
                  <a:ext uri="{FF2B5EF4-FFF2-40B4-BE49-F238E27FC236}">
                    <a16:creationId xmlns:a16="http://schemas.microsoft.com/office/drawing/2014/main" id="{6965E36F-322F-8E4C-B755-9C656885075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7" name="Freeform 1077">
                <a:extLst>
                  <a:ext uri="{FF2B5EF4-FFF2-40B4-BE49-F238E27FC236}">
                    <a16:creationId xmlns:a16="http://schemas.microsoft.com/office/drawing/2014/main" id="{9E5988A4-67DD-CE43-B290-B641B201FE3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8" name="Freeform 1078">
                <a:extLst>
                  <a:ext uri="{FF2B5EF4-FFF2-40B4-BE49-F238E27FC236}">
                    <a16:creationId xmlns:a16="http://schemas.microsoft.com/office/drawing/2014/main" id="{7ED2F9CF-9A11-A846-B686-0011B5C6DB5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079">
                <a:extLst>
                  <a:ext uri="{FF2B5EF4-FFF2-40B4-BE49-F238E27FC236}">
                    <a16:creationId xmlns:a16="http://schemas.microsoft.com/office/drawing/2014/main" id="{22648629-F8E7-334B-AAF7-CAD39969720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080">
                <a:extLst>
                  <a:ext uri="{FF2B5EF4-FFF2-40B4-BE49-F238E27FC236}">
                    <a16:creationId xmlns:a16="http://schemas.microsoft.com/office/drawing/2014/main" id="{C241B24C-14D9-964D-BC7F-36053379F2B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081">
                <a:extLst>
                  <a:ext uri="{FF2B5EF4-FFF2-40B4-BE49-F238E27FC236}">
                    <a16:creationId xmlns:a16="http://schemas.microsoft.com/office/drawing/2014/main" id="{DBA4F4AF-DCD1-704E-9204-C6AC9A27D9B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0" name="Freeform 1082">
              <a:extLst>
                <a:ext uri="{FF2B5EF4-FFF2-40B4-BE49-F238E27FC236}">
                  <a16:creationId xmlns:a16="http://schemas.microsoft.com/office/drawing/2014/main" id="{07FB7DE2-E31D-C649-9030-4E5B03249A24}"/>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 name="Freeform 1083">
              <a:extLst>
                <a:ext uri="{FF2B5EF4-FFF2-40B4-BE49-F238E27FC236}">
                  <a16:creationId xmlns:a16="http://schemas.microsoft.com/office/drawing/2014/main" id="{835C4B90-A535-AD40-B98F-7805DF477D3A}"/>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084">
              <a:extLst>
                <a:ext uri="{FF2B5EF4-FFF2-40B4-BE49-F238E27FC236}">
                  <a16:creationId xmlns:a16="http://schemas.microsoft.com/office/drawing/2014/main" id="{F5EFA280-53D8-2849-B25C-668EFE36568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085">
              <a:extLst>
                <a:ext uri="{FF2B5EF4-FFF2-40B4-BE49-F238E27FC236}">
                  <a16:creationId xmlns:a16="http://schemas.microsoft.com/office/drawing/2014/main" id="{1B5A7269-8C6F-814F-BDD2-4F9BF780A14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086">
              <a:extLst>
                <a:ext uri="{FF2B5EF4-FFF2-40B4-BE49-F238E27FC236}">
                  <a16:creationId xmlns:a16="http://schemas.microsoft.com/office/drawing/2014/main" id="{16486DCE-E56F-C84C-9A77-C45F0037598D}"/>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087">
              <a:extLst>
                <a:ext uri="{FF2B5EF4-FFF2-40B4-BE49-F238E27FC236}">
                  <a16:creationId xmlns:a16="http://schemas.microsoft.com/office/drawing/2014/main" id="{FDD4F9B1-A0C6-EA41-AF99-34AAB8E3C0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2" name="Group 590">
            <a:extLst>
              <a:ext uri="{FF2B5EF4-FFF2-40B4-BE49-F238E27FC236}">
                <a16:creationId xmlns:a16="http://schemas.microsoft.com/office/drawing/2014/main" id="{BDC6B5F1-555C-574C-99D4-96EF3D8C508A}"/>
              </a:ext>
            </a:extLst>
          </p:cNvPr>
          <p:cNvGrpSpPr>
            <a:grpSpLocks/>
          </p:cNvGrpSpPr>
          <p:nvPr/>
        </p:nvGrpSpPr>
        <p:grpSpPr bwMode="auto">
          <a:xfrm flipH="1">
            <a:off x="4907126" y="5676935"/>
            <a:ext cx="345630" cy="320302"/>
            <a:chOff x="2839" y="3501"/>
            <a:chExt cx="755" cy="803"/>
          </a:xfrm>
        </p:grpSpPr>
        <p:pic>
          <p:nvPicPr>
            <p:cNvPr id="303" name="Picture 591" descr="desktop_computer_stylized_medium">
              <a:extLst>
                <a:ext uri="{FF2B5EF4-FFF2-40B4-BE49-F238E27FC236}">
                  <a16:creationId xmlns:a16="http://schemas.microsoft.com/office/drawing/2014/main" id="{3B06A57A-EA8F-6A43-9237-F0B20AE67F0C}"/>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 name="Freeform 592">
              <a:extLst>
                <a:ext uri="{FF2B5EF4-FFF2-40B4-BE49-F238E27FC236}">
                  <a16:creationId xmlns:a16="http://schemas.microsoft.com/office/drawing/2014/main" id="{6C40BD2C-BA0F-8C4A-98C3-E72D12AD9B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5" name="Group 590">
            <a:extLst>
              <a:ext uri="{FF2B5EF4-FFF2-40B4-BE49-F238E27FC236}">
                <a16:creationId xmlns:a16="http://schemas.microsoft.com/office/drawing/2014/main" id="{9F0D6DD0-FAEE-4144-B7FA-0A3F45B819BE}"/>
              </a:ext>
            </a:extLst>
          </p:cNvPr>
          <p:cNvGrpSpPr>
            <a:grpSpLocks/>
          </p:cNvGrpSpPr>
          <p:nvPr/>
        </p:nvGrpSpPr>
        <p:grpSpPr bwMode="auto">
          <a:xfrm flipH="1">
            <a:off x="5305351" y="5698408"/>
            <a:ext cx="345630" cy="320302"/>
            <a:chOff x="2839" y="3501"/>
            <a:chExt cx="755" cy="803"/>
          </a:xfrm>
        </p:grpSpPr>
        <p:pic>
          <p:nvPicPr>
            <p:cNvPr id="306" name="Picture 591" descr="desktop_computer_stylized_medium">
              <a:extLst>
                <a:ext uri="{FF2B5EF4-FFF2-40B4-BE49-F238E27FC236}">
                  <a16:creationId xmlns:a16="http://schemas.microsoft.com/office/drawing/2014/main" id="{09220898-F8BC-4A4F-BB36-024C79384617}"/>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Freeform 592">
              <a:extLst>
                <a:ext uri="{FF2B5EF4-FFF2-40B4-BE49-F238E27FC236}">
                  <a16:creationId xmlns:a16="http://schemas.microsoft.com/office/drawing/2014/main" id="{FC3CF58C-E730-A744-B1BD-52C1A549BE7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8" name="Group 1064">
            <a:extLst>
              <a:ext uri="{FF2B5EF4-FFF2-40B4-BE49-F238E27FC236}">
                <a16:creationId xmlns:a16="http://schemas.microsoft.com/office/drawing/2014/main" id="{DFA47618-8D8A-D346-95B9-8E1444D3040F}"/>
              </a:ext>
            </a:extLst>
          </p:cNvPr>
          <p:cNvGrpSpPr>
            <a:grpSpLocks/>
          </p:cNvGrpSpPr>
          <p:nvPr/>
        </p:nvGrpSpPr>
        <p:grpSpPr bwMode="auto">
          <a:xfrm>
            <a:off x="6287963" y="5967416"/>
            <a:ext cx="319264" cy="253379"/>
            <a:chOff x="877" y="1008"/>
            <a:chExt cx="2747" cy="2591"/>
          </a:xfrm>
        </p:grpSpPr>
        <p:pic>
          <p:nvPicPr>
            <p:cNvPr id="309" name="Picture 1065" descr="antenna_stylized">
              <a:extLst>
                <a:ext uri="{FF2B5EF4-FFF2-40B4-BE49-F238E27FC236}">
                  <a16:creationId xmlns:a16="http://schemas.microsoft.com/office/drawing/2014/main" id="{17BA4BF7-6EB2-5C4C-A0CA-F479E6ADDAF7}"/>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0" name="Picture 1066" descr="laptop_keyboard">
              <a:extLst>
                <a:ext uri="{FF2B5EF4-FFF2-40B4-BE49-F238E27FC236}">
                  <a16:creationId xmlns:a16="http://schemas.microsoft.com/office/drawing/2014/main" id="{3C1D902F-3BA4-2F49-B15B-A15DA1959543}"/>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Freeform 1067">
              <a:extLst>
                <a:ext uri="{FF2B5EF4-FFF2-40B4-BE49-F238E27FC236}">
                  <a16:creationId xmlns:a16="http://schemas.microsoft.com/office/drawing/2014/main" id="{2877382F-39A2-B148-AC69-CF8CEA81C2F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12" name="Picture 1068" descr="screen">
              <a:extLst>
                <a:ext uri="{FF2B5EF4-FFF2-40B4-BE49-F238E27FC236}">
                  <a16:creationId xmlns:a16="http://schemas.microsoft.com/office/drawing/2014/main" id="{D9923942-B361-8447-A880-EC7F020ACCCA}"/>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9">
              <a:extLst>
                <a:ext uri="{FF2B5EF4-FFF2-40B4-BE49-F238E27FC236}">
                  <a16:creationId xmlns:a16="http://schemas.microsoft.com/office/drawing/2014/main" id="{47339972-CDB8-C04B-8EC1-2A9C6080DAB7}"/>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4" name="Freeform 1070">
              <a:extLst>
                <a:ext uri="{FF2B5EF4-FFF2-40B4-BE49-F238E27FC236}">
                  <a16:creationId xmlns:a16="http://schemas.microsoft.com/office/drawing/2014/main" id="{8DBA4658-58F1-7147-A932-124385DA647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5" name="Freeform 1071">
              <a:extLst>
                <a:ext uri="{FF2B5EF4-FFF2-40B4-BE49-F238E27FC236}">
                  <a16:creationId xmlns:a16="http://schemas.microsoft.com/office/drawing/2014/main" id="{847D92F2-204A-7C46-B3AC-FE5A37636940}"/>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 name="Freeform 1072">
              <a:extLst>
                <a:ext uri="{FF2B5EF4-FFF2-40B4-BE49-F238E27FC236}">
                  <a16:creationId xmlns:a16="http://schemas.microsoft.com/office/drawing/2014/main" id="{A9A67ED7-B095-1A4E-8E37-40AF41246D3B}"/>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 name="Freeform 1073">
              <a:extLst>
                <a:ext uri="{FF2B5EF4-FFF2-40B4-BE49-F238E27FC236}">
                  <a16:creationId xmlns:a16="http://schemas.microsoft.com/office/drawing/2014/main" id="{DF82D2B1-635A-714E-9305-B919A51A3B0F}"/>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8" name="Freeform 1074">
              <a:extLst>
                <a:ext uri="{FF2B5EF4-FFF2-40B4-BE49-F238E27FC236}">
                  <a16:creationId xmlns:a16="http://schemas.microsoft.com/office/drawing/2014/main" id="{5AAFF1EB-A288-8F4F-B78A-EE009576E6F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19" name="Group 1075">
              <a:extLst>
                <a:ext uri="{FF2B5EF4-FFF2-40B4-BE49-F238E27FC236}">
                  <a16:creationId xmlns:a16="http://schemas.microsoft.com/office/drawing/2014/main" id="{7B7346F9-40BA-D049-8504-716739D549E8}"/>
                </a:ext>
              </a:extLst>
            </p:cNvPr>
            <p:cNvGrpSpPr>
              <a:grpSpLocks/>
            </p:cNvGrpSpPr>
            <p:nvPr/>
          </p:nvGrpSpPr>
          <p:grpSpPr bwMode="auto">
            <a:xfrm>
              <a:off x="1709" y="3008"/>
              <a:ext cx="507" cy="234"/>
              <a:chOff x="1740" y="2642"/>
              <a:chExt cx="752" cy="327"/>
            </a:xfrm>
          </p:grpSpPr>
          <p:sp>
            <p:nvSpPr>
              <p:cNvPr id="326" name="Freeform 1076">
                <a:extLst>
                  <a:ext uri="{FF2B5EF4-FFF2-40B4-BE49-F238E27FC236}">
                    <a16:creationId xmlns:a16="http://schemas.microsoft.com/office/drawing/2014/main" id="{70A0B529-8702-5248-85CB-6A6D9AA049D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1077">
                <a:extLst>
                  <a:ext uri="{FF2B5EF4-FFF2-40B4-BE49-F238E27FC236}">
                    <a16:creationId xmlns:a16="http://schemas.microsoft.com/office/drawing/2014/main" id="{4EEC6B41-23FE-6343-9647-DDDB7181DFD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Freeform 1078">
                <a:extLst>
                  <a:ext uri="{FF2B5EF4-FFF2-40B4-BE49-F238E27FC236}">
                    <a16:creationId xmlns:a16="http://schemas.microsoft.com/office/drawing/2014/main" id="{0EABB596-A6BA-F740-B45B-0FF3A31F2BA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9" name="Freeform 1079">
                <a:extLst>
                  <a:ext uri="{FF2B5EF4-FFF2-40B4-BE49-F238E27FC236}">
                    <a16:creationId xmlns:a16="http://schemas.microsoft.com/office/drawing/2014/main" id="{09242A2C-92CE-F44A-983E-EC9DAABC0FA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0" name="Freeform 1080">
                <a:extLst>
                  <a:ext uri="{FF2B5EF4-FFF2-40B4-BE49-F238E27FC236}">
                    <a16:creationId xmlns:a16="http://schemas.microsoft.com/office/drawing/2014/main" id="{6466CBF5-6D5A-6F48-8E95-EE6BC0BAF42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 name="Freeform 1081">
                <a:extLst>
                  <a:ext uri="{FF2B5EF4-FFF2-40B4-BE49-F238E27FC236}">
                    <a16:creationId xmlns:a16="http://schemas.microsoft.com/office/drawing/2014/main" id="{7570717D-AC26-0E41-B941-D7539925AE6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0" name="Freeform 1082">
              <a:extLst>
                <a:ext uri="{FF2B5EF4-FFF2-40B4-BE49-F238E27FC236}">
                  <a16:creationId xmlns:a16="http://schemas.microsoft.com/office/drawing/2014/main" id="{841F1253-B022-344F-B950-24A406B516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 name="Freeform 1083">
              <a:extLst>
                <a:ext uri="{FF2B5EF4-FFF2-40B4-BE49-F238E27FC236}">
                  <a16:creationId xmlns:a16="http://schemas.microsoft.com/office/drawing/2014/main" id="{AB15C824-EB5B-B748-A3EC-CC23D2A2F6E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2" name="Freeform 1084">
              <a:extLst>
                <a:ext uri="{FF2B5EF4-FFF2-40B4-BE49-F238E27FC236}">
                  <a16:creationId xmlns:a16="http://schemas.microsoft.com/office/drawing/2014/main" id="{71527C9D-21F9-E94E-8A55-013031DB30D5}"/>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3" name="Freeform 1085">
              <a:extLst>
                <a:ext uri="{FF2B5EF4-FFF2-40B4-BE49-F238E27FC236}">
                  <a16:creationId xmlns:a16="http://schemas.microsoft.com/office/drawing/2014/main" id="{BCC55649-0489-E549-A39F-9E8CC1F620C2}"/>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 name="Freeform 1086">
              <a:extLst>
                <a:ext uri="{FF2B5EF4-FFF2-40B4-BE49-F238E27FC236}">
                  <a16:creationId xmlns:a16="http://schemas.microsoft.com/office/drawing/2014/main" id="{41231CA3-2B9E-9548-90CC-CBE0D7C26A9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Freeform 1087">
              <a:extLst>
                <a:ext uri="{FF2B5EF4-FFF2-40B4-BE49-F238E27FC236}">
                  <a16:creationId xmlns:a16="http://schemas.microsoft.com/office/drawing/2014/main" id="{F2D603F0-5286-EF42-A4CF-2B2011084AA3}"/>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2" name="Freeform 984">
            <a:extLst>
              <a:ext uri="{FF2B5EF4-FFF2-40B4-BE49-F238E27FC236}">
                <a16:creationId xmlns:a16="http://schemas.microsoft.com/office/drawing/2014/main" id="{9032EBDB-7D1E-B449-9716-5090592BDF34}"/>
              </a:ext>
            </a:extLst>
          </p:cNvPr>
          <p:cNvSpPr>
            <a:spLocks/>
          </p:cNvSpPr>
          <p:nvPr/>
        </p:nvSpPr>
        <p:spPr bwMode="auto">
          <a:xfrm>
            <a:off x="6906810" y="5809249"/>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 name="Freeform 986">
            <a:extLst>
              <a:ext uri="{FF2B5EF4-FFF2-40B4-BE49-F238E27FC236}">
                <a16:creationId xmlns:a16="http://schemas.microsoft.com/office/drawing/2014/main" id="{472A2A5F-8871-694C-B232-AC5219C80A8A}"/>
              </a:ext>
            </a:extLst>
          </p:cNvPr>
          <p:cNvSpPr>
            <a:spLocks/>
          </p:cNvSpPr>
          <p:nvPr/>
        </p:nvSpPr>
        <p:spPr bwMode="auto">
          <a:xfrm>
            <a:off x="6913187" y="5829201"/>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 name="Freeform 987">
            <a:extLst>
              <a:ext uri="{FF2B5EF4-FFF2-40B4-BE49-F238E27FC236}">
                <a16:creationId xmlns:a16="http://schemas.microsoft.com/office/drawing/2014/main" id="{23AD45D6-2919-0043-8446-78C078CC9836}"/>
              </a:ext>
            </a:extLst>
          </p:cNvPr>
          <p:cNvSpPr>
            <a:spLocks/>
          </p:cNvSpPr>
          <p:nvPr/>
        </p:nvSpPr>
        <p:spPr bwMode="auto">
          <a:xfrm>
            <a:off x="6908735" y="5985031"/>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 name="Rectangle 988">
            <a:extLst>
              <a:ext uri="{FF2B5EF4-FFF2-40B4-BE49-F238E27FC236}">
                <a16:creationId xmlns:a16="http://schemas.microsoft.com/office/drawing/2014/main" id="{CEAA138C-A0DC-9442-AED8-104D07D78702}"/>
              </a:ext>
            </a:extLst>
          </p:cNvPr>
          <p:cNvSpPr>
            <a:spLocks noChangeArrowheads="1"/>
          </p:cNvSpPr>
          <p:nvPr/>
        </p:nvSpPr>
        <p:spPr bwMode="auto">
          <a:xfrm>
            <a:off x="6779516" y="584667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6" name="Group 989">
            <a:extLst>
              <a:ext uri="{FF2B5EF4-FFF2-40B4-BE49-F238E27FC236}">
                <a16:creationId xmlns:a16="http://schemas.microsoft.com/office/drawing/2014/main" id="{FA886832-235D-4041-9C03-AD33F0ECFEF9}"/>
              </a:ext>
            </a:extLst>
          </p:cNvPr>
          <p:cNvGrpSpPr>
            <a:grpSpLocks/>
          </p:cNvGrpSpPr>
          <p:nvPr/>
        </p:nvGrpSpPr>
        <p:grpSpPr bwMode="auto">
          <a:xfrm>
            <a:off x="6844366" y="5843473"/>
            <a:ext cx="69903" cy="21117"/>
            <a:chOff x="614" y="2568"/>
            <a:chExt cx="725" cy="139"/>
          </a:xfrm>
        </p:grpSpPr>
        <p:sp>
          <p:nvSpPr>
            <p:cNvPr id="337" name="AutoShape 990">
              <a:extLst>
                <a:ext uri="{FF2B5EF4-FFF2-40B4-BE49-F238E27FC236}">
                  <a16:creationId xmlns:a16="http://schemas.microsoft.com/office/drawing/2014/main" id="{DD1DC9DB-013D-6B4C-A472-4A22F455813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AutoShape 991">
              <a:extLst>
                <a:ext uri="{FF2B5EF4-FFF2-40B4-BE49-F238E27FC236}">
                  <a16:creationId xmlns:a16="http://schemas.microsoft.com/office/drawing/2014/main" id="{EABCADC0-3BCF-414A-89BA-FF21F629C09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9" name="Rectangle 992">
            <a:extLst>
              <a:ext uri="{FF2B5EF4-FFF2-40B4-BE49-F238E27FC236}">
                <a16:creationId xmlns:a16="http://schemas.microsoft.com/office/drawing/2014/main" id="{E6739617-9F17-D043-AE16-B057CB000495}"/>
              </a:ext>
            </a:extLst>
          </p:cNvPr>
          <p:cNvSpPr>
            <a:spLocks noChangeArrowheads="1"/>
          </p:cNvSpPr>
          <p:nvPr/>
        </p:nvSpPr>
        <p:spPr bwMode="auto">
          <a:xfrm>
            <a:off x="6780719" y="589502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0" name="Group 993">
            <a:extLst>
              <a:ext uri="{FF2B5EF4-FFF2-40B4-BE49-F238E27FC236}">
                <a16:creationId xmlns:a16="http://schemas.microsoft.com/office/drawing/2014/main" id="{7BD86CE2-BBAD-954D-A426-7A24C122F8AC}"/>
              </a:ext>
            </a:extLst>
          </p:cNvPr>
          <p:cNvGrpSpPr>
            <a:grpSpLocks/>
          </p:cNvGrpSpPr>
          <p:nvPr/>
        </p:nvGrpSpPr>
        <p:grpSpPr bwMode="auto">
          <a:xfrm>
            <a:off x="6844126" y="5890950"/>
            <a:ext cx="69903" cy="19515"/>
            <a:chOff x="614" y="2568"/>
            <a:chExt cx="725" cy="139"/>
          </a:xfrm>
        </p:grpSpPr>
        <p:sp>
          <p:nvSpPr>
            <p:cNvPr id="341" name="AutoShape 994">
              <a:extLst>
                <a:ext uri="{FF2B5EF4-FFF2-40B4-BE49-F238E27FC236}">
                  <a16:creationId xmlns:a16="http://schemas.microsoft.com/office/drawing/2014/main" id="{FDF9C73A-C181-AB4A-B6B6-4030B1B36D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2" name="AutoShape 995">
              <a:extLst>
                <a:ext uri="{FF2B5EF4-FFF2-40B4-BE49-F238E27FC236}">
                  <a16:creationId xmlns:a16="http://schemas.microsoft.com/office/drawing/2014/main" id="{143C4AED-B8A1-0B40-9A1D-9F7D903399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3" name="Rectangle 996">
            <a:extLst>
              <a:ext uri="{FF2B5EF4-FFF2-40B4-BE49-F238E27FC236}">
                <a16:creationId xmlns:a16="http://schemas.microsoft.com/office/drawing/2014/main" id="{E6C698E7-4F93-334B-8ACD-184E0EF45424}"/>
              </a:ext>
            </a:extLst>
          </p:cNvPr>
          <p:cNvSpPr>
            <a:spLocks noChangeArrowheads="1"/>
          </p:cNvSpPr>
          <p:nvPr/>
        </p:nvSpPr>
        <p:spPr bwMode="auto">
          <a:xfrm>
            <a:off x="6780719" y="594337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Rectangle 997">
            <a:extLst>
              <a:ext uri="{FF2B5EF4-FFF2-40B4-BE49-F238E27FC236}">
                <a16:creationId xmlns:a16="http://schemas.microsoft.com/office/drawing/2014/main" id="{FBF68FF6-F058-9948-BDF6-22816ECBD5CC}"/>
              </a:ext>
            </a:extLst>
          </p:cNvPr>
          <p:cNvSpPr>
            <a:spLocks noChangeArrowheads="1"/>
          </p:cNvSpPr>
          <p:nvPr/>
        </p:nvSpPr>
        <p:spPr bwMode="auto">
          <a:xfrm>
            <a:off x="6781922" y="598721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5" name="Group 998">
            <a:extLst>
              <a:ext uri="{FF2B5EF4-FFF2-40B4-BE49-F238E27FC236}">
                <a16:creationId xmlns:a16="http://schemas.microsoft.com/office/drawing/2014/main" id="{84015BC0-F35E-A64E-A4EF-B5111B8CD2B5}"/>
              </a:ext>
            </a:extLst>
          </p:cNvPr>
          <p:cNvGrpSpPr>
            <a:grpSpLocks/>
          </p:cNvGrpSpPr>
          <p:nvPr/>
        </p:nvGrpSpPr>
        <p:grpSpPr bwMode="auto">
          <a:xfrm>
            <a:off x="6842682" y="5983138"/>
            <a:ext cx="70024" cy="21991"/>
            <a:chOff x="614" y="2568"/>
            <a:chExt cx="725" cy="139"/>
          </a:xfrm>
        </p:grpSpPr>
        <p:sp>
          <p:nvSpPr>
            <p:cNvPr id="346" name="AutoShape 999">
              <a:extLst>
                <a:ext uri="{FF2B5EF4-FFF2-40B4-BE49-F238E27FC236}">
                  <a16:creationId xmlns:a16="http://schemas.microsoft.com/office/drawing/2014/main" id="{B9250D5C-3062-EE4A-9B90-6029DE681D9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AutoShape 1000">
              <a:extLst>
                <a:ext uri="{FF2B5EF4-FFF2-40B4-BE49-F238E27FC236}">
                  <a16:creationId xmlns:a16="http://schemas.microsoft.com/office/drawing/2014/main" id="{2BB56E19-9992-DD49-ACD7-8C6AEBC2374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8" name="Freeform 1001">
            <a:extLst>
              <a:ext uri="{FF2B5EF4-FFF2-40B4-BE49-F238E27FC236}">
                <a16:creationId xmlns:a16="http://schemas.microsoft.com/office/drawing/2014/main" id="{A69CF77E-ABA3-B84F-875C-D80AB379C5F8}"/>
              </a:ext>
            </a:extLst>
          </p:cNvPr>
          <p:cNvSpPr>
            <a:spLocks/>
          </p:cNvSpPr>
          <p:nvPr/>
        </p:nvSpPr>
        <p:spPr bwMode="auto">
          <a:xfrm>
            <a:off x="6909217" y="5943379"/>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49" name="Group 1002">
            <a:extLst>
              <a:ext uri="{FF2B5EF4-FFF2-40B4-BE49-F238E27FC236}">
                <a16:creationId xmlns:a16="http://schemas.microsoft.com/office/drawing/2014/main" id="{1CA8411D-5C78-C147-8EFC-7EC1819D1D86}"/>
              </a:ext>
            </a:extLst>
          </p:cNvPr>
          <p:cNvGrpSpPr>
            <a:grpSpLocks/>
          </p:cNvGrpSpPr>
          <p:nvPr/>
        </p:nvGrpSpPr>
        <p:grpSpPr bwMode="auto">
          <a:xfrm>
            <a:off x="6843163" y="5939447"/>
            <a:ext cx="70024" cy="20243"/>
            <a:chOff x="614" y="2568"/>
            <a:chExt cx="725" cy="139"/>
          </a:xfrm>
        </p:grpSpPr>
        <p:sp>
          <p:nvSpPr>
            <p:cNvPr id="350" name="AutoShape 1003">
              <a:extLst>
                <a:ext uri="{FF2B5EF4-FFF2-40B4-BE49-F238E27FC236}">
                  <a16:creationId xmlns:a16="http://schemas.microsoft.com/office/drawing/2014/main" id="{FEDD15E7-3B9D-E24A-89A5-C6A2BBF1B55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1004">
              <a:extLst>
                <a:ext uri="{FF2B5EF4-FFF2-40B4-BE49-F238E27FC236}">
                  <a16:creationId xmlns:a16="http://schemas.microsoft.com/office/drawing/2014/main" id="{58836C3A-B4C3-4D48-9606-C0558767C06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52" name="Rectangle 1005">
            <a:extLst>
              <a:ext uri="{FF2B5EF4-FFF2-40B4-BE49-F238E27FC236}">
                <a16:creationId xmlns:a16="http://schemas.microsoft.com/office/drawing/2014/main" id="{EF6B2C42-9228-0D49-AF94-D00A27CE1A07}"/>
              </a:ext>
            </a:extLst>
          </p:cNvPr>
          <p:cNvSpPr>
            <a:spLocks noChangeArrowheads="1"/>
          </p:cNvSpPr>
          <p:nvPr/>
        </p:nvSpPr>
        <p:spPr bwMode="auto">
          <a:xfrm>
            <a:off x="6904163" y="5808666"/>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Freeform 1006">
            <a:extLst>
              <a:ext uri="{FF2B5EF4-FFF2-40B4-BE49-F238E27FC236}">
                <a16:creationId xmlns:a16="http://schemas.microsoft.com/office/drawing/2014/main" id="{E1DBDB08-0048-4640-B68E-AABB540E8B46}"/>
              </a:ext>
            </a:extLst>
          </p:cNvPr>
          <p:cNvSpPr>
            <a:spLocks/>
          </p:cNvSpPr>
          <p:nvPr/>
        </p:nvSpPr>
        <p:spPr bwMode="auto">
          <a:xfrm>
            <a:off x="6912104" y="5892844"/>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4" name="Freeform 1007">
            <a:extLst>
              <a:ext uri="{FF2B5EF4-FFF2-40B4-BE49-F238E27FC236}">
                <a16:creationId xmlns:a16="http://schemas.microsoft.com/office/drawing/2014/main" id="{10818ED5-611B-BE44-B6C1-30B266CEA1B6}"/>
              </a:ext>
            </a:extLst>
          </p:cNvPr>
          <p:cNvSpPr>
            <a:spLocks/>
          </p:cNvSpPr>
          <p:nvPr/>
        </p:nvSpPr>
        <p:spPr bwMode="auto">
          <a:xfrm>
            <a:off x="6912465" y="5845221"/>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5" name="Oval 1008">
            <a:extLst>
              <a:ext uri="{FF2B5EF4-FFF2-40B4-BE49-F238E27FC236}">
                <a16:creationId xmlns:a16="http://schemas.microsoft.com/office/drawing/2014/main" id="{16A2C556-5720-644B-96D5-68C8F9139533}"/>
              </a:ext>
            </a:extLst>
          </p:cNvPr>
          <p:cNvSpPr>
            <a:spLocks noChangeArrowheads="1"/>
          </p:cNvSpPr>
          <p:nvPr/>
        </p:nvSpPr>
        <p:spPr bwMode="auto">
          <a:xfrm>
            <a:off x="6936528" y="6126444"/>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6" name="Freeform 1009">
            <a:extLst>
              <a:ext uri="{FF2B5EF4-FFF2-40B4-BE49-F238E27FC236}">
                <a16:creationId xmlns:a16="http://schemas.microsoft.com/office/drawing/2014/main" id="{81F56CD7-CAB5-334E-A95F-64FB75DC4553}"/>
              </a:ext>
            </a:extLst>
          </p:cNvPr>
          <p:cNvSpPr>
            <a:spLocks/>
          </p:cNvSpPr>
          <p:nvPr/>
        </p:nvSpPr>
        <p:spPr bwMode="auto">
          <a:xfrm>
            <a:off x="6910901" y="6126881"/>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7" name="AutoShape 1010">
            <a:extLst>
              <a:ext uri="{FF2B5EF4-FFF2-40B4-BE49-F238E27FC236}">
                <a16:creationId xmlns:a16="http://schemas.microsoft.com/office/drawing/2014/main" id="{9F8EAFD5-1CA6-CE46-9869-959F521C7F35}"/>
              </a:ext>
            </a:extLst>
          </p:cNvPr>
          <p:cNvSpPr>
            <a:spLocks noChangeArrowheads="1"/>
          </p:cNvSpPr>
          <p:nvPr/>
        </p:nvSpPr>
        <p:spPr bwMode="auto">
          <a:xfrm>
            <a:off x="6771094" y="6135765"/>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8" name="AutoShape 1011">
            <a:extLst>
              <a:ext uri="{FF2B5EF4-FFF2-40B4-BE49-F238E27FC236}">
                <a16:creationId xmlns:a16="http://schemas.microsoft.com/office/drawing/2014/main" id="{0163BC00-3DB2-6A4C-81B7-BDDD352CFFC7}"/>
              </a:ext>
            </a:extLst>
          </p:cNvPr>
          <p:cNvSpPr>
            <a:spLocks noChangeArrowheads="1"/>
          </p:cNvSpPr>
          <p:nvPr/>
        </p:nvSpPr>
        <p:spPr bwMode="auto">
          <a:xfrm>
            <a:off x="6779516" y="6141444"/>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9" name="Oval 1012">
            <a:extLst>
              <a:ext uri="{FF2B5EF4-FFF2-40B4-BE49-F238E27FC236}">
                <a16:creationId xmlns:a16="http://schemas.microsoft.com/office/drawing/2014/main" id="{518E4B31-0615-5549-A60A-E052516D2319}"/>
              </a:ext>
            </a:extLst>
          </p:cNvPr>
          <p:cNvSpPr>
            <a:spLocks noChangeArrowheads="1"/>
          </p:cNvSpPr>
          <p:nvPr/>
        </p:nvSpPr>
        <p:spPr bwMode="auto">
          <a:xfrm>
            <a:off x="6791427"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0" name="Oval 1013">
            <a:extLst>
              <a:ext uri="{FF2B5EF4-FFF2-40B4-BE49-F238E27FC236}">
                <a16:creationId xmlns:a16="http://schemas.microsoft.com/office/drawing/2014/main" id="{7B5FBCCA-CCA9-DC4C-95E7-391208FFF81E}"/>
              </a:ext>
            </a:extLst>
          </p:cNvPr>
          <p:cNvSpPr>
            <a:spLocks noChangeArrowheads="1"/>
          </p:cNvSpPr>
          <p:nvPr/>
        </p:nvSpPr>
        <p:spPr bwMode="auto">
          <a:xfrm>
            <a:off x="6813084" y="6093093"/>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1" name="Oval 1014">
            <a:extLst>
              <a:ext uri="{FF2B5EF4-FFF2-40B4-BE49-F238E27FC236}">
                <a16:creationId xmlns:a16="http://schemas.microsoft.com/office/drawing/2014/main" id="{AFDC7FCB-2F1A-5042-A036-63ACAB3B0C42}"/>
              </a:ext>
            </a:extLst>
          </p:cNvPr>
          <p:cNvSpPr>
            <a:spLocks noChangeArrowheads="1"/>
          </p:cNvSpPr>
          <p:nvPr/>
        </p:nvSpPr>
        <p:spPr bwMode="auto">
          <a:xfrm>
            <a:off x="6833418"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2" name="Rectangle 1015">
            <a:extLst>
              <a:ext uri="{FF2B5EF4-FFF2-40B4-BE49-F238E27FC236}">
                <a16:creationId xmlns:a16="http://schemas.microsoft.com/office/drawing/2014/main" id="{F727FFB7-BF01-1F46-9D9E-9D5E4DE8FF49}"/>
              </a:ext>
            </a:extLst>
          </p:cNvPr>
          <p:cNvSpPr>
            <a:spLocks noChangeArrowheads="1"/>
          </p:cNvSpPr>
          <p:nvPr/>
        </p:nvSpPr>
        <p:spPr bwMode="auto">
          <a:xfrm>
            <a:off x="6882627" y="6013722"/>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63" name="Group 590">
            <a:extLst>
              <a:ext uri="{FF2B5EF4-FFF2-40B4-BE49-F238E27FC236}">
                <a16:creationId xmlns:a16="http://schemas.microsoft.com/office/drawing/2014/main" id="{74594D33-7B4A-9C4A-B427-0FAC6A3BF3C6}"/>
              </a:ext>
            </a:extLst>
          </p:cNvPr>
          <p:cNvGrpSpPr>
            <a:grpSpLocks/>
          </p:cNvGrpSpPr>
          <p:nvPr/>
        </p:nvGrpSpPr>
        <p:grpSpPr bwMode="auto">
          <a:xfrm flipH="1">
            <a:off x="4527198" y="5453338"/>
            <a:ext cx="345630" cy="320302"/>
            <a:chOff x="2839" y="3501"/>
            <a:chExt cx="755" cy="803"/>
          </a:xfrm>
        </p:grpSpPr>
        <p:pic>
          <p:nvPicPr>
            <p:cNvPr id="364" name="Picture 591" descr="desktop_computer_stylized_medium">
              <a:extLst>
                <a:ext uri="{FF2B5EF4-FFF2-40B4-BE49-F238E27FC236}">
                  <a16:creationId xmlns:a16="http://schemas.microsoft.com/office/drawing/2014/main" id="{EFC7DF1D-1F60-234A-A19E-5E7FD8C6B819}"/>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5" name="Freeform 592">
              <a:extLst>
                <a:ext uri="{FF2B5EF4-FFF2-40B4-BE49-F238E27FC236}">
                  <a16:creationId xmlns:a16="http://schemas.microsoft.com/office/drawing/2014/main" id="{DCD434F7-36BC-CB4D-8542-D58E0892209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6" name="Group 652">
            <a:extLst>
              <a:ext uri="{FF2B5EF4-FFF2-40B4-BE49-F238E27FC236}">
                <a16:creationId xmlns:a16="http://schemas.microsoft.com/office/drawing/2014/main" id="{FE0749AD-B5F9-0B4F-9912-0D138E68C612}"/>
              </a:ext>
            </a:extLst>
          </p:cNvPr>
          <p:cNvGrpSpPr>
            <a:grpSpLocks/>
          </p:cNvGrpSpPr>
          <p:nvPr/>
        </p:nvGrpSpPr>
        <p:grpSpPr bwMode="auto">
          <a:xfrm>
            <a:off x="4712859" y="2375563"/>
            <a:ext cx="397547" cy="306949"/>
            <a:chOff x="2751" y="1851"/>
            <a:chExt cx="462" cy="478"/>
          </a:xfrm>
        </p:grpSpPr>
        <p:pic>
          <p:nvPicPr>
            <p:cNvPr id="367" name="Picture 653" descr="iphone_stylized_small">
              <a:extLst>
                <a:ext uri="{FF2B5EF4-FFF2-40B4-BE49-F238E27FC236}">
                  <a16:creationId xmlns:a16="http://schemas.microsoft.com/office/drawing/2014/main" id="{55DC35A9-5D7B-2344-9544-595A59DF0F51}"/>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 name="Picture 654" descr="antenna_radiation_stylized">
              <a:extLst>
                <a:ext uri="{FF2B5EF4-FFF2-40B4-BE49-F238E27FC236}">
                  <a16:creationId xmlns:a16="http://schemas.microsoft.com/office/drawing/2014/main" id="{648D4CBC-C6CE-E948-BFBC-2B4E4C0F5013}"/>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9" name="Group 950">
            <a:extLst>
              <a:ext uri="{FF2B5EF4-FFF2-40B4-BE49-F238E27FC236}">
                <a16:creationId xmlns:a16="http://schemas.microsoft.com/office/drawing/2014/main" id="{B9157F43-8D3E-934B-B098-8C13D287B646}"/>
              </a:ext>
            </a:extLst>
          </p:cNvPr>
          <p:cNvGrpSpPr>
            <a:grpSpLocks/>
          </p:cNvGrpSpPr>
          <p:nvPr/>
        </p:nvGrpSpPr>
        <p:grpSpPr bwMode="auto">
          <a:xfrm>
            <a:off x="7007207" y="5446229"/>
            <a:ext cx="177192" cy="330833"/>
            <a:chOff x="4140" y="429"/>
            <a:chExt cx="1425" cy="2396"/>
          </a:xfrm>
        </p:grpSpPr>
        <p:sp>
          <p:nvSpPr>
            <p:cNvPr id="370" name="Freeform 951">
              <a:extLst>
                <a:ext uri="{FF2B5EF4-FFF2-40B4-BE49-F238E27FC236}">
                  <a16:creationId xmlns:a16="http://schemas.microsoft.com/office/drawing/2014/main" id="{3CC165E8-5808-4C4C-842B-6B64BF1A4AB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1" name="Rectangle 952">
              <a:extLst>
                <a:ext uri="{FF2B5EF4-FFF2-40B4-BE49-F238E27FC236}">
                  <a16:creationId xmlns:a16="http://schemas.microsoft.com/office/drawing/2014/main" id="{E42B5865-4EED-7747-8C9D-6AF96C4BE8E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2" name="Freeform 953">
              <a:extLst>
                <a:ext uri="{FF2B5EF4-FFF2-40B4-BE49-F238E27FC236}">
                  <a16:creationId xmlns:a16="http://schemas.microsoft.com/office/drawing/2014/main" id="{04C657EA-0E1D-CD4C-998E-C6698B25005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954">
              <a:extLst>
                <a:ext uri="{FF2B5EF4-FFF2-40B4-BE49-F238E27FC236}">
                  <a16:creationId xmlns:a16="http://schemas.microsoft.com/office/drawing/2014/main" id="{0081EC2A-ED17-E940-B30C-FD018D24DC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Rectangle 955">
              <a:extLst>
                <a:ext uri="{FF2B5EF4-FFF2-40B4-BE49-F238E27FC236}">
                  <a16:creationId xmlns:a16="http://schemas.microsoft.com/office/drawing/2014/main" id="{285ED3E6-1C62-0C4F-8C1E-757D2B96B2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5" name="Group 956">
              <a:extLst>
                <a:ext uri="{FF2B5EF4-FFF2-40B4-BE49-F238E27FC236}">
                  <a16:creationId xmlns:a16="http://schemas.microsoft.com/office/drawing/2014/main" id="{AEC0E1CB-799C-584B-AA17-E6ED390A5971}"/>
                </a:ext>
              </a:extLst>
            </p:cNvPr>
            <p:cNvGrpSpPr>
              <a:grpSpLocks/>
            </p:cNvGrpSpPr>
            <p:nvPr/>
          </p:nvGrpSpPr>
          <p:grpSpPr bwMode="auto">
            <a:xfrm>
              <a:off x="4749" y="668"/>
              <a:ext cx="581" cy="145"/>
              <a:chOff x="614" y="2568"/>
              <a:chExt cx="725" cy="139"/>
            </a:xfrm>
          </p:grpSpPr>
          <p:sp>
            <p:nvSpPr>
              <p:cNvPr id="400" name="AutoShape 957">
                <a:extLst>
                  <a:ext uri="{FF2B5EF4-FFF2-40B4-BE49-F238E27FC236}">
                    <a16:creationId xmlns:a16="http://schemas.microsoft.com/office/drawing/2014/main" id="{BFD6BC96-6DD7-8249-971E-7A6431DE515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1" name="AutoShape 958">
                <a:extLst>
                  <a:ext uri="{FF2B5EF4-FFF2-40B4-BE49-F238E27FC236}">
                    <a16:creationId xmlns:a16="http://schemas.microsoft.com/office/drawing/2014/main" id="{7136BF1A-5BDD-EE4E-8563-E53448E3C74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6" name="Rectangle 959">
              <a:extLst>
                <a:ext uri="{FF2B5EF4-FFF2-40B4-BE49-F238E27FC236}">
                  <a16:creationId xmlns:a16="http://schemas.microsoft.com/office/drawing/2014/main" id="{8245B411-036D-D243-A29A-6C8A24D9EC8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7" name="Group 960">
              <a:extLst>
                <a:ext uri="{FF2B5EF4-FFF2-40B4-BE49-F238E27FC236}">
                  <a16:creationId xmlns:a16="http://schemas.microsoft.com/office/drawing/2014/main" id="{998BFA06-D769-2B45-967D-20B6DF4E688A}"/>
                </a:ext>
              </a:extLst>
            </p:cNvPr>
            <p:cNvGrpSpPr>
              <a:grpSpLocks/>
            </p:cNvGrpSpPr>
            <p:nvPr/>
          </p:nvGrpSpPr>
          <p:grpSpPr bwMode="auto">
            <a:xfrm>
              <a:off x="4747" y="994"/>
              <a:ext cx="581" cy="134"/>
              <a:chOff x="614" y="2568"/>
              <a:chExt cx="725" cy="139"/>
            </a:xfrm>
          </p:grpSpPr>
          <p:sp>
            <p:nvSpPr>
              <p:cNvPr id="398" name="AutoShape 961">
                <a:extLst>
                  <a:ext uri="{FF2B5EF4-FFF2-40B4-BE49-F238E27FC236}">
                    <a16:creationId xmlns:a16="http://schemas.microsoft.com/office/drawing/2014/main" id="{B41A50C2-84FC-9D47-B6C0-F75D2EEA314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9" name="AutoShape 962">
                <a:extLst>
                  <a:ext uri="{FF2B5EF4-FFF2-40B4-BE49-F238E27FC236}">
                    <a16:creationId xmlns:a16="http://schemas.microsoft.com/office/drawing/2014/main" id="{162FEE75-60EF-ED4B-8F62-43CC9E2BA8E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8" name="Rectangle 963">
              <a:extLst>
                <a:ext uri="{FF2B5EF4-FFF2-40B4-BE49-F238E27FC236}">
                  <a16:creationId xmlns:a16="http://schemas.microsoft.com/office/drawing/2014/main" id="{45210630-A956-A643-BA83-8B3AC84AD0F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9" name="Rectangle 964">
              <a:extLst>
                <a:ext uri="{FF2B5EF4-FFF2-40B4-BE49-F238E27FC236}">
                  <a16:creationId xmlns:a16="http://schemas.microsoft.com/office/drawing/2014/main" id="{EA864705-E6F3-0149-9FB8-F2D6510013C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80" name="Group 965">
              <a:extLst>
                <a:ext uri="{FF2B5EF4-FFF2-40B4-BE49-F238E27FC236}">
                  <a16:creationId xmlns:a16="http://schemas.microsoft.com/office/drawing/2014/main" id="{5FA6E92E-3F4C-B34B-8A73-73A726321F34}"/>
                </a:ext>
              </a:extLst>
            </p:cNvPr>
            <p:cNvGrpSpPr>
              <a:grpSpLocks/>
            </p:cNvGrpSpPr>
            <p:nvPr/>
          </p:nvGrpSpPr>
          <p:grpSpPr bwMode="auto">
            <a:xfrm>
              <a:off x="4735" y="1627"/>
              <a:ext cx="582" cy="151"/>
              <a:chOff x="614" y="2568"/>
              <a:chExt cx="725" cy="139"/>
            </a:xfrm>
          </p:grpSpPr>
          <p:sp>
            <p:nvSpPr>
              <p:cNvPr id="396" name="AutoShape 966">
                <a:extLst>
                  <a:ext uri="{FF2B5EF4-FFF2-40B4-BE49-F238E27FC236}">
                    <a16:creationId xmlns:a16="http://schemas.microsoft.com/office/drawing/2014/main" id="{A6336F1E-6BE8-B445-9185-62BF8173839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7" name="AutoShape 967">
                <a:extLst>
                  <a:ext uri="{FF2B5EF4-FFF2-40B4-BE49-F238E27FC236}">
                    <a16:creationId xmlns:a16="http://schemas.microsoft.com/office/drawing/2014/main" id="{BCC9FB72-268F-8647-9D4C-FA7C9DF585A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1" name="Freeform 968">
              <a:extLst>
                <a:ext uri="{FF2B5EF4-FFF2-40B4-BE49-F238E27FC236}">
                  <a16:creationId xmlns:a16="http://schemas.microsoft.com/office/drawing/2014/main" id="{E4BA31FD-CC32-B04B-A952-BB07796E550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82" name="Group 969">
              <a:extLst>
                <a:ext uri="{FF2B5EF4-FFF2-40B4-BE49-F238E27FC236}">
                  <a16:creationId xmlns:a16="http://schemas.microsoft.com/office/drawing/2014/main" id="{31CF1811-4A2F-6440-8069-87CF0C232076}"/>
                </a:ext>
              </a:extLst>
            </p:cNvPr>
            <p:cNvGrpSpPr>
              <a:grpSpLocks/>
            </p:cNvGrpSpPr>
            <p:nvPr/>
          </p:nvGrpSpPr>
          <p:grpSpPr bwMode="auto">
            <a:xfrm>
              <a:off x="4739" y="1327"/>
              <a:ext cx="582" cy="139"/>
              <a:chOff x="614" y="2568"/>
              <a:chExt cx="725" cy="139"/>
            </a:xfrm>
          </p:grpSpPr>
          <p:sp>
            <p:nvSpPr>
              <p:cNvPr id="394" name="AutoShape 970">
                <a:extLst>
                  <a:ext uri="{FF2B5EF4-FFF2-40B4-BE49-F238E27FC236}">
                    <a16:creationId xmlns:a16="http://schemas.microsoft.com/office/drawing/2014/main" id="{5317896D-09DC-D14B-8A55-9B7FAC0FB9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5" name="AutoShape 971">
                <a:extLst>
                  <a:ext uri="{FF2B5EF4-FFF2-40B4-BE49-F238E27FC236}">
                    <a16:creationId xmlns:a16="http://schemas.microsoft.com/office/drawing/2014/main" id="{4C39BD1C-93C0-4A4A-A896-BA5A0DA18C5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3" name="Rectangle 972">
              <a:extLst>
                <a:ext uri="{FF2B5EF4-FFF2-40B4-BE49-F238E27FC236}">
                  <a16:creationId xmlns:a16="http://schemas.microsoft.com/office/drawing/2014/main" id="{C407462A-F1F1-8147-8BCF-ABE45E4DFE0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Freeform 973">
              <a:extLst>
                <a:ext uri="{FF2B5EF4-FFF2-40B4-BE49-F238E27FC236}">
                  <a16:creationId xmlns:a16="http://schemas.microsoft.com/office/drawing/2014/main" id="{9CC74385-D63E-3D48-9561-40BDDCB29BD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5" name="Freeform 974">
              <a:extLst>
                <a:ext uri="{FF2B5EF4-FFF2-40B4-BE49-F238E27FC236}">
                  <a16:creationId xmlns:a16="http://schemas.microsoft.com/office/drawing/2014/main" id="{BE3EC3AB-107D-0246-A7B3-BB9AAAAE2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6" name="Oval 975">
              <a:extLst>
                <a:ext uri="{FF2B5EF4-FFF2-40B4-BE49-F238E27FC236}">
                  <a16:creationId xmlns:a16="http://schemas.microsoft.com/office/drawing/2014/main" id="{D5CE143B-6BEE-164A-8AF2-5503243890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7" name="Freeform 976">
              <a:extLst>
                <a:ext uri="{FF2B5EF4-FFF2-40B4-BE49-F238E27FC236}">
                  <a16:creationId xmlns:a16="http://schemas.microsoft.com/office/drawing/2014/main" id="{EADD20C0-41F8-1048-B5B0-3DFEAAD82EA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8" name="AutoShape 977">
              <a:extLst>
                <a:ext uri="{FF2B5EF4-FFF2-40B4-BE49-F238E27FC236}">
                  <a16:creationId xmlns:a16="http://schemas.microsoft.com/office/drawing/2014/main" id="{ECF1DC30-C215-FE45-B385-194BBD2D264A}"/>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 name="AutoShape 978">
              <a:extLst>
                <a:ext uri="{FF2B5EF4-FFF2-40B4-BE49-F238E27FC236}">
                  <a16:creationId xmlns:a16="http://schemas.microsoft.com/office/drawing/2014/main" id="{03A3B6DC-8081-054C-BE2C-B7B161B1580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0" name="Oval 979">
              <a:extLst>
                <a:ext uri="{FF2B5EF4-FFF2-40B4-BE49-F238E27FC236}">
                  <a16:creationId xmlns:a16="http://schemas.microsoft.com/office/drawing/2014/main" id="{D0F88E4B-F42F-334A-8BFA-E3A20C22B2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1" name="Oval 980">
              <a:extLst>
                <a:ext uri="{FF2B5EF4-FFF2-40B4-BE49-F238E27FC236}">
                  <a16:creationId xmlns:a16="http://schemas.microsoft.com/office/drawing/2014/main" id="{9B2E4BDA-3866-F94F-ABE0-15F24D717C8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2" name="Oval 981">
              <a:extLst>
                <a:ext uri="{FF2B5EF4-FFF2-40B4-BE49-F238E27FC236}">
                  <a16:creationId xmlns:a16="http://schemas.microsoft.com/office/drawing/2014/main" id="{56DB147D-629E-9046-BAA3-982B5C6ADC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3" name="Rectangle 982">
              <a:extLst>
                <a:ext uri="{FF2B5EF4-FFF2-40B4-BE49-F238E27FC236}">
                  <a16:creationId xmlns:a16="http://schemas.microsoft.com/office/drawing/2014/main" id="{593005B5-9EA3-BC40-ADCD-6E476DA3F21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22" name="Group 950">
            <a:extLst>
              <a:ext uri="{FF2B5EF4-FFF2-40B4-BE49-F238E27FC236}">
                <a16:creationId xmlns:a16="http://schemas.microsoft.com/office/drawing/2014/main" id="{2C88078D-8080-EA45-BE11-6937F08FD107}"/>
              </a:ext>
            </a:extLst>
          </p:cNvPr>
          <p:cNvGrpSpPr>
            <a:grpSpLocks/>
          </p:cNvGrpSpPr>
          <p:nvPr/>
        </p:nvGrpSpPr>
        <p:grpSpPr bwMode="auto">
          <a:xfrm>
            <a:off x="6755725" y="5788678"/>
            <a:ext cx="214974" cy="403920"/>
            <a:chOff x="4140" y="429"/>
            <a:chExt cx="1425" cy="2396"/>
          </a:xfrm>
        </p:grpSpPr>
        <p:sp>
          <p:nvSpPr>
            <p:cNvPr id="423" name="Freeform 951">
              <a:extLst>
                <a:ext uri="{FF2B5EF4-FFF2-40B4-BE49-F238E27FC236}">
                  <a16:creationId xmlns:a16="http://schemas.microsoft.com/office/drawing/2014/main" id="{E22BAF54-8ABB-A64A-A3BC-EFCC80AF031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4" name="Rectangle 952">
              <a:extLst>
                <a:ext uri="{FF2B5EF4-FFF2-40B4-BE49-F238E27FC236}">
                  <a16:creationId xmlns:a16="http://schemas.microsoft.com/office/drawing/2014/main" id="{70CEEF7E-1A13-4C4F-9A8B-26C63846358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Freeform 953">
              <a:extLst>
                <a:ext uri="{FF2B5EF4-FFF2-40B4-BE49-F238E27FC236}">
                  <a16:creationId xmlns:a16="http://schemas.microsoft.com/office/drawing/2014/main" id="{5E7A472A-D60E-EA43-9EEA-9C98812766E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6" name="Freeform 954">
              <a:extLst>
                <a:ext uri="{FF2B5EF4-FFF2-40B4-BE49-F238E27FC236}">
                  <a16:creationId xmlns:a16="http://schemas.microsoft.com/office/drawing/2014/main" id="{0B728029-E4DD-C649-8B6F-020F1D45DE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7" name="Rectangle 955">
              <a:extLst>
                <a:ext uri="{FF2B5EF4-FFF2-40B4-BE49-F238E27FC236}">
                  <a16:creationId xmlns:a16="http://schemas.microsoft.com/office/drawing/2014/main" id="{7AB8509C-DB39-0742-A0FA-D25DAC3D866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8" name="Group 956">
              <a:extLst>
                <a:ext uri="{FF2B5EF4-FFF2-40B4-BE49-F238E27FC236}">
                  <a16:creationId xmlns:a16="http://schemas.microsoft.com/office/drawing/2014/main" id="{80F51709-BB01-1846-B67C-CE4ECE8086DA}"/>
                </a:ext>
              </a:extLst>
            </p:cNvPr>
            <p:cNvGrpSpPr>
              <a:grpSpLocks/>
            </p:cNvGrpSpPr>
            <p:nvPr/>
          </p:nvGrpSpPr>
          <p:grpSpPr bwMode="auto">
            <a:xfrm>
              <a:off x="4749" y="668"/>
              <a:ext cx="581" cy="145"/>
              <a:chOff x="614" y="2568"/>
              <a:chExt cx="725" cy="139"/>
            </a:xfrm>
          </p:grpSpPr>
          <p:sp>
            <p:nvSpPr>
              <p:cNvPr id="453" name="AutoShape 957">
                <a:extLst>
                  <a:ext uri="{FF2B5EF4-FFF2-40B4-BE49-F238E27FC236}">
                    <a16:creationId xmlns:a16="http://schemas.microsoft.com/office/drawing/2014/main" id="{E2BD17DD-EF15-A24D-931E-D245AB96FB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4" name="AutoShape 958">
                <a:extLst>
                  <a:ext uri="{FF2B5EF4-FFF2-40B4-BE49-F238E27FC236}">
                    <a16:creationId xmlns:a16="http://schemas.microsoft.com/office/drawing/2014/main" id="{6AF84E87-0716-E94B-B53E-6D18A0B3794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Rectangle 959">
              <a:extLst>
                <a:ext uri="{FF2B5EF4-FFF2-40B4-BE49-F238E27FC236}">
                  <a16:creationId xmlns:a16="http://schemas.microsoft.com/office/drawing/2014/main" id="{95BF9831-579A-FF41-8D72-2BCCAAF12B36}"/>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0" name="Group 960">
              <a:extLst>
                <a:ext uri="{FF2B5EF4-FFF2-40B4-BE49-F238E27FC236}">
                  <a16:creationId xmlns:a16="http://schemas.microsoft.com/office/drawing/2014/main" id="{E1AF8D4B-B5CD-0146-92AA-CEAC352EF781}"/>
                </a:ext>
              </a:extLst>
            </p:cNvPr>
            <p:cNvGrpSpPr>
              <a:grpSpLocks/>
            </p:cNvGrpSpPr>
            <p:nvPr/>
          </p:nvGrpSpPr>
          <p:grpSpPr bwMode="auto">
            <a:xfrm>
              <a:off x="4747" y="994"/>
              <a:ext cx="581" cy="134"/>
              <a:chOff x="614" y="2568"/>
              <a:chExt cx="725" cy="139"/>
            </a:xfrm>
          </p:grpSpPr>
          <p:sp>
            <p:nvSpPr>
              <p:cNvPr id="451" name="AutoShape 961">
                <a:extLst>
                  <a:ext uri="{FF2B5EF4-FFF2-40B4-BE49-F238E27FC236}">
                    <a16:creationId xmlns:a16="http://schemas.microsoft.com/office/drawing/2014/main" id="{6DD6AD4F-E915-AE4B-8BA8-798ED2FC2D1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2" name="AutoShape 962">
                <a:extLst>
                  <a:ext uri="{FF2B5EF4-FFF2-40B4-BE49-F238E27FC236}">
                    <a16:creationId xmlns:a16="http://schemas.microsoft.com/office/drawing/2014/main" id="{37494D8C-E2F6-0D47-A148-7B8E9D83E32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1" name="Rectangle 963">
              <a:extLst>
                <a:ext uri="{FF2B5EF4-FFF2-40B4-BE49-F238E27FC236}">
                  <a16:creationId xmlns:a16="http://schemas.microsoft.com/office/drawing/2014/main" id="{63841D79-6444-EB42-A0E7-87B52BF56B8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Rectangle 964">
              <a:extLst>
                <a:ext uri="{FF2B5EF4-FFF2-40B4-BE49-F238E27FC236}">
                  <a16:creationId xmlns:a16="http://schemas.microsoft.com/office/drawing/2014/main" id="{DF0659B3-21D4-D44C-9B15-1179D0B853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3" name="Group 965">
              <a:extLst>
                <a:ext uri="{FF2B5EF4-FFF2-40B4-BE49-F238E27FC236}">
                  <a16:creationId xmlns:a16="http://schemas.microsoft.com/office/drawing/2014/main" id="{40E0CB97-B718-1840-9DBF-01D8A8A10D4A}"/>
                </a:ext>
              </a:extLst>
            </p:cNvPr>
            <p:cNvGrpSpPr>
              <a:grpSpLocks/>
            </p:cNvGrpSpPr>
            <p:nvPr/>
          </p:nvGrpSpPr>
          <p:grpSpPr bwMode="auto">
            <a:xfrm>
              <a:off x="4735" y="1627"/>
              <a:ext cx="582" cy="151"/>
              <a:chOff x="614" y="2568"/>
              <a:chExt cx="725" cy="139"/>
            </a:xfrm>
          </p:grpSpPr>
          <p:sp>
            <p:nvSpPr>
              <p:cNvPr id="449" name="AutoShape 966">
                <a:extLst>
                  <a:ext uri="{FF2B5EF4-FFF2-40B4-BE49-F238E27FC236}">
                    <a16:creationId xmlns:a16="http://schemas.microsoft.com/office/drawing/2014/main" id="{13184E4A-912C-0042-9B50-7801628E1CB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AutoShape 967">
                <a:extLst>
                  <a:ext uri="{FF2B5EF4-FFF2-40B4-BE49-F238E27FC236}">
                    <a16:creationId xmlns:a16="http://schemas.microsoft.com/office/drawing/2014/main" id="{EC497607-7A68-3442-8889-DC5379D468A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4" name="Freeform 968">
              <a:extLst>
                <a:ext uri="{FF2B5EF4-FFF2-40B4-BE49-F238E27FC236}">
                  <a16:creationId xmlns:a16="http://schemas.microsoft.com/office/drawing/2014/main" id="{052CE7AF-A97E-A341-AFD5-C7FAE94F405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5" name="Group 969">
              <a:extLst>
                <a:ext uri="{FF2B5EF4-FFF2-40B4-BE49-F238E27FC236}">
                  <a16:creationId xmlns:a16="http://schemas.microsoft.com/office/drawing/2014/main" id="{EE384ACB-D1B7-8947-A46E-908F4C27436E}"/>
                </a:ext>
              </a:extLst>
            </p:cNvPr>
            <p:cNvGrpSpPr>
              <a:grpSpLocks/>
            </p:cNvGrpSpPr>
            <p:nvPr/>
          </p:nvGrpSpPr>
          <p:grpSpPr bwMode="auto">
            <a:xfrm>
              <a:off x="4739" y="1327"/>
              <a:ext cx="582" cy="139"/>
              <a:chOff x="614" y="2568"/>
              <a:chExt cx="725" cy="139"/>
            </a:xfrm>
          </p:grpSpPr>
          <p:sp>
            <p:nvSpPr>
              <p:cNvPr id="447" name="AutoShape 970">
                <a:extLst>
                  <a:ext uri="{FF2B5EF4-FFF2-40B4-BE49-F238E27FC236}">
                    <a16:creationId xmlns:a16="http://schemas.microsoft.com/office/drawing/2014/main" id="{E31703BD-0E29-4342-866F-C1BACFF6A33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8" name="AutoShape 971">
                <a:extLst>
                  <a:ext uri="{FF2B5EF4-FFF2-40B4-BE49-F238E27FC236}">
                    <a16:creationId xmlns:a16="http://schemas.microsoft.com/office/drawing/2014/main" id="{EEA60274-2682-3A48-9AE3-69FF0DCF1C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6" name="Rectangle 972">
              <a:extLst>
                <a:ext uri="{FF2B5EF4-FFF2-40B4-BE49-F238E27FC236}">
                  <a16:creationId xmlns:a16="http://schemas.microsoft.com/office/drawing/2014/main" id="{967A71FE-66B2-954A-9379-E42B8F0894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973">
              <a:extLst>
                <a:ext uri="{FF2B5EF4-FFF2-40B4-BE49-F238E27FC236}">
                  <a16:creationId xmlns:a16="http://schemas.microsoft.com/office/drawing/2014/main" id="{6FB307DE-995F-3B4C-A113-98D6582145F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Freeform 974">
              <a:extLst>
                <a:ext uri="{FF2B5EF4-FFF2-40B4-BE49-F238E27FC236}">
                  <a16:creationId xmlns:a16="http://schemas.microsoft.com/office/drawing/2014/main" id="{90D5EB6A-3270-FA40-8319-F741130BA9A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9" name="Oval 975">
              <a:extLst>
                <a:ext uri="{FF2B5EF4-FFF2-40B4-BE49-F238E27FC236}">
                  <a16:creationId xmlns:a16="http://schemas.microsoft.com/office/drawing/2014/main" id="{77280D7B-B4B9-A843-AC20-94979FDF9D6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Freeform 976">
              <a:extLst>
                <a:ext uri="{FF2B5EF4-FFF2-40B4-BE49-F238E27FC236}">
                  <a16:creationId xmlns:a16="http://schemas.microsoft.com/office/drawing/2014/main" id="{80A419D8-1581-3A46-8EBA-5776012410C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1" name="AutoShape 977">
              <a:extLst>
                <a:ext uri="{FF2B5EF4-FFF2-40B4-BE49-F238E27FC236}">
                  <a16:creationId xmlns:a16="http://schemas.microsoft.com/office/drawing/2014/main" id="{EED639F0-33CC-254D-99A1-DD03522710E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AutoShape 978">
              <a:extLst>
                <a:ext uri="{FF2B5EF4-FFF2-40B4-BE49-F238E27FC236}">
                  <a16:creationId xmlns:a16="http://schemas.microsoft.com/office/drawing/2014/main" id="{522FF7C6-4EA8-7D47-B430-79E5E05762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Oval 979">
              <a:extLst>
                <a:ext uri="{FF2B5EF4-FFF2-40B4-BE49-F238E27FC236}">
                  <a16:creationId xmlns:a16="http://schemas.microsoft.com/office/drawing/2014/main" id="{242F954B-88E5-B048-98E9-40F0D761A7A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4" name="Oval 980">
              <a:extLst>
                <a:ext uri="{FF2B5EF4-FFF2-40B4-BE49-F238E27FC236}">
                  <a16:creationId xmlns:a16="http://schemas.microsoft.com/office/drawing/2014/main" id="{A6EF718B-8D3A-514F-B044-003F6C6340F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5" name="Oval 981">
              <a:extLst>
                <a:ext uri="{FF2B5EF4-FFF2-40B4-BE49-F238E27FC236}">
                  <a16:creationId xmlns:a16="http://schemas.microsoft.com/office/drawing/2014/main" id="{813F1E73-B64A-F54B-8A38-E17C7DD8A27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6" name="Rectangle 982">
              <a:extLst>
                <a:ext uri="{FF2B5EF4-FFF2-40B4-BE49-F238E27FC236}">
                  <a16:creationId xmlns:a16="http://schemas.microsoft.com/office/drawing/2014/main" id="{1857FA82-EB0A-EE41-839B-BECD0ED3932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55" name="Group 454">
            <a:extLst>
              <a:ext uri="{FF2B5EF4-FFF2-40B4-BE49-F238E27FC236}">
                <a16:creationId xmlns:a16="http://schemas.microsoft.com/office/drawing/2014/main" id="{591BE906-E595-B649-963F-9A97A62BC9DB}"/>
              </a:ext>
            </a:extLst>
          </p:cNvPr>
          <p:cNvGrpSpPr/>
          <p:nvPr/>
        </p:nvGrpSpPr>
        <p:grpSpPr>
          <a:xfrm>
            <a:off x="5852005" y="4128902"/>
            <a:ext cx="367224" cy="240304"/>
            <a:chOff x="7493876" y="2774731"/>
            <a:chExt cx="1481958" cy="894622"/>
          </a:xfrm>
        </p:grpSpPr>
        <p:sp>
          <p:nvSpPr>
            <p:cNvPr id="456" name="Freeform 455">
              <a:extLst>
                <a:ext uri="{FF2B5EF4-FFF2-40B4-BE49-F238E27FC236}">
                  <a16:creationId xmlns:a16="http://schemas.microsoft.com/office/drawing/2014/main" id="{D1AFE997-42EF-E448-84B8-2664DED57AD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3B88C418-A94C-D74A-A8F4-7D50E4559A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91C76761-D3F7-8F49-B804-7516AA435A6E}"/>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D0D84ED2-8EEB-A14E-9D0D-A8D7EE1C2B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83F7D618-DF6E-CD4E-ABFD-7248C8AFF7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5BA0C0F4-859C-2948-A8E4-EC63C482D2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1870235E-870D-8C4E-B97F-5CC2B2BDFC9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84C8D354-1A5C-954E-A9BC-AE2AE525994E}"/>
              </a:ext>
            </a:extLst>
          </p:cNvPr>
          <p:cNvGrpSpPr/>
          <p:nvPr/>
        </p:nvGrpSpPr>
        <p:grpSpPr>
          <a:xfrm>
            <a:off x="6354771" y="4172041"/>
            <a:ext cx="367224" cy="240304"/>
            <a:chOff x="7493876" y="2774731"/>
            <a:chExt cx="1481958" cy="894622"/>
          </a:xfrm>
        </p:grpSpPr>
        <p:sp>
          <p:nvSpPr>
            <p:cNvPr id="464" name="Freeform 463">
              <a:extLst>
                <a:ext uri="{FF2B5EF4-FFF2-40B4-BE49-F238E27FC236}">
                  <a16:creationId xmlns:a16="http://schemas.microsoft.com/office/drawing/2014/main" id="{A346C2E2-A35A-F443-958E-38A56CF06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35A632E8-91D7-9F48-A5E8-DD6E26B4165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013B46E4-7B99-B94B-BFDA-24FAEED73CA9}"/>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173B8FAB-A8E5-6B4A-A08D-F3609F6771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7B9814D-5838-D941-8349-97C5392D74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60AAD9FD-2FFA-9D46-AD4B-D81718FB65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EF273E9D-EC6B-5F40-9E84-0AFD9D1856B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A683812E-0AC0-DF46-919D-742D7417E9F1}"/>
              </a:ext>
            </a:extLst>
          </p:cNvPr>
          <p:cNvGrpSpPr/>
          <p:nvPr/>
        </p:nvGrpSpPr>
        <p:grpSpPr>
          <a:xfrm>
            <a:off x="4803287" y="4138272"/>
            <a:ext cx="354986" cy="175668"/>
            <a:chOff x="7493876" y="2774731"/>
            <a:chExt cx="1481958" cy="894622"/>
          </a:xfrm>
        </p:grpSpPr>
        <p:sp>
          <p:nvSpPr>
            <p:cNvPr id="472" name="Freeform 471">
              <a:extLst>
                <a:ext uri="{FF2B5EF4-FFF2-40B4-BE49-F238E27FC236}">
                  <a16:creationId xmlns:a16="http://schemas.microsoft.com/office/drawing/2014/main" id="{78234E6D-A63E-BA4F-AB1C-0085126905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749AC48C-EAAA-E742-BD1E-509EBB5A281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A273955-F11B-084E-8F81-A93F1595AC79}"/>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242F04B4-366A-F644-842F-AAD4C93201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2D06F4AF-B529-BF4C-8F2B-2D2E3E98C9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BD6BC977-8A89-AE40-9EE6-A2C4F381502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956D2CE5-06D6-0348-AF0E-BFA9ECC42A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B788976E-B4F1-384B-A7A5-32372906D00D}"/>
              </a:ext>
            </a:extLst>
          </p:cNvPr>
          <p:cNvGrpSpPr/>
          <p:nvPr/>
        </p:nvGrpSpPr>
        <p:grpSpPr>
          <a:xfrm>
            <a:off x="6001110" y="4947964"/>
            <a:ext cx="393760" cy="218578"/>
            <a:chOff x="7493876" y="2774731"/>
            <a:chExt cx="1481958" cy="894622"/>
          </a:xfrm>
        </p:grpSpPr>
        <p:sp>
          <p:nvSpPr>
            <p:cNvPr id="480" name="Freeform 479">
              <a:extLst>
                <a:ext uri="{FF2B5EF4-FFF2-40B4-BE49-F238E27FC236}">
                  <a16:creationId xmlns:a16="http://schemas.microsoft.com/office/drawing/2014/main" id="{1AA9D7DD-752B-F742-BA8C-19673D63B7A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E57116AD-D7A8-9742-8FF8-5F16024E6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9D4F74D2-3ECC-9448-9FB1-370E53F597D1}"/>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DA4212DD-88D6-7144-996D-1684D0998D1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7D3B1847-2991-9F42-8243-C6C82AEA3F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075D91F-CEB2-A34B-8E7B-6DBE88D0C7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C69D097-E5DF-C94F-87A0-A366128EA06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8" name="Group 527">
            <a:extLst>
              <a:ext uri="{FF2B5EF4-FFF2-40B4-BE49-F238E27FC236}">
                <a16:creationId xmlns:a16="http://schemas.microsoft.com/office/drawing/2014/main" id="{D081AC14-E61F-9E44-B9F8-7F976FEE2854}"/>
              </a:ext>
            </a:extLst>
          </p:cNvPr>
          <p:cNvGrpSpPr/>
          <p:nvPr/>
        </p:nvGrpSpPr>
        <p:grpSpPr>
          <a:xfrm>
            <a:off x="6536775" y="5162261"/>
            <a:ext cx="393760" cy="218578"/>
            <a:chOff x="7493876" y="2774731"/>
            <a:chExt cx="1481958" cy="894622"/>
          </a:xfrm>
        </p:grpSpPr>
        <p:sp>
          <p:nvSpPr>
            <p:cNvPr id="529" name="Freeform 528">
              <a:extLst>
                <a:ext uri="{FF2B5EF4-FFF2-40B4-BE49-F238E27FC236}">
                  <a16:creationId xmlns:a16="http://schemas.microsoft.com/office/drawing/2014/main" id="{8CFF86F6-B0FC-A942-8AA0-479DD7032B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0" name="Oval 529">
              <a:extLst>
                <a:ext uri="{FF2B5EF4-FFF2-40B4-BE49-F238E27FC236}">
                  <a16:creationId xmlns:a16="http://schemas.microsoft.com/office/drawing/2014/main" id="{76EA3A87-473B-0945-A9E0-675B91F33B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1" name="Group 530">
              <a:extLst>
                <a:ext uri="{FF2B5EF4-FFF2-40B4-BE49-F238E27FC236}">
                  <a16:creationId xmlns:a16="http://schemas.microsoft.com/office/drawing/2014/main" id="{A978F236-5E3C-C24D-80B9-169B5FBD8D1E}"/>
                </a:ext>
              </a:extLst>
            </p:cNvPr>
            <p:cNvGrpSpPr/>
            <p:nvPr/>
          </p:nvGrpSpPr>
          <p:grpSpPr>
            <a:xfrm>
              <a:off x="7713663" y="2848339"/>
              <a:ext cx="1042107" cy="425543"/>
              <a:chOff x="7786941" y="2884917"/>
              <a:chExt cx="897649" cy="353919"/>
            </a:xfrm>
          </p:grpSpPr>
          <p:sp>
            <p:nvSpPr>
              <p:cNvPr id="532" name="Freeform 531">
                <a:extLst>
                  <a:ext uri="{FF2B5EF4-FFF2-40B4-BE49-F238E27FC236}">
                    <a16:creationId xmlns:a16="http://schemas.microsoft.com/office/drawing/2014/main" id="{5AE9D058-8EAC-6240-91FD-FADF0E063E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64699900-9D57-A84A-826E-F26640FBB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CE596508-3EA9-044A-9250-9CF5986DB6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3386E1BB-0341-A641-BA42-64120BFBC2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78" name="Group 577">
            <a:extLst>
              <a:ext uri="{FF2B5EF4-FFF2-40B4-BE49-F238E27FC236}">
                <a16:creationId xmlns:a16="http://schemas.microsoft.com/office/drawing/2014/main" id="{57AEC85C-1991-7940-9A8F-0D0CDF4B6544}"/>
              </a:ext>
            </a:extLst>
          </p:cNvPr>
          <p:cNvGrpSpPr/>
          <p:nvPr/>
        </p:nvGrpSpPr>
        <p:grpSpPr>
          <a:xfrm>
            <a:off x="5534723" y="1952089"/>
            <a:ext cx="271847" cy="453062"/>
            <a:chOff x="5534723" y="1952089"/>
            <a:chExt cx="271847" cy="453062"/>
          </a:xfrm>
        </p:grpSpPr>
        <p:pic>
          <p:nvPicPr>
            <p:cNvPr id="559" name="Picture 799" descr="cell_tower_radiation copy">
              <a:extLst>
                <a:ext uri="{FF2B5EF4-FFF2-40B4-BE49-F238E27FC236}">
                  <a16:creationId xmlns:a16="http://schemas.microsoft.com/office/drawing/2014/main" id="{3F17F723-A2BC-DC40-9A0B-16CD30012263}"/>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0" name="Oval 800">
              <a:extLst>
                <a:ext uri="{FF2B5EF4-FFF2-40B4-BE49-F238E27FC236}">
                  <a16:creationId xmlns:a16="http://schemas.microsoft.com/office/drawing/2014/main" id="{D6F0F4E1-A81F-DC4E-B7E6-97557A44368B}"/>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61" name="Group 783">
              <a:extLst>
                <a:ext uri="{FF2B5EF4-FFF2-40B4-BE49-F238E27FC236}">
                  <a16:creationId xmlns:a16="http://schemas.microsoft.com/office/drawing/2014/main" id="{9B66B698-3415-CF42-8A8F-02FDBA293662}"/>
                </a:ext>
              </a:extLst>
            </p:cNvPr>
            <p:cNvGrpSpPr>
              <a:grpSpLocks/>
            </p:cNvGrpSpPr>
            <p:nvPr/>
          </p:nvGrpSpPr>
          <p:grpSpPr bwMode="auto">
            <a:xfrm>
              <a:off x="5562338" y="2043663"/>
              <a:ext cx="212313" cy="361488"/>
              <a:chOff x="3130" y="3288"/>
              <a:chExt cx="410" cy="742"/>
            </a:xfrm>
          </p:grpSpPr>
          <p:sp>
            <p:nvSpPr>
              <p:cNvPr id="562" name="Line 270">
                <a:extLst>
                  <a:ext uri="{FF2B5EF4-FFF2-40B4-BE49-F238E27FC236}">
                    <a16:creationId xmlns:a16="http://schemas.microsoft.com/office/drawing/2014/main" id="{700D5CC3-7206-9E40-A909-F0D2077AEC1A}"/>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 name="Line 271">
                <a:extLst>
                  <a:ext uri="{FF2B5EF4-FFF2-40B4-BE49-F238E27FC236}">
                    <a16:creationId xmlns:a16="http://schemas.microsoft.com/office/drawing/2014/main" id="{59C5EEBB-46AE-254B-BFFB-E8ACDC122D0B}"/>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4" name="Line 272">
                <a:extLst>
                  <a:ext uri="{FF2B5EF4-FFF2-40B4-BE49-F238E27FC236}">
                    <a16:creationId xmlns:a16="http://schemas.microsoft.com/office/drawing/2014/main" id="{1BEA6BE2-D756-9F49-84EC-1CFC3F7EE37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5" name="Line 273">
                <a:extLst>
                  <a:ext uri="{FF2B5EF4-FFF2-40B4-BE49-F238E27FC236}">
                    <a16:creationId xmlns:a16="http://schemas.microsoft.com/office/drawing/2014/main" id="{2BB20B75-D078-B349-8ED7-7EF5DDEF7D26}"/>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6" name="Line 274">
                <a:extLst>
                  <a:ext uri="{FF2B5EF4-FFF2-40B4-BE49-F238E27FC236}">
                    <a16:creationId xmlns:a16="http://schemas.microsoft.com/office/drawing/2014/main" id="{19E9C506-6CA3-3D47-AB74-FE28012B6813}"/>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7" name="Line 275">
                <a:extLst>
                  <a:ext uri="{FF2B5EF4-FFF2-40B4-BE49-F238E27FC236}">
                    <a16:creationId xmlns:a16="http://schemas.microsoft.com/office/drawing/2014/main" id="{3BBD9872-E013-FA41-8F0D-2D4472744BC1}"/>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8" name="Line 276">
                <a:extLst>
                  <a:ext uri="{FF2B5EF4-FFF2-40B4-BE49-F238E27FC236}">
                    <a16:creationId xmlns:a16="http://schemas.microsoft.com/office/drawing/2014/main" id="{88CBA91B-9E00-C345-A11D-1E2387A0964F}"/>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9" name="Line 277">
                <a:extLst>
                  <a:ext uri="{FF2B5EF4-FFF2-40B4-BE49-F238E27FC236}">
                    <a16:creationId xmlns:a16="http://schemas.microsoft.com/office/drawing/2014/main" id="{F90F97E0-7168-3641-9DDD-F7A2DFBDFD6E}"/>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0" name="Line 278">
                <a:extLst>
                  <a:ext uri="{FF2B5EF4-FFF2-40B4-BE49-F238E27FC236}">
                    <a16:creationId xmlns:a16="http://schemas.microsoft.com/office/drawing/2014/main" id="{C1D7EEAB-C106-2D43-BBA4-9AD86682CADA}"/>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1" name="Line 279">
                <a:extLst>
                  <a:ext uri="{FF2B5EF4-FFF2-40B4-BE49-F238E27FC236}">
                    <a16:creationId xmlns:a16="http://schemas.microsoft.com/office/drawing/2014/main" id="{03E18F7D-E69E-5448-9B09-7AB42BD5AD7B}"/>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2" name="Line 280">
                <a:extLst>
                  <a:ext uri="{FF2B5EF4-FFF2-40B4-BE49-F238E27FC236}">
                    <a16:creationId xmlns:a16="http://schemas.microsoft.com/office/drawing/2014/main" id="{707D5AB0-6A34-7D47-9B19-3397A45D654A}"/>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3" name="Line 281">
                <a:extLst>
                  <a:ext uri="{FF2B5EF4-FFF2-40B4-BE49-F238E27FC236}">
                    <a16:creationId xmlns:a16="http://schemas.microsoft.com/office/drawing/2014/main" id="{2581D4F7-8F7E-DA44-AFE0-233B0F60F122}"/>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4" name="Line 282">
                <a:extLst>
                  <a:ext uri="{FF2B5EF4-FFF2-40B4-BE49-F238E27FC236}">
                    <a16:creationId xmlns:a16="http://schemas.microsoft.com/office/drawing/2014/main" id="{4ADDAED8-7572-5047-B7DF-F1DE9A6D975F}"/>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5" name="Line 283">
                <a:extLst>
                  <a:ext uri="{FF2B5EF4-FFF2-40B4-BE49-F238E27FC236}">
                    <a16:creationId xmlns:a16="http://schemas.microsoft.com/office/drawing/2014/main" id="{35DFAF00-264C-1547-9649-2EC6EE4AE1A9}"/>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6" name="Line 284">
                <a:extLst>
                  <a:ext uri="{FF2B5EF4-FFF2-40B4-BE49-F238E27FC236}">
                    <a16:creationId xmlns:a16="http://schemas.microsoft.com/office/drawing/2014/main" id="{5348AD96-74AD-704F-A303-E65C2057BEFD}"/>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577" name="Line 426">
            <a:extLst>
              <a:ext uri="{FF2B5EF4-FFF2-40B4-BE49-F238E27FC236}">
                <a16:creationId xmlns:a16="http://schemas.microsoft.com/office/drawing/2014/main" id="{BF64B646-34AE-3F47-95B6-A1BDCCB1890F}"/>
              </a:ext>
            </a:extLst>
          </p:cNvPr>
          <p:cNvSpPr>
            <a:spLocks noChangeShapeType="1"/>
          </p:cNvSpPr>
          <p:nvPr/>
        </p:nvSpPr>
        <p:spPr bwMode="auto">
          <a:xfrm flipH="1">
            <a:off x="5420211" y="2869913"/>
            <a:ext cx="97012" cy="1068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79" name="Group 578">
            <a:extLst>
              <a:ext uri="{FF2B5EF4-FFF2-40B4-BE49-F238E27FC236}">
                <a16:creationId xmlns:a16="http://schemas.microsoft.com/office/drawing/2014/main" id="{D8897C93-CE5C-284B-AD0D-3ACB740CAB05}"/>
              </a:ext>
            </a:extLst>
          </p:cNvPr>
          <p:cNvGrpSpPr/>
          <p:nvPr/>
        </p:nvGrpSpPr>
        <p:grpSpPr>
          <a:xfrm>
            <a:off x="4625461" y="1922978"/>
            <a:ext cx="271847" cy="453062"/>
            <a:chOff x="5534723" y="1952089"/>
            <a:chExt cx="271847" cy="453062"/>
          </a:xfrm>
        </p:grpSpPr>
        <p:pic>
          <p:nvPicPr>
            <p:cNvPr id="580" name="Picture 799" descr="cell_tower_radiation copy">
              <a:extLst>
                <a:ext uri="{FF2B5EF4-FFF2-40B4-BE49-F238E27FC236}">
                  <a16:creationId xmlns:a16="http://schemas.microsoft.com/office/drawing/2014/main" id="{B429B08B-6BE1-084C-8BB8-F2510FA3DB64}"/>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1" name="Oval 800">
              <a:extLst>
                <a:ext uri="{FF2B5EF4-FFF2-40B4-BE49-F238E27FC236}">
                  <a16:creationId xmlns:a16="http://schemas.microsoft.com/office/drawing/2014/main" id="{3A4B4EED-361B-9F4F-8219-5A695C2E30F7}"/>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2" name="Group 783">
              <a:extLst>
                <a:ext uri="{FF2B5EF4-FFF2-40B4-BE49-F238E27FC236}">
                  <a16:creationId xmlns:a16="http://schemas.microsoft.com/office/drawing/2014/main" id="{B14C8683-1EBE-F245-91BB-BB7486D56317}"/>
                </a:ext>
              </a:extLst>
            </p:cNvPr>
            <p:cNvGrpSpPr>
              <a:grpSpLocks/>
            </p:cNvGrpSpPr>
            <p:nvPr/>
          </p:nvGrpSpPr>
          <p:grpSpPr bwMode="auto">
            <a:xfrm>
              <a:off x="5562338" y="2043663"/>
              <a:ext cx="212313" cy="361488"/>
              <a:chOff x="3130" y="3288"/>
              <a:chExt cx="410" cy="742"/>
            </a:xfrm>
          </p:grpSpPr>
          <p:sp>
            <p:nvSpPr>
              <p:cNvPr id="583" name="Line 270">
                <a:extLst>
                  <a:ext uri="{FF2B5EF4-FFF2-40B4-BE49-F238E27FC236}">
                    <a16:creationId xmlns:a16="http://schemas.microsoft.com/office/drawing/2014/main" id="{F02111A6-8EEE-F248-8D43-E3BE1E3BE38E}"/>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4" name="Line 271">
                <a:extLst>
                  <a:ext uri="{FF2B5EF4-FFF2-40B4-BE49-F238E27FC236}">
                    <a16:creationId xmlns:a16="http://schemas.microsoft.com/office/drawing/2014/main" id="{860B8549-8D7B-DC42-B6EF-AE5F6258CC08}"/>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5" name="Line 272">
                <a:extLst>
                  <a:ext uri="{FF2B5EF4-FFF2-40B4-BE49-F238E27FC236}">
                    <a16:creationId xmlns:a16="http://schemas.microsoft.com/office/drawing/2014/main" id="{9165C128-65A9-EC42-A764-ADCA487C90BA}"/>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6" name="Line 273">
                <a:extLst>
                  <a:ext uri="{FF2B5EF4-FFF2-40B4-BE49-F238E27FC236}">
                    <a16:creationId xmlns:a16="http://schemas.microsoft.com/office/drawing/2014/main" id="{E7A8EB1B-1B3D-3842-88C8-5D2120367A1F}"/>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7" name="Line 274">
                <a:extLst>
                  <a:ext uri="{FF2B5EF4-FFF2-40B4-BE49-F238E27FC236}">
                    <a16:creationId xmlns:a16="http://schemas.microsoft.com/office/drawing/2014/main" id="{C836AA36-EA8E-B549-856B-C2AE39DF199F}"/>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8" name="Line 275">
                <a:extLst>
                  <a:ext uri="{FF2B5EF4-FFF2-40B4-BE49-F238E27FC236}">
                    <a16:creationId xmlns:a16="http://schemas.microsoft.com/office/drawing/2014/main" id="{ABD9C44A-66B4-F149-A068-157972539D42}"/>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9" name="Line 276">
                <a:extLst>
                  <a:ext uri="{FF2B5EF4-FFF2-40B4-BE49-F238E27FC236}">
                    <a16:creationId xmlns:a16="http://schemas.microsoft.com/office/drawing/2014/main" id="{D220BEAE-062E-9748-ABBA-BDF63E3467E3}"/>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0" name="Line 277">
                <a:extLst>
                  <a:ext uri="{FF2B5EF4-FFF2-40B4-BE49-F238E27FC236}">
                    <a16:creationId xmlns:a16="http://schemas.microsoft.com/office/drawing/2014/main" id="{EB91538D-649D-964C-B1B7-D995C42AB688}"/>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1" name="Line 278">
                <a:extLst>
                  <a:ext uri="{FF2B5EF4-FFF2-40B4-BE49-F238E27FC236}">
                    <a16:creationId xmlns:a16="http://schemas.microsoft.com/office/drawing/2014/main" id="{14AA3A6E-E75F-E946-BEA3-89865F559B0F}"/>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2" name="Line 279">
                <a:extLst>
                  <a:ext uri="{FF2B5EF4-FFF2-40B4-BE49-F238E27FC236}">
                    <a16:creationId xmlns:a16="http://schemas.microsoft.com/office/drawing/2014/main" id="{BC215C3E-E152-8446-8DEA-03B038D3D485}"/>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3" name="Line 280">
                <a:extLst>
                  <a:ext uri="{FF2B5EF4-FFF2-40B4-BE49-F238E27FC236}">
                    <a16:creationId xmlns:a16="http://schemas.microsoft.com/office/drawing/2014/main" id="{A63E528B-F406-8F48-ADA0-EDFA9A3EF5E6}"/>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4" name="Line 281">
                <a:extLst>
                  <a:ext uri="{FF2B5EF4-FFF2-40B4-BE49-F238E27FC236}">
                    <a16:creationId xmlns:a16="http://schemas.microsoft.com/office/drawing/2014/main" id="{F846F86E-1F57-DF4A-96C1-8D26811048C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 name="Line 282">
                <a:extLst>
                  <a:ext uri="{FF2B5EF4-FFF2-40B4-BE49-F238E27FC236}">
                    <a16:creationId xmlns:a16="http://schemas.microsoft.com/office/drawing/2014/main" id="{62EAE549-366C-394C-A0E1-8C6119B9A337}"/>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 name="Line 283">
                <a:extLst>
                  <a:ext uri="{FF2B5EF4-FFF2-40B4-BE49-F238E27FC236}">
                    <a16:creationId xmlns:a16="http://schemas.microsoft.com/office/drawing/2014/main" id="{4CC3E306-DCF1-8E4E-BB68-23D8B253D8FE}"/>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7" name="Line 284">
                <a:extLst>
                  <a:ext uri="{FF2B5EF4-FFF2-40B4-BE49-F238E27FC236}">
                    <a16:creationId xmlns:a16="http://schemas.microsoft.com/office/drawing/2014/main" id="{9EC17BCD-64FE-9F4D-B2E2-9905118F819C}"/>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598" name="Group 597">
            <a:extLst>
              <a:ext uri="{FF2B5EF4-FFF2-40B4-BE49-F238E27FC236}">
                <a16:creationId xmlns:a16="http://schemas.microsoft.com/office/drawing/2014/main" id="{1CDA849E-05CE-8A41-847E-A073B39ABBEF}"/>
              </a:ext>
            </a:extLst>
          </p:cNvPr>
          <p:cNvGrpSpPr/>
          <p:nvPr/>
        </p:nvGrpSpPr>
        <p:grpSpPr>
          <a:xfrm>
            <a:off x="4185385" y="2421275"/>
            <a:ext cx="271847" cy="453062"/>
            <a:chOff x="5534723" y="1952089"/>
            <a:chExt cx="271847" cy="453062"/>
          </a:xfrm>
        </p:grpSpPr>
        <p:pic>
          <p:nvPicPr>
            <p:cNvPr id="599" name="Picture 799" descr="cell_tower_radiation copy">
              <a:extLst>
                <a:ext uri="{FF2B5EF4-FFF2-40B4-BE49-F238E27FC236}">
                  <a16:creationId xmlns:a16="http://schemas.microsoft.com/office/drawing/2014/main" id="{3C2377C2-F19B-EF40-9DED-1397A79D2F42}"/>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0" name="Oval 800">
              <a:extLst>
                <a:ext uri="{FF2B5EF4-FFF2-40B4-BE49-F238E27FC236}">
                  <a16:creationId xmlns:a16="http://schemas.microsoft.com/office/drawing/2014/main" id="{EA7FD105-F343-9F4D-AAF9-249AB9DA926E}"/>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01" name="Group 783">
              <a:extLst>
                <a:ext uri="{FF2B5EF4-FFF2-40B4-BE49-F238E27FC236}">
                  <a16:creationId xmlns:a16="http://schemas.microsoft.com/office/drawing/2014/main" id="{A7DDB3DE-0605-2A4E-9E03-04DCBC1FA4AC}"/>
                </a:ext>
              </a:extLst>
            </p:cNvPr>
            <p:cNvGrpSpPr>
              <a:grpSpLocks/>
            </p:cNvGrpSpPr>
            <p:nvPr/>
          </p:nvGrpSpPr>
          <p:grpSpPr bwMode="auto">
            <a:xfrm>
              <a:off x="5562338" y="2043663"/>
              <a:ext cx="212313" cy="361488"/>
              <a:chOff x="3130" y="3288"/>
              <a:chExt cx="410" cy="742"/>
            </a:xfrm>
          </p:grpSpPr>
          <p:sp>
            <p:nvSpPr>
              <p:cNvPr id="602" name="Line 270">
                <a:extLst>
                  <a:ext uri="{FF2B5EF4-FFF2-40B4-BE49-F238E27FC236}">
                    <a16:creationId xmlns:a16="http://schemas.microsoft.com/office/drawing/2014/main" id="{AD57097B-F9E4-F645-B7AB-0E354CD80BFC}"/>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3" name="Line 271">
                <a:extLst>
                  <a:ext uri="{FF2B5EF4-FFF2-40B4-BE49-F238E27FC236}">
                    <a16:creationId xmlns:a16="http://schemas.microsoft.com/office/drawing/2014/main" id="{B0C5FEB9-03AA-BC41-8703-4672849D646A}"/>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4" name="Line 272">
                <a:extLst>
                  <a:ext uri="{FF2B5EF4-FFF2-40B4-BE49-F238E27FC236}">
                    <a16:creationId xmlns:a16="http://schemas.microsoft.com/office/drawing/2014/main" id="{045274F1-7AD3-3448-9D35-A5880750449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5" name="Line 273">
                <a:extLst>
                  <a:ext uri="{FF2B5EF4-FFF2-40B4-BE49-F238E27FC236}">
                    <a16:creationId xmlns:a16="http://schemas.microsoft.com/office/drawing/2014/main" id="{1DEB3691-B77F-894B-987F-717BC13EAE79}"/>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6" name="Line 274">
                <a:extLst>
                  <a:ext uri="{FF2B5EF4-FFF2-40B4-BE49-F238E27FC236}">
                    <a16:creationId xmlns:a16="http://schemas.microsoft.com/office/drawing/2014/main" id="{4BCE4459-4E5C-F847-AE26-96CD2F661731}"/>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7" name="Line 275">
                <a:extLst>
                  <a:ext uri="{FF2B5EF4-FFF2-40B4-BE49-F238E27FC236}">
                    <a16:creationId xmlns:a16="http://schemas.microsoft.com/office/drawing/2014/main" id="{ADCA2490-88DA-D14F-8DE5-C7DB36228F66}"/>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8" name="Line 276">
                <a:extLst>
                  <a:ext uri="{FF2B5EF4-FFF2-40B4-BE49-F238E27FC236}">
                    <a16:creationId xmlns:a16="http://schemas.microsoft.com/office/drawing/2014/main" id="{20753757-AF40-FE45-B6DA-8DAB6AAC6E6A}"/>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9" name="Line 277">
                <a:extLst>
                  <a:ext uri="{FF2B5EF4-FFF2-40B4-BE49-F238E27FC236}">
                    <a16:creationId xmlns:a16="http://schemas.microsoft.com/office/drawing/2014/main" id="{CFEC232B-077D-7041-8B22-DBA69C2A12E6}"/>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0" name="Line 278">
                <a:extLst>
                  <a:ext uri="{FF2B5EF4-FFF2-40B4-BE49-F238E27FC236}">
                    <a16:creationId xmlns:a16="http://schemas.microsoft.com/office/drawing/2014/main" id="{83BE2D6E-48D6-DF4D-BB8F-D53F4663E30D}"/>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1" name="Line 279">
                <a:extLst>
                  <a:ext uri="{FF2B5EF4-FFF2-40B4-BE49-F238E27FC236}">
                    <a16:creationId xmlns:a16="http://schemas.microsoft.com/office/drawing/2014/main" id="{71F5D29A-4979-AA43-86B1-8156A000F47C}"/>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2" name="Line 280">
                <a:extLst>
                  <a:ext uri="{FF2B5EF4-FFF2-40B4-BE49-F238E27FC236}">
                    <a16:creationId xmlns:a16="http://schemas.microsoft.com/office/drawing/2014/main" id="{F02C8025-A9C4-4B42-898B-918C7E85503C}"/>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3" name="Line 281">
                <a:extLst>
                  <a:ext uri="{FF2B5EF4-FFF2-40B4-BE49-F238E27FC236}">
                    <a16:creationId xmlns:a16="http://schemas.microsoft.com/office/drawing/2014/main" id="{A0026276-BA67-2843-B993-122C8D91976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4" name="Line 282">
                <a:extLst>
                  <a:ext uri="{FF2B5EF4-FFF2-40B4-BE49-F238E27FC236}">
                    <a16:creationId xmlns:a16="http://schemas.microsoft.com/office/drawing/2014/main" id="{4E5D9D73-F196-2E47-8B06-005209FD65EE}"/>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5" name="Line 283">
                <a:extLst>
                  <a:ext uri="{FF2B5EF4-FFF2-40B4-BE49-F238E27FC236}">
                    <a16:creationId xmlns:a16="http://schemas.microsoft.com/office/drawing/2014/main" id="{EF94E017-9C01-334A-8495-C6AD1D3EA9B6}"/>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6" name="Line 284">
                <a:extLst>
                  <a:ext uri="{FF2B5EF4-FFF2-40B4-BE49-F238E27FC236}">
                    <a16:creationId xmlns:a16="http://schemas.microsoft.com/office/drawing/2014/main" id="{CBB93D9F-52EE-8343-9EE5-3D46E185C257}"/>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617" name="Rectangle 616">
            <a:extLst>
              <a:ext uri="{FF2B5EF4-FFF2-40B4-BE49-F238E27FC236}">
                <a16:creationId xmlns:a16="http://schemas.microsoft.com/office/drawing/2014/main" id="{4F5BEA20-7F90-C04F-BA7D-082FA1CB651D}"/>
              </a:ext>
            </a:extLst>
          </p:cNvPr>
          <p:cNvSpPr/>
          <p:nvPr/>
        </p:nvSpPr>
        <p:spPr>
          <a:xfrm>
            <a:off x="1119809" y="2216359"/>
            <a:ext cx="2332382"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NAT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home, cellular, institutional</a:t>
            </a:r>
          </a:p>
        </p:txBody>
      </p:sp>
      <p:sp>
        <p:nvSpPr>
          <p:cNvPr id="618" name="Rectangle 617">
            <a:extLst>
              <a:ext uri="{FF2B5EF4-FFF2-40B4-BE49-F238E27FC236}">
                <a16:creationId xmlns:a16="http://schemas.microsoft.com/office/drawing/2014/main" id="{217D7FB8-E94E-274E-9B2E-284E46FF72F5}"/>
              </a:ext>
            </a:extLst>
          </p:cNvPr>
          <p:cNvSpPr/>
          <p:nvPr/>
        </p:nvSpPr>
        <p:spPr>
          <a:xfrm>
            <a:off x="7957932" y="1255577"/>
            <a:ext cx="3995530"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Firewalls, IDS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institutional, service providers, ISPs</a:t>
            </a:r>
          </a:p>
        </p:txBody>
      </p:sp>
      <p:sp>
        <p:nvSpPr>
          <p:cNvPr id="619" name="Rectangle 618">
            <a:extLst>
              <a:ext uri="{FF2B5EF4-FFF2-40B4-BE49-F238E27FC236}">
                <a16:creationId xmlns:a16="http://schemas.microsoft.com/office/drawing/2014/main" id="{7D19D5D9-8746-234A-B60B-EA905D0364D7}"/>
              </a:ext>
            </a:extLst>
          </p:cNvPr>
          <p:cNvSpPr/>
          <p:nvPr/>
        </p:nvSpPr>
        <p:spPr>
          <a:xfrm>
            <a:off x="8653671" y="3077751"/>
            <a:ext cx="3193773" cy="1477328"/>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Load balancers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service provider, data center, mobile nets</a:t>
            </a:r>
          </a:p>
        </p:txBody>
      </p:sp>
      <p:sp>
        <p:nvSpPr>
          <p:cNvPr id="620" name="Rectangle 619">
            <a:extLst>
              <a:ext uri="{FF2B5EF4-FFF2-40B4-BE49-F238E27FC236}">
                <a16:creationId xmlns:a16="http://schemas.microsoft.com/office/drawing/2014/main" id="{310824EC-5D27-DC4E-AF2F-8B6F572093A7}"/>
              </a:ext>
            </a:extLst>
          </p:cNvPr>
          <p:cNvSpPr/>
          <p:nvPr/>
        </p:nvSpPr>
        <p:spPr>
          <a:xfrm>
            <a:off x="8183219" y="5297489"/>
            <a:ext cx="3193773" cy="812530"/>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Caches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service provider, mobile, CDNs</a:t>
            </a:r>
          </a:p>
        </p:txBody>
      </p:sp>
      <p:sp>
        <p:nvSpPr>
          <p:cNvPr id="621" name="Rectangle 620">
            <a:extLst>
              <a:ext uri="{FF2B5EF4-FFF2-40B4-BE49-F238E27FC236}">
                <a16:creationId xmlns:a16="http://schemas.microsoft.com/office/drawing/2014/main" id="{C2A41F9E-259C-094E-A442-DA4481FC3F8A}"/>
              </a:ext>
            </a:extLst>
          </p:cNvPr>
          <p:cNvSpPr/>
          <p:nvPr/>
        </p:nvSpPr>
        <p:spPr>
          <a:xfrm>
            <a:off x="1384853" y="4369836"/>
            <a:ext cx="2332382" cy="1865126"/>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Application-specific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service providers, institutional, CDN</a:t>
            </a:r>
          </a:p>
        </p:txBody>
      </p:sp>
    </p:spTree>
    <p:extLst>
      <p:ext uri="{BB962C8B-B14F-4D97-AF65-F5344CB8AC3E}">
        <p14:creationId xmlns:p14="http://schemas.microsoft.com/office/powerpoint/2010/main" val="3310525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7"/>
                                        </p:tgtEl>
                                        <p:attrNameLst>
                                          <p:attrName>style.visibility</p:attrName>
                                        </p:attrNameLst>
                                      </p:cBhvr>
                                      <p:to>
                                        <p:strVal val="visible"/>
                                      </p:to>
                                    </p:set>
                                    <p:animEffect transition="in" filter="dissolve">
                                      <p:cBhvr>
                                        <p:cTn id="7" dur="500"/>
                                        <p:tgtEl>
                                          <p:spTgt spid="6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8"/>
                                        </p:tgtEl>
                                        <p:attrNameLst>
                                          <p:attrName>style.visibility</p:attrName>
                                        </p:attrNameLst>
                                      </p:cBhvr>
                                      <p:to>
                                        <p:strVal val="visible"/>
                                      </p:to>
                                    </p:set>
                                    <p:animEffect transition="in" filter="dissolve">
                                      <p:cBhvr>
                                        <p:cTn id="12" dur="500"/>
                                        <p:tgtEl>
                                          <p:spTgt spid="6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19"/>
                                        </p:tgtEl>
                                        <p:attrNameLst>
                                          <p:attrName>style.visibility</p:attrName>
                                        </p:attrNameLst>
                                      </p:cBhvr>
                                      <p:to>
                                        <p:strVal val="visible"/>
                                      </p:to>
                                    </p:set>
                                    <p:animEffect transition="in" filter="dissolve">
                                      <p:cBhvr>
                                        <p:cTn id="17" dur="500"/>
                                        <p:tgtEl>
                                          <p:spTgt spid="61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621"/>
                                        </p:tgtEl>
                                        <p:attrNameLst>
                                          <p:attrName>style.visibility</p:attrName>
                                        </p:attrNameLst>
                                      </p:cBhvr>
                                      <p:to>
                                        <p:strVal val="visible"/>
                                      </p:to>
                                    </p:set>
                                    <p:animEffect transition="in" filter="dissolve">
                                      <p:cBhvr>
                                        <p:cTn id="22" dur="500"/>
                                        <p:tgtEl>
                                          <p:spTgt spid="62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620"/>
                                        </p:tgtEl>
                                        <p:attrNameLst>
                                          <p:attrName>style.visibility</p:attrName>
                                        </p:attrNameLst>
                                      </p:cBhvr>
                                      <p:to>
                                        <p:strVal val="visible"/>
                                      </p:to>
                                    </p:set>
                                    <p:animEffect transition="in" filter="dissolve">
                                      <p:cBhvr>
                                        <p:cTn id="27" dur="500"/>
                                        <p:tgtEl>
                                          <p:spTgt spid="6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7" grpId="0"/>
      <p:bldP spid="618" grpId="0"/>
      <p:bldP spid="619" grpId="0"/>
      <p:bldP spid="620" grpId="0"/>
      <p:bldP spid="621"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6" name="Rectangle 5">
            <a:extLst>
              <a:ext uri="{FF2B5EF4-FFF2-40B4-BE49-F238E27FC236}">
                <a16:creationId xmlns:a16="http://schemas.microsoft.com/office/drawing/2014/main" id="{596C3886-F034-A847-9D89-890FF7A8227B}"/>
              </a:ext>
            </a:extLst>
          </p:cNvPr>
          <p:cNvSpPr/>
          <p:nvPr/>
        </p:nvSpPr>
        <p:spPr>
          <a:xfrm>
            <a:off x="857251" y="1503507"/>
            <a:ext cx="10706216" cy="4431983"/>
          </a:xfrm>
          <a:prstGeom prst="rect">
            <a:avLst/>
          </a:prstGeom>
        </p:spPr>
        <p:txBody>
          <a:bodyPr wrap="square">
            <a:spAutoFit/>
          </a:bodyPr>
          <a:lstStyle/>
          <a:p>
            <a:pPr marL="457200" marR="0" lvl="0" indent="-330200" algn="l" defTabSz="914400" rtl="0" eaLnBrk="1" fontAlgn="auto" latinLnBrk="0" hangingPunct="1">
              <a:lnSpc>
                <a:spcPct val="100000"/>
              </a:lnSpc>
              <a:spcBef>
                <a:spcPts val="60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proprietary (closed) hardware solutions</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t>
            </a:r>
            <a:r>
              <a:rPr kumimoji="0" lang="en-US" sz="2800" b="0" i="0" u="none" strike="noStrike" kern="1200" cap="none" spc="0" normalizeH="0" baseline="0" noProof="0" dirty="0" err="1">
                <a:ln>
                  <a:noFill/>
                </a:ln>
                <a:solidFill>
                  <a:srgbClr val="0000A8"/>
                </a:solidFill>
                <a:effectLst/>
                <a:uLnTx/>
                <a:uFillTx/>
                <a:latin typeface="Calibri" panose="020F0502020204030204"/>
                <a:ea typeface="+mn-ea"/>
                <a:cs typeface="+mn-cs"/>
              </a:rPr>
              <a:t>whitebox</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 hardware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implementing open API</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away from proprietary hardware solutions</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programmable local actions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via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match+action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innovation/differentiation in software</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network functions virtualization (NFV):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programmable services over white box  networking, computation, storage</a:t>
            </a:r>
          </a:p>
          <a:p>
            <a:pPr marL="457200" indent="-339725">
              <a:spcBef>
                <a:spcPts val="600"/>
              </a:spcBef>
              <a:buClr>
                <a:srgbClr val="0000A8"/>
              </a:buClr>
              <a:buFont typeface="Wingdings" pitchFamily="2" charset="2"/>
              <a:buChar char="§"/>
              <a:defRPr/>
            </a:pPr>
            <a:r>
              <a:rPr lang="en-US" sz="2800" dirty="0">
                <a:solidFill>
                  <a:srgbClr val="0000A8"/>
                </a:solidFill>
              </a:rPr>
              <a:t>SDN: </a:t>
            </a:r>
            <a:r>
              <a:rPr lang="en-US" sz="2800" dirty="0">
                <a:solidFill>
                  <a:prstClr val="black"/>
                </a:solidFill>
              </a:rPr>
              <a:t>(logically) centralized control and configuration management often in  private/public cloud</a:t>
            </a:r>
          </a:p>
        </p:txBody>
      </p:sp>
    </p:spTree>
    <p:extLst>
      <p:ext uri="{BB962C8B-B14F-4D97-AF65-F5344CB8AC3E}">
        <p14:creationId xmlns:p14="http://schemas.microsoft.com/office/powerpoint/2010/main" val="1220760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
                                            <p:txEl>
                                              <p:pRg st="4" end="4"/>
                                            </p:txEl>
                                          </p:spTgt>
                                        </p:tgtEl>
                                        <p:attrNameLst>
                                          <p:attrName>style.visibility</p:attrName>
                                        </p:attrNameLst>
                                      </p:cBhvr>
                                      <p:to>
                                        <p:strVal val="visible"/>
                                      </p:to>
                                    </p:set>
                                    <p:animEffect transition="in" filter="dissolve">
                                      <p:cBhvr>
                                        <p:cTn id="21" dur="500"/>
                                        <p:tgtEl>
                                          <p:spTgt spid="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6">
                                            <p:txEl>
                                              <p:pRg st="5" end="5"/>
                                            </p:txEl>
                                          </p:spTgt>
                                        </p:tgtEl>
                                        <p:attrNameLst>
                                          <p:attrName>style.visibility</p:attrName>
                                        </p:attrNameLst>
                                      </p:cBhvr>
                                      <p:to>
                                        <p:strVal val="visible"/>
                                      </p:to>
                                    </p:set>
                                    <p:animEffect transition="in" filter="dissolve">
                                      <p:cBhvr>
                                        <p:cTn id="26" dur="500"/>
                                        <p:tgtEl>
                                          <p:spTgt spid="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
                                            <p:txEl>
                                              <p:pRg st="6" end="6"/>
                                            </p:txEl>
                                          </p:spTgt>
                                        </p:tgtEl>
                                        <p:attrNameLst>
                                          <p:attrName>style.visibility</p:attrName>
                                        </p:attrNameLst>
                                      </p:cBhvr>
                                      <p:to>
                                        <p:strVal val="visible"/>
                                      </p:to>
                                    </p:set>
                                    <p:animEffect transition="in" filter="dissolve">
                                      <p:cBhvr>
                                        <p:cTn id="31"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p"/>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Architectural Principles of the Internet</a:t>
            </a:r>
          </a:p>
        </p:txBody>
      </p:sp>
      <p:sp>
        <p:nvSpPr>
          <p:cNvPr id="2" name="TextBox 1">
            <a:extLst>
              <a:ext uri="{FF2B5EF4-FFF2-40B4-BE49-F238E27FC236}">
                <a16:creationId xmlns:a16="http://schemas.microsoft.com/office/drawing/2014/main" id="{740B46FF-167B-3B48-B828-2F0F97E3A461}"/>
              </a:ext>
            </a:extLst>
          </p:cNvPr>
          <p:cNvSpPr txBox="1"/>
          <p:nvPr/>
        </p:nvSpPr>
        <p:spPr>
          <a:xfrm>
            <a:off x="1111205" y="2084451"/>
            <a:ext cx="10513191"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“Many members of the Internet community would argue that there is no architecture, but only a tradition, which was not written down for the first 25 years (or at least not by the IAB).  However, in very general terms, the community believes that</a:t>
            </a:r>
          </a:p>
        </p:txBody>
      </p:sp>
      <p:sp>
        <p:nvSpPr>
          <p:cNvPr id="3" name="Rectangle 2">
            <a:extLst>
              <a:ext uri="{FF2B5EF4-FFF2-40B4-BE49-F238E27FC236}">
                <a16:creationId xmlns:a16="http://schemas.microsoft.com/office/drawing/2014/main" id="{032C2BAD-4F93-A747-8003-3DA947BC5F34}"/>
              </a:ext>
            </a:extLst>
          </p:cNvPr>
          <p:cNvSpPr/>
          <p:nvPr/>
        </p:nvSpPr>
        <p:spPr>
          <a:xfrm>
            <a:off x="941941" y="1923014"/>
            <a:ext cx="10917982" cy="1995658"/>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1366008" y="1671224"/>
            <a:ext cx="1413079"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RFC  1958</a:t>
            </a:r>
          </a:p>
        </p:txBody>
      </p:sp>
      <p:sp>
        <p:nvSpPr>
          <p:cNvPr id="8" name="TextBox 7">
            <a:extLst>
              <a:ext uri="{FF2B5EF4-FFF2-40B4-BE49-F238E27FC236}">
                <a16:creationId xmlns:a16="http://schemas.microsoft.com/office/drawing/2014/main" id="{EC054055-9C3C-EC4B-A4E1-9FB3F58F1A4B}"/>
              </a:ext>
            </a:extLst>
          </p:cNvPr>
          <p:cNvSpPr txBox="1"/>
          <p:nvPr/>
        </p:nvSpPr>
        <p:spPr>
          <a:xfrm>
            <a:off x="1429860" y="2583215"/>
            <a:ext cx="10513191" cy="1255728"/>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the goal is connectivity, the tool is the Internet Protocol, and the intelligence is end to end rather than hidden in the network.”</a:t>
            </a:r>
          </a:p>
        </p:txBody>
      </p:sp>
      <p:sp>
        <p:nvSpPr>
          <p:cNvPr id="7" name="TextBox 6">
            <a:extLst>
              <a:ext uri="{FF2B5EF4-FFF2-40B4-BE49-F238E27FC236}">
                <a16:creationId xmlns:a16="http://schemas.microsoft.com/office/drawing/2014/main" id="{ADDAB9EC-7AA2-8B48-A30E-1B64A4D5E42D}"/>
              </a:ext>
            </a:extLst>
          </p:cNvPr>
          <p:cNvSpPr txBox="1"/>
          <p:nvPr/>
        </p:nvSpPr>
        <p:spPr>
          <a:xfrm>
            <a:off x="1959984" y="4274126"/>
            <a:ext cx="9084254"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10F90"/>
              </a:buClr>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cornerstone beliefs:</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connectivity</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IP protocol: that narrow waist</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complexity at network edge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447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7">
                                            <p:txEl>
                                              <p:pRg st="3" end="3"/>
                                            </p:txEl>
                                          </p:spTgt>
                                        </p:tgtEl>
                                        <p:attrNameLst>
                                          <p:attrName>style.visibility</p:attrName>
                                        </p:attrNameLst>
                                      </p:cBhvr>
                                      <p:to>
                                        <p:strVal val="visible"/>
                                      </p:to>
                                    </p:set>
                                    <p:animEffect transition="in" filter="dissolve">
                                      <p:cBhvr>
                                        <p:cTn id="22"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14038" y="2315737"/>
            <a:ext cx="4705817" cy="2677656"/>
            <a:chOff x="814038" y="2315737"/>
            <a:chExt cx="4705817" cy="2677656"/>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267765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“thin waist”: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one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network layer protocol: IP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must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be implemented by every (billions) of Internet-connected devices</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4103650" y="3657601"/>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92" name="Group 491">
            <a:extLst>
              <a:ext uri="{FF2B5EF4-FFF2-40B4-BE49-F238E27FC236}">
                <a16:creationId xmlns:a16="http://schemas.microsoft.com/office/drawing/2014/main" id="{B39DAD73-A59C-844C-82D2-98B789AF87B4}"/>
              </a:ext>
            </a:extLst>
          </p:cNvPr>
          <p:cNvGrpSpPr/>
          <p:nvPr/>
        </p:nvGrpSpPr>
        <p:grpSpPr>
          <a:xfrm>
            <a:off x="6761019" y="2397851"/>
            <a:ext cx="5180585" cy="2520510"/>
            <a:chOff x="6761019" y="2397851"/>
            <a:chExt cx="5180585" cy="2520510"/>
          </a:xfrm>
        </p:grpSpPr>
        <p:sp>
          <p:nvSpPr>
            <p:cNvPr id="2" name="TextBox 1">
              <a:extLst>
                <a:ext uri="{FF2B5EF4-FFF2-40B4-BE49-F238E27FC236}">
                  <a16:creationId xmlns:a16="http://schemas.microsoft.com/office/drawing/2014/main" id="{00151133-0DCF-4F4E-9CDA-634434080F2F}"/>
                </a:ext>
              </a:extLst>
            </p:cNvPr>
            <p:cNvSpPr txBox="1"/>
            <p:nvPr/>
          </p:nvSpPr>
          <p:spPr>
            <a:xfrm>
              <a:off x="9309916" y="2397851"/>
              <a:ext cx="2631688"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many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protocols in physical, link, transport, and application layers </a:t>
              </a:r>
            </a:p>
          </p:txBody>
        </p:sp>
        <p:grpSp>
          <p:nvGrpSpPr>
            <p:cNvPr id="490" name="Group 489">
              <a:extLst>
                <a:ext uri="{FF2B5EF4-FFF2-40B4-BE49-F238E27FC236}">
                  <a16:creationId xmlns:a16="http://schemas.microsoft.com/office/drawing/2014/main" id="{CCF9C436-9C11-1E43-8FA2-B49863655B5F}"/>
                </a:ext>
              </a:extLst>
            </p:cNvPr>
            <p:cNvGrpSpPr/>
            <p:nvPr/>
          </p:nvGrpSpPr>
          <p:grpSpPr>
            <a:xfrm>
              <a:off x="7232069" y="2410687"/>
              <a:ext cx="2036621" cy="2507674"/>
              <a:chOff x="7315200" y="2521527"/>
              <a:chExt cx="1427018" cy="2507674"/>
            </a:xfrm>
          </p:grpSpPr>
          <p:cxnSp>
            <p:nvCxnSpPr>
              <p:cNvPr id="53" name="Straight Connector 52">
                <a:extLst>
                  <a:ext uri="{FF2B5EF4-FFF2-40B4-BE49-F238E27FC236}">
                    <a16:creationId xmlns:a16="http://schemas.microsoft.com/office/drawing/2014/main" id="{19FCE1B0-FAA6-8244-BA7B-BB385915D88F}"/>
                  </a:ext>
                </a:extLst>
              </p:cNvPr>
              <p:cNvCxnSpPr>
                <a:cxnSpLocks/>
              </p:cNvCxnSpPr>
              <p:nvPr/>
            </p:nvCxnSpPr>
            <p:spPr>
              <a:xfrm flipV="1">
                <a:off x="7329055" y="3768436"/>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CE4850D0-E94C-F942-9234-36141A495421}"/>
                  </a:ext>
                </a:extLst>
              </p:cNvPr>
              <p:cNvCxnSpPr>
                <a:cxnSpLocks/>
              </p:cNvCxnSpPr>
              <p:nvPr/>
            </p:nvCxnSpPr>
            <p:spPr>
              <a:xfrm flipH="1" flipV="1">
                <a:off x="7315200" y="2521527"/>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625" name="Straight Connector 624">
              <a:extLst>
                <a:ext uri="{FF2B5EF4-FFF2-40B4-BE49-F238E27FC236}">
                  <a16:creationId xmlns:a16="http://schemas.microsoft.com/office/drawing/2014/main" id="{6D445703-EA03-7643-9515-93FC3343159A}"/>
                </a:ext>
              </a:extLst>
            </p:cNvPr>
            <p:cNvCxnSpPr>
              <a:cxnSpLocks/>
            </p:cNvCxnSpPr>
            <p:nvPr/>
          </p:nvCxnSpPr>
          <p:spPr>
            <a:xfrm flipH="1" flipV="1">
              <a:off x="6788728" y="2978728"/>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4809228A-E7A3-CC45-B53B-0D172086E2E0}"/>
                </a:ext>
              </a:extLst>
            </p:cNvPr>
            <p:cNvCxnSpPr>
              <a:cxnSpLocks/>
            </p:cNvCxnSpPr>
            <p:nvPr/>
          </p:nvCxnSpPr>
          <p:spPr>
            <a:xfrm flipH="1">
              <a:off x="6761019" y="3671455"/>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703788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92"/>
                                        </p:tgtEl>
                                        <p:attrNameLst>
                                          <p:attrName>style.visibility</p:attrName>
                                        </p:attrNameLst>
                                      </p:cBhvr>
                                      <p:to>
                                        <p:strVal val="visible"/>
                                      </p:to>
                                    </p:set>
                                    <p:animEffect transition="in" filter="dissolve">
                                      <p:cBhvr>
                                        <p:cTn id="12" dur="500"/>
                                        <p:tgtEl>
                                          <p:spTgt spid="4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sp>
        <p:nvSpPr>
          <p:cNvPr id="7" name="TextBox 6">
            <a:extLst>
              <a:ext uri="{FF2B5EF4-FFF2-40B4-BE49-F238E27FC236}">
                <a16:creationId xmlns:a16="http://schemas.microsoft.com/office/drawing/2014/main" id="{ADDAB9EC-7AA2-8B48-A30E-1B64A4D5E42D}"/>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unctionality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grpSp>
        <p:nvGrpSpPr>
          <p:cNvPr id="8" name="Group 7">
            <a:extLst>
              <a:ext uri="{FF2B5EF4-FFF2-40B4-BE49-F238E27FC236}">
                <a16:creationId xmlns:a16="http://schemas.microsoft.com/office/drawing/2014/main" id="{41F2A7BD-7CE6-E54A-AE7B-B812BC4568C9}"/>
              </a:ext>
            </a:extLst>
          </p:cNvPr>
          <p:cNvGrpSpPr/>
          <p:nvPr/>
        </p:nvGrpSpPr>
        <p:grpSpPr>
          <a:xfrm>
            <a:off x="1874509" y="2628915"/>
            <a:ext cx="7991761" cy="1770965"/>
            <a:chOff x="1218293" y="1951181"/>
            <a:chExt cx="7991761" cy="1770965"/>
          </a:xfrm>
        </p:grpSpPr>
        <p:cxnSp>
          <p:nvCxnSpPr>
            <p:cNvPr id="9" name="Straight Arrow Connector 8">
              <a:extLst>
                <a:ext uri="{FF2B5EF4-FFF2-40B4-BE49-F238E27FC236}">
                  <a16:creationId xmlns:a16="http://schemas.microsoft.com/office/drawing/2014/main" id="{EADB0202-8B56-B645-A2CA-DBA022E885AE}"/>
                </a:ext>
              </a:extLst>
            </p:cNvPr>
            <p:cNvCxnSpPr>
              <a:cxnSpLocks/>
            </p:cNvCxnSpPr>
            <p:nvPr/>
          </p:nvCxnSpPr>
          <p:spPr>
            <a:xfrm>
              <a:off x="2053652" y="2320066"/>
              <a:ext cx="6316843" cy="0"/>
            </a:xfrm>
            <a:prstGeom prst="straightConnector1">
              <a:avLst/>
            </a:prstGeom>
            <a:ln w="412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5C0D747-17A5-5F4A-8486-3F3C4186288D}"/>
                </a:ext>
              </a:extLst>
            </p:cNvPr>
            <p:cNvSpPr txBox="1"/>
            <p:nvPr/>
          </p:nvSpPr>
          <p:spPr>
            <a:xfrm>
              <a:off x="3228340" y="1951181"/>
              <a:ext cx="425719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end-end implementation of reliable data transfer</a:t>
              </a:r>
            </a:p>
          </p:txBody>
        </p:sp>
        <p:grpSp>
          <p:nvGrpSpPr>
            <p:cNvPr id="12" name="Group 11">
              <a:extLst>
                <a:ext uri="{FF2B5EF4-FFF2-40B4-BE49-F238E27FC236}">
                  <a16:creationId xmlns:a16="http://schemas.microsoft.com/office/drawing/2014/main" id="{169C1F51-F193-1B44-8DE7-7371234312A5}"/>
                </a:ext>
              </a:extLst>
            </p:cNvPr>
            <p:cNvGrpSpPr/>
            <p:nvPr/>
          </p:nvGrpSpPr>
          <p:grpSpPr>
            <a:xfrm>
              <a:off x="1218293" y="2035635"/>
              <a:ext cx="1045784" cy="954793"/>
              <a:chOff x="1334466" y="2020644"/>
              <a:chExt cx="1045784" cy="954793"/>
            </a:xfrm>
          </p:grpSpPr>
          <p:sp>
            <p:nvSpPr>
              <p:cNvPr id="155" name="Freeform 917">
                <a:extLst>
                  <a:ext uri="{FF2B5EF4-FFF2-40B4-BE49-F238E27FC236}">
                    <a16:creationId xmlns:a16="http://schemas.microsoft.com/office/drawing/2014/main" id="{D1457BED-D4FD-4944-96F6-D3C30FA7EB02}"/>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 name="Rectangle 228">
                <a:extLst>
                  <a:ext uri="{FF2B5EF4-FFF2-40B4-BE49-F238E27FC236}">
                    <a16:creationId xmlns:a16="http://schemas.microsoft.com/office/drawing/2014/main" id="{A59A5118-D4A3-054A-81BC-45EF74C72273}"/>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229">
                <a:extLst>
                  <a:ext uri="{FF2B5EF4-FFF2-40B4-BE49-F238E27FC236}">
                    <a16:creationId xmlns:a16="http://schemas.microsoft.com/office/drawing/2014/main" id="{20145FC0-6D92-1549-8EE6-141E72D0A5DB}"/>
                  </a:ext>
                </a:extLst>
              </p:cNvPr>
              <p:cNvSpPr>
                <a:spLocks noChangeArrowheads="1"/>
              </p:cNvSpPr>
              <p:nvPr/>
            </p:nvSpPr>
            <p:spPr bwMode="auto">
              <a:xfrm>
                <a:off x="1442562" y="2215173"/>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8" name="Text Box 230">
                <a:extLst>
                  <a:ext uri="{FF2B5EF4-FFF2-40B4-BE49-F238E27FC236}">
                    <a16:creationId xmlns:a16="http://schemas.microsoft.com/office/drawing/2014/main" id="{0FE44FAC-9B44-7644-A4F2-A728FEF6D479}"/>
                  </a:ext>
                </a:extLst>
              </p:cNvPr>
              <p:cNvSpPr txBox="1">
                <a:spLocks noChangeArrowheads="1"/>
              </p:cNvSpPr>
              <p:nvPr/>
            </p:nvSpPr>
            <p:spPr bwMode="auto">
              <a:xfrm>
                <a:off x="1334466" y="2020644"/>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9" name="Straight Connector 158">
                <a:extLst>
                  <a:ext uri="{FF2B5EF4-FFF2-40B4-BE49-F238E27FC236}">
                    <a16:creationId xmlns:a16="http://schemas.microsoft.com/office/drawing/2014/main" id="{A3B7D2D5-F293-2245-8D86-0AD8D28FAB1D}"/>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8A644D1-87F7-E545-9087-E10C3E379198}"/>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3822398B-9208-0046-9BC4-7C936509F95B}"/>
                  </a:ext>
                </a:extLst>
              </p:cNvPr>
              <p:cNvCxnSpPr>
                <a:cxnSpLocks/>
              </p:cNvCxnSpPr>
              <p:nvPr/>
            </p:nvCxnSpPr>
            <p:spPr>
              <a:xfrm>
                <a:off x="1441177"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AF8A5509-574C-1447-AE02-4314F8008F4E}"/>
                  </a:ext>
                </a:extLst>
              </p:cNvPr>
              <p:cNvCxnSpPr>
                <a:cxnSpLocks/>
              </p:cNvCxnSpPr>
              <p:nvPr/>
            </p:nvCxnSpPr>
            <p:spPr>
              <a:xfrm>
                <a:off x="1444564"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B04E327D-AAAB-A440-8B0F-07203FCA231B}"/>
                </a:ext>
              </a:extLst>
            </p:cNvPr>
            <p:cNvGrpSpPr/>
            <p:nvPr/>
          </p:nvGrpSpPr>
          <p:grpSpPr>
            <a:xfrm>
              <a:off x="8189615" y="2033344"/>
              <a:ext cx="1020439" cy="962288"/>
              <a:chOff x="1031745" y="1247139"/>
              <a:chExt cx="1020439" cy="962288"/>
            </a:xfrm>
          </p:grpSpPr>
          <p:sp>
            <p:nvSpPr>
              <p:cNvPr id="147" name="Freeform 917">
                <a:extLst>
                  <a:ext uri="{FF2B5EF4-FFF2-40B4-BE49-F238E27FC236}">
                    <a16:creationId xmlns:a16="http://schemas.microsoft.com/office/drawing/2014/main" id="{7B94F7E7-BD78-7D4F-ACB7-052232AD773C}"/>
                  </a:ext>
                </a:extLst>
              </p:cNvPr>
              <p:cNvSpPr>
                <a:spLocks/>
              </p:cNvSpPr>
              <p:nvPr/>
            </p:nvSpPr>
            <p:spPr bwMode="auto">
              <a:xfrm>
                <a:off x="1031745" y="126645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 name="Rectangle 228">
                <a:extLst>
                  <a:ext uri="{FF2B5EF4-FFF2-40B4-BE49-F238E27FC236}">
                    <a16:creationId xmlns:a16="http://schemas.microsoft.com/office/drawing/2014/main" id="{89ED2054-57CC-544A-9079-0E7AB54914AF}"/>
                  </a:ext>
                </a:extLst>
              </p:cNvPr>
              <p:cNvSpPr>
                <a:spLocks noChangeArrowheads="1"/>
              </p:cNvSpPr>
              <p:nvPr/>
            </p:nvSpPr>
            <p:spPr bwMode="auto">
              <a:xfrm>
                <a:off x="1338749" y="1286745"/>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9" name="Rectangle 229">
                <a:extLst>
                  <a:ext uri="{FF2B5EF4-FFF2-40B4-BE49-F238E27FC236}">
                    <a16:creationId xmlns:a16="http://schemas.microsoft.com/office/drawing/2014/main" id="{E8777D69-0D3C-5049-AD75-F1D2EA56DE08}"/>
                  </a:ext>
                </a:extLst>
              </p:cNvPr>
              <p:cNvSpPr>
                <a:spLocks noChangeArrowheads="1"/>
              </p:cNvSpPr>
              <p:nvPr/>
            </p:nvSpPr>
            <p:spPr bwMode="auto">
              <a:xfrm>
                <a:off x="1345892" y="1441668"/>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0" name="Text Box 230">
                <a:extLst>
                  <a:ext uri="{FF2B5EF4-FFF2-40B4-BE49-F238E27FC236}">
                    <a16:creationId xmlns:a16="http://schemas.microsoft.com/office/drawing/2014/main" id="{C1738BB4-AA24-7448-8986-85C1DF046796}"/>
                  </a:ext>
                </a:extLst>
              </p:cNvPr>
              <p:cNvSpPr txBox="1">
                <a:spLocks noChangeArrowheads="1"/>
              </p:cNvSpPr>
              <p:nvPr/>
            </p:nvSpPr>
            <p:spPr bwMode="auto">
              <a:xfrm>
                <a:off x="1237796" y="1247139"/>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1" name="Straight Connector 150">
                <a:extLst>
                  <a:ext uri="{FF2B5EF4-FFF2-40B4-BE49-F238E27FC236}">
                    <a16:creationId xmlns:a16="http://schemas.microsoft.com/office/drawing/2014/main" id="{F7BFFA73-FBB7-5347-ABC0-2F14F4239285}"/>
                  </a:ext>
                </a:extLst>
              </p:cNvPr>
              <p:cNvCxnSpPr>
                <a:cxnSpLocks/>
              </p:cNvCxnSpPr>
              <p:nvPr/>
            </p:nvCxnSpPr>
            <p:spPr>
              <a:xfrm>
                <a:off x="1337733" y="14427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530EF5AE-ED18-B547-B677-46B336A05C1C}"/>
                  </a:ext>
                </a:extLst>
              </p:cNvPr>
              <p:cNvCxnSpPr>
                <a:cxnSpLocks/>
              </p:cNvCxnSpPr>
              <p:nvPr/>
            </p:nvCxnSpPr>
            <p:spPr>
              <a:xfrm>
                <a:off x="1337877" y="1598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38BF24D-35EE-5B4B-A8F2-1A67A9101E9D}"/>
                  </a:ext>
                </a:extLst>
              </p:cNvPr>
              <p:cNvCxnSpPr>
                <a:cxnSpLocks/>
              </p:cNvCxnSpPr>
              <p:nvPr/>
            </p:nvCxnSpPr>
            <p:spPr>
              <a:xfrm>
                <a:off x="1344507" y="17475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3E45DFC9-4E22-8E40-A16B-AFE0C8D8DD5D}"/>
                  </a:ext>
                </a:extLst>
              </p:cNvPr>
              <p:cNvCxnSpPr>
                <a:cxnSpLocks/>
              </p:cNvCxnSpPr>
              <p:nvPr/>
            </p:nvCxnSpPr>
            <p:spPr>
              <a:xfrm>
                <a:off x="1347894" y="18999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EE533FBB-8680-EB43-8595-99685B4D4D4F}"/>
                </a:ext>
              </a:extLst>
            </p:cNvPr>
            <p:cNvGrpSpPr/>
            <p:nvPr/>
          </p:nvGrpSpPr>
          <p:grpSpPr>
            <a:xfrm>
              <a:off x="1749876" y="2642212"/>
              <a:ext cx="7135940" cy="1079934"/>
              <a:chOff x="1749876" y="2642212"/>
              <a:chExt cx="7135940" cy="1079934"/>
            </a:xfrm>
          </p:grpSpPr>
          <p:sp>
            <p:nvSpPr>
              <p:cNvPr id="15" name="Freeform 427">
                <a:extLst>
                  <a:ext uri="{FF2B5EF4-FFF2-40B4-BE49-F238E27FC236}">
                    <a16:creationId xmlns:a16="http://schemas.microsoft.com/office/drawing/2014/main" id="{19FB409B-F055-6440-8D61-0E5E15471658}"/>
                  </a:ext>
                </a:extLst>
              </p:cNvPr>
              <p:cNvSpPr>
                <a:spLocks/>
              </p:cNvSpPr>
              <p:nvPr/>
            </p:nvSpPr>
            <p:spPr bwMode="auto">
              <a:xfrm flipV="1">
                <a:off x="7164592" y="304121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3DA74AF8-511B-CC47-80B3-5E3C5049140C}"/>
                  </a:ext>
                </a:extLst>
              </p:cNvPr>
              <p:cNvSpPr/>
              <p:nvPr/>
            </p:nvSpPr>
            <p:spPr>
              <a:xfrm>
                <a:off x="3602816" y="296353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419">
                <a:extLst>
                  <a:ext uri="{FF2B5EF4-FFF2-40B4-BE49-F238E27FC236}">
                    <a16:creationId xmlns:a16="http://schemas.microsoft.com/office/drawing/2014/main" id="{0052FA57-C11E-684B-8BAC-4FF48D320CDA}"/>
                  </a:ext>
                </a:extLst>
              </p:cNvPr>
              <p:cNvSpPr>
                <a:spLocks noChangeArrowheads="1"/>
              </p:cNvSpPr>
              <p:nvPr/>
            </p:nvSpPr>
            <p:spPr bwMode="auto">
              <a:xfrm>
                <a:off x="1983600" y="290604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 name="AutoShape 420">
                <a:extLst>
                  <a:ext uri="{FF2B5EF4-FFF2-40B4-BE49-F238E27FC236}">
                    <a16:creationId xmlns:a16="http://schemas.microsoft.com/office/drawing/2014/main" id="{F5D6CCDD-6FCD-8443-A06C-0D9C1D7F7406}"/>
                  </a:ext>
                </a:extLst>
              </p:cNvPr>
              <p:cNvSpPr>
                <a:spLocks noChangeArrowheads="1"/>
              </p:cNvSpPr>
              <p:nvPr/>
            </p:nvSpPr>
            <p:spPr bwMode="auto">
              <a:xfrm>
                <a:off x="1749876" y="264221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9" name="Picture 778" descr="antenna_radiation_stylized">
                <a:extLst>
                  <a:ext uri="{FF2B5EF4-FFF2-40B4-BE49-F238E27FC236}">
                    <a16:creationId xmlns:a16="http://schemas.microsoft.com/office/drawing/2014/main" id="{A0D8B8AC-738D-6149-BBEF-7552F01F7B6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6484" y="317718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443">
                <a:extLst>
                  <a:ext uri="{FF2B5EF4-FFF2-40B4-BE49-F238E27FC236}">
                    <a16:creationId xmlns:a16="http://schemas.microsoft.com/office/drawing/2014/main" id="{CC9B7A1F-DACD-E64F-BC16-90A715F8BAEF}"/>
                  </a:ext>
                </a:extLst>
              </p:cNvPr>
              <p:cNvSpPr>
                <a:spLocks noChangeShapeType="1"/>
              </p:cNvSpPr>
              <p:nvPr/>
            </p:nvSpPr>
            <p:spPr bwMode="auto">
              <a:xfrm>
                <a:off x="2807672" y="321679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Line 449">
                <a:extLst>
                  <a:ext uri="{FF2B5EF4-FFF2-40B4-BE49-F238E27FC236}">
                    <a16:creationId xmlns:a16="http://schemas.microsoft.com/office/drawing/2014/main" id="{F6BCEC48-A107-634C-8B81-1C1781BDB8C0}"/>
                  </a:ext>
                </a:extLst>
              </p:cNvPr>
              <p:cNvSpPr>
                <a:spLocks noChangeShapeType="1"/>
              </p:cNvSpPr>
              <p:nvPr/>
            </p:nvSpPr>
            <p:spPr bwMode="auto">
              <a:xfrm flipV="1">
                <a:off x="2417147" y="342792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2" name="Group 1139">
                <a:extLst>
                  <a:ext uri="{FF2B5EF4-FFF2-40B4-BE49-F238E27FC236}">
                    <a16:creationId xmlns:a16="http://schemas.microsoft.com/office/drawing/2014/main" id="{019FBFEB-5E93-B146-9C5B-B38139A4C70B}"/>
                  </a:ext>
                </a:extLst>
              </p:cNvPr>
              <p:cNvGrpSpPr>
                <a:grpSpLocks/>
              </p:cNvGrpSpPr>
              <p:nvPr/>
            </p:nvGrpSpPr>
            <p:grpSpPr bwMode="auto">
              <a:xfrm flipH="1">
                <a:off x="2536522" y="2920104"/>
                <a:ext cx="359261" cy="342045"/>
                <a:chOff x="2839" y="3501"/>
                <a:chExt cx="755" cy="803"/>
              </a:xfrm>
            </p:grpSpPr>
            <p:pic>
              <p:nvPicPr>
                <p:cNvPr id="145" name="Picture 1140" descr="desktop_computer_stylized_medium">
                  <a:extLst>
                    <a:ext uri="{FF2B5EF4-FFF2-40B4-BE49-F238E27FC236}">
                      <a16:creationId xmlns:a16="http://schemas.microsoft.com/office/drawing/2014/main" id="{1BA52F6D-0FA8-F94B-8648-85D9FD166B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Freeform 1141">
                  <a:extLst>
                    <a:ext uri="{FF2B5EF4-FFF2-40B4-BE49-F238E27FC236}">
                      <a16:creationId xmlns:a16="http://schemas.microsoft.com/office/drawing/2014/main" id="{A7B9262D-BC40-734A-9984-D555C4D305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004EE3FA-BF50-B84D-9EA0-1F36FD520554}"/>
                  </a:ext>
                </a:extLst>
              </p:cNvPr>
              <p:cNvGrpSpPr/>
              <p:nvPr/>
            </p:nvGrpSpPr>
            <p:grpSpPr>
              <a:xfrm>
                <a:off x="2347961" y="2678385"/>
                <a:ext cx="347997" cy="396620"/>
                <a:chOff x="7797061" y="3296104"/>
                <a:chExt cx="347997" cy="396620"/>
              </a:xfrm>
            </p:grpSpPr>
            <p:pic>
              <p:nvPicPr>
                <p:cNvPr id="143" name="Picture 571" descr="fridge2.png">
                  <a:extLst>
                    <a:ext uri="{FF2B5EF4-FFF2-40B4-BE49-F238E27FC236}">
                      <a16:creationId xmlns:a16="http://schemas.microsoft.com/office/drawing/2014/main" id="{659A1988-6D4F-9D4D-B93C-C5F9EE279151}"/>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115" descr="antenna_stylized">
                  <a:extLst>
                    <a:ext uri="{FF2B5EF4-FFF2-40B4-BE49-F238E27FC236}">
                      <a16:creationId xmlns:a16="http://schemas.microsoft.com/office/drawing/2014/main" id="{156F252D-5E81-E140-BA67-D8D9A055F2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oup 23">
                <a:extLst>
                  <a:ext uri="{FF2B5EF4-FFF2-40B4-BE49-F238E27FC236}">
                    <a16:creationId xmlns:a16="http://schemas.microsoft.com/office/drawing/2014/main" id="{78D9FB7E-9EFB-404A-90C2-59F464E156F7}"/>
                  </a:ext>
                </a:extLst>
              </p:cNvPr>
              <p:cNvGrpSpPr/>
              <p:nvPr/>
            </p:nvGrpSpPr>
            <p:grpSpPr>
              <a:xfrm>
                <a:off x="2594596" y="3318955"/>
                <a:ext cx="354986" cy="175668"/>
                <a:chOff x="7493876" y="2774731"/>
                <a:chExt cx="1481958" cy="894622"/>
              </a:xfrm>
            </p:grpSpPr>
            <p:sp>
              <p:nvSpPr>
                <p:cNvPr id="136" name="Freeform 135">
                  <a:extLst>
                    <a:ext uri="{FF2B5EF4-FFF2-40B4-BE49-F238E27FC236}">
                      <a16:creationId xmlns:a16="http://schemas.microsoft.com/office/drawing/2014/main" id="{F8797C9E-DB38-834C-ADA5-B73DE59F532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7" name="Oval 136">
                  <a:extLst>
                    <a:ext uri="{FF2B5EF4-FFF2-40B4-BE49-F238E27FC236}">
                      <a16:creationId xmlns:a16="http://schemas.microsoft.com/office/drawing/2014/main" id="{1CEB881F-4F52-604E-9BE2-3F8A1E8266C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8" name="Group 137">
                  <a:extLst>
                    <a:ext uri="{FF2B5EF4-FFF2-40B4-BE49-F238E27FC236}">
                      <a16:creationId xmlns:a16="http://schemas.microsoft.com/office/drawing/2014/main" id="{206B050F-A178-1F49-8359-0DF80782AADF}"/>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9539CEB6-6539-C94E-84A7-0080976BDF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16C773C5-00C6-E14A-92F9-9FDA15AA86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A0DE5A6A-DEB1-3046-9247-4646738C47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F16EB223-3B3A-9B4C-AB64-BBEC85A514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pic>
            <p:nvPicPr>
              <p:cNvPr id="25" name="Picture 777" descr="access_point_stylized_small">
                <a:extLst>
                  <a:ext uri="{FF2B5EF4-FFF2-40B4-BE49-F238E27FC236}">
                    <a16:creationId xmlns:a16="http://schemas.microsoft.com/office/drawing/2014/main" id="{92690D78-ADB5-ED49-9368-C709CDF485A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58408" y="321486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6" name="Straight Connector 25">
                <a:extLst>
                  <a:ext uri="{FF2B5EF4-FFF2-40B4-BE49-F238E27FC236}">
                    <a16:creationId xmlns:a16="http://schemas.microsoft.com/office/drawing/2014/main" id="{D26D3487-34D5-3647-B443-10E2F7AFB14D}"/>
                  </a:ext>
                </a:extLst>
              </p:cNvPr>
              <p:cNvCxnSpPr/>
              <p:nvPr/>
            </p:nvCxnSpPr>
            <p:spPr>
              <a:xfrm>
                <a:off x="2942945" y="342972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88A5A9C9-FA6D-1D49-8519-9AF375B2436F}"/>
                  </a:ext>
                </a:extLst>
              </p:cNvPr>
              <p:cNvGrpSpPr/>
              <p:nvPr/>
            </p:nvGrpSpPr>
            <p:grpSpPr>
              <a:xfrm>
                <a:off x="5931972" y="3301911"/>
                <a:ext cx="397110" cy="220011"/>
                <a:chOff x="7493876" y="2774731"/>
                <a:chExt cx="1481958" cy="894622"/>
              </a:xfrm>
            </p:grpSpPr>
            <p:sp>
              <p:nvSpPr>
                <p:cNvPr id="129" name="Freeform 128">
                  <a:extLst>
                    <a:ext uri="{FF2B5EF4-FFF2-40B4-BE49-F238E27FC236}">
                      <a16:creationId xmlns:a16="http://schemas.microsoft.com/office/drawing/2014/main" id="{CEA93A43-A931-B54B-89F8-9BCD42470D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0" name="Oval 129">
                  <a:extLst>
                    <a:ext uri="{FF2B5EF4-FFF2-40B4-BE49-F238E27FC236}">
                      <a16:creationId xmlns:a16="http://schemas.microsoft.com/office/drawing/2014/main" id="{2AF0DA41-1A92-2D4D-8096-401037ED01C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1" name="Group 130">
                  <a:extLst>
                    <a:ext uri="{FF2B5EF4-FFF2-40B4-BE49-F238E27FC236}">
                      <a16:creationId xmlns:a16="http://schemas.microsoft.com/office/drawing/2014/main" id="{9C083DD1-0E3A-E54C-81EE-3FF2E63BC2D7}"/>
                    </a:ext>
                  </a:extLst>
                </p:cNvPr>
                <p:cNvGrpSpPr/>
                <p:nvPr/>
              </p:nvGrpSpPr>
              <p:grpSpPr>
                <a:xfrm>
                  <a:off x="7713663" y="2848339"/>
                  <a:ext cx="1042107" cy="425543"/>
                  <a:chOff x="7786941" y="2884917"/>
                  <a:chExt cx="897649" cy="353919"/>
                </a:xfrm>
              </p:grpSpPr>
              <p:sp>
                <p:nvSpPr>
                  <p:cNvPr id="132" name="Freeform 131">
                    <a:extLst>
                      <a:ext uri="{FF2B5EF4-FFF2-40B4-BE49-F238E27FC236}">
                        <a16:creationId xmlns:a16="http://schemas.microsoft.com/office/drawing/2014/main" id="{1E730274-3C57-B044-AE5A-C41A89F0843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81CFF6EC-E960-ED42-AB3A-F683EAB69A6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927B5FD-7DD5-8E4D-A71D-6BE71386BA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740516DE-0443-AD42-B335-8B84FD4FFE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8" name="Line 431">
                <a:extLst>
                  <a:ext uri="{FF2B5EF4-FFF2-40B4-BE49-F238E27FC236}">
                    <a16:creationId xmlns:a16="http://schemas.microsoft.com/office/drawing/2014/main" id="{76DAB1AB-6432-D349-A817-B3C6774FA644}"/>
                  </a:ext>
                </a:extLst>
              </p:cNvPr>
              <p:cNvSpPr>
                <a:spLocks noChangeShapeType="1"/>
              </p:cNvSpPr>
              <p:nvPr/>
            </p:nvSpPr>
            <p:spPr bwMode="auto">
              <a:xfrm>
                <a:off x="8002192" y="316032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432">
                <a:extLst>
                  <a:ext uri="{FF2B5EF4-FFF2-40B4-BE49-F238E27FC236}">
                    <a16:creationId xmlns:a16="http://schemas.microsoft.com/office/drawing/2014/main" id="{507FDF4C-C2BC-CB4D-B6DF-F5D0948D8120}"/>
                  </a:ext>
                </a:extLst>
              </p:cNvPr>
              <p:cNvSpPr>
                <a:spLocks noChangeShapeType="1"/>
              </p:cNvSpPr>
              <p:nvPr/>
            </p:nvSpPr>
            <p:spPr bwMode="auto">
              <a:xfrm flipV="1">
                <a:off x="7419299" y="316032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3">
                <a:extLst>
                  <a:ext uri="{FF2B5EF4-FFF2-40B4-BE49-F238E27FC236}">
                    <a16:creationId xmlns:a16="http://schemas.microsoft.com/office/drawing/2014/main" id="{3F8DFE38-015F-2F4C-A69C-AEFFD5D808D5}"/>
                  </a:ext>
                </a:extLst>
              </p:cNvPr>
              <p:cNvSpPr>
                <a:spLocks noChangeShapeType="1"/>
              </p:cNvSpPr>
              <p:nvPr/>
            </p:nvSpPr>
            <p:spPr bwMode="auto">
              <a:xfrm flipV="1">
                <a:off x="7390977" y="343068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0C5BF858-D2CE-B845-911A-B56769F1F50C}"/>
                  </a:ext>
                </a:extLst>
              </p:cNvPr>
              <p:cNvGrpSpPr/>
              <p:nvPr/>
            </p:nvGrpSpPr>
            <p:grpSpPr>
              <a:xfrm>
                <a:off x="4827559" y="3298669"/>
                <a:ext cx="397110" cy="220011"/>
                <a:chOff x="7493876" y="2774731"/>
                <a:chExt cx="1481958" cy="894622"/>
              </a:xfrm>
            </p:grpSpPr>
            <p:sp>
              <p:nvSpPr>
                <p:cNvPr id="122" name="Freeform 121">
                  <a:extLst>
                    <a:ext uri="{FF2B5EF4-FFF2-40B4-BE49-F238E27FC236}">
                      <a16:creationId xmlns:a16="http://schemas.microsoft.com/office/drawing/2014/main" id="{7CD508DB-FC0A-2C4D-9258-5B69EECA91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1B03E73A-D5EB-2249-B0E3-6B1CC610C0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F5B4C7C4-37A1-B94F-BECF-12790CDAE323}"/>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B358114E-C9BA-184B-B35F-8C90E3A330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599004BF-F409-CC4A-8D90-3833CBA0E52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E890E35D-6A1B-C740-9470-F74947D3BF1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B32AFE13-7313-5742-9FAD-CB088A3521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BF68B053-FD40-3C46-AB46-EF5CED568AE2}"/>
                  </a:ext>
                </a:extLst>
              </p:cNvPr>
              <p:cNvGrpSpPr/>
              <p:nvPr/>
            </p:nvGrpSpPr>
            <p:grpSpPr>
              <a:xfrm>
                <a:off x="3863224" y="3299318"/>
                <a:ext cx="397110" cy="220011"/>
                <a:chOff x="7493876" y="2774731"/>
                <a:chExt cx="1481958" cy="894622"/>
              </a:xfrm>
            </p:grpSpPr>
            <p:sp>
              <p:nvSpPr>
                <p:cNvPr id="115" name="Freeform 114">
                  <a:extLst>
                    <a:ext uri="{FF2B5EF4-FFF2-40B4-BE49-F238E27FC236}">
                      <a16:creationId xmlns:a16="http://schemas.microsoft.com/office/drawing/2014/main" id="{40512DAC-05F6-5745-A2AF-5051197DD74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9F896FF1-0C7D-FE46-B5C4-1BDC5EBCA1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53D539C3-67FF-0D4D-A343-6E4209B16996}"/>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12AC1B66-1F79-F440-A89F-1A79E41698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0D8112A1-22AC-2244-972A-AD7A931AFB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6D4CDD03-953A-2145-9DC2-5CD576A39D0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59F4622D-D06C-AA4C-A978-0A462698D30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 name="Group 32">
                <a:extLst>
                  <a:ext uri="{FF2B5EF4-FFF2-40B4-BE49-F238E27FC236}">
                    <a16:creationId xmlns:a16="http://schemas.microsoft.com/office/drawing/2014/main" id="{5B82A748-EC3B-594B-A1F8-DA68A1E09452}"/>
                  </a:ext>
                </a:extLst>
              </p:cNvPr>
              <p:cNvGrpSpPr/>
              <p:nvPr/>
            </p:nvGrpSpPr>
            <p:grpSpPr>
              <a:xfrm>
                <a:off x="7232235" y="3290887"/>
                <a:ext cx="397110" cy="220011"/>
                <a:chOff x="7493876" y="2774731"/>
                <a:chExt cx="1481958" cy="894622"/>
              </a:xfrm>
            </p:grpSpPr>
            <p:sp>
              <p:nvSpPr>
                <p:cNvPr id="108" name="Freeform 107">
                  <a:extLst>
                    <a:ext uri="{FF2B5EF4-FFF2-40B4-BE49-F238E27FC236}">
                      <a16:creationId xmlns:a16="http://schemas.microsoft.com/office/drawing/2014/main" id="{371F7BA9-171A-1A4C-8638-768B28BF8E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9" name="Oval 108">
                  <a:extLst>
                    <a:ext uri="{FF2B5EF4-FFF2-40B4-BE49-F238E27FC236}">
                      <a16:creationId xmlns:a16="http://schemas.microsoft.com/office/drawing/2014/main" id="{2A713B3C-7C37-6A42-8DE6-116362573A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0" name="Group 109">
                  <a:extLst>
                    <a:ext uri="{FF2B5EF4-FFF2-40B4-BE49-F238E27FC236}">
                      <a16:creationId xmlns:a16="http://schemas.microsoft.com/office/drawing/2014/main" id="{46E5F99D-642D-5B4A-BF0D-4A14D061C361}"/>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9DCE9716-99DB-8744-B5F5-C24C6288880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5E278274-2BEF-FA44-B6CE-AE0E654ADA3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A8F61CD8-5693-AC4D-9425-6CC61731D7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11BB3703-EC14-FD41-B650-E84E6F66F1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5E22E459-CD7D-D74C-95C3-C3D18203E060}"/>
                  </a:ext>
                </a:extLst>
              </p:cNvPr>
              <p:cNvGrpSpPr/>
              <p:nvPr/>
            </p:nvGrpSpPr>
            <p:grpSpPr>
              <a:xfrm>
                <a:off x="8279579" y="3291536"/>
                <a:ext cx="397110" cy="220011"/>
                <a:chOff x="7493876" y="2774731"/>
                <a:chExt cx="1481958" cy="894622"/>
              </a:xfrm>
            </p:grpSpPr>
            <p:sp>
              <p:nvSpPr>
                <p:cNvPr id="101" name="Freeform 100">
                  <a:extLst>
                    <a:ext uri="{FF2B5EF4-FFF2-40B4-BE49-F238E27FC236}">
                      <a16:creationId xmlns:a16="http://schemas.microsoft.com/office/drawing/2014/main" id="{C84B118A-5132-0949-860D-C15BA7C44D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 name="Oval 101">
                  <a:extLst>
                    <a:ext uri="{FF2B5EF4-FFF2-40B4-BE49-F238E27FC236}">
                      <a16:creationId xmlns:a16="http://schemas.microsoft.com/office/drawing/2014/main" id="{113048DF-2A10-6947-BC9D-5F23C1AD6A2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 name="Group 102">
                  <a:extLst>
                    <a:ext uri="{FF2B5EF4-FFF2-40B4-BE49-F238E27FC236}">
                      <a16:creationId xmlns:a16="http://schemas.microsoft.com/office/drawing/2014/main" id="{466B33BE-752E-DF4D-AE74-3AFF645756B6}"/>
                    </a:ext>
                  </a:extLst>
                </p:cNvPr>
                <p:cNvGrpSpPr/>
                <p:nvPr/>
              </p:nvGrpSpPr>
              <p:grpSpPr>
                <a:xfrm>
                  <a:off x="7713663" y="2848339"/>
                  <a:ext cx="1042107" cy="425543"/>
                  <a:chOff x="7786941" y="2884917"/>
                  <a:chExt cx="897649" cy="353919"/>
                </a:xfrm>
              </p:grpSpPr>
              <p:sp>
                <p:nvSpPr>
                  <p:cNvPr id="104" name="Freeform 103">
                    <a:extLst>
                      <a:ext uri="{FF2B5EF4-FFF2-40B4-BE49-F238E27FC236}">
                        <a16:creationId xmlns:a16="http://schemas.microsoft.com/office/drawing/2014/main" id="{786F15A2-C598-2D48-BC24-0004B763174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 name="Freeform 104">
                    <a:extLst>
                      <a:ext uri="{FF2B5EF4-FFF2-40B4-BE49-F238E27FC236}">
                        <a16:creationId xmlns:a16="http://schemas.microsoft.com/office/drawing/2014/main" id="{4C9847CE-CA84-444A-B2B2-552C8D117E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 name="Freeform 105">
                    <a:extLst>
                      <a:ext uri="{FF2B5EF4-FFF2-40B4-BE49-F238E27FC236}">
                        <a16:creationId xmlns:a16="http://schemas.microsoft.com/office/drawing/2014/main" id="{0417023A-8301-F543-9E16-6886CC539B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3F721044-CB85-4745-A4DD-9ACE20D26A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5" name="Group 34">
                <a:extLst>
                  <a:ext uri="{FF2B5EF4-FFF2-40B4-BE49-F238E27FC236}">
                    <a16:creationId xmlns:a16="http://schemas.microsoft.com/office/drawing/2014/main" id="{F9AA787C-48D1-434F-8563-7E9AB3CBFA55}"/>
                  </a:ext>
                </a:extLst>
              </p:cNvPr>
              <p:cNvGrpSpPr/>
              <p:nvPr/>
            </p:nvGrpSpPr>
            <p:grpSpPr>
              <a:xfrm>
                <a:off x="7821081" y="3120979"/>
                <a:ext cx="397110" cy="220011"/>
                <a:chOff x="7493876" y="2774731"/>
                <a:chExt cx="1481958" cy="894622"/>
              </a:xfrm>
            </p:grpSpPr>
            <p:sp>
              <p:nvSpPr>
                <p:cNvPr id="94" name="Freeform 93">
                  <a:extLst>
                    <a:ext uri="{FF2B5EF4-FFF2-40B4-BE49-F238E27FC236}">
                      <a16:creationId xmlns:a16="http://schemas.microsoft.com/office/drawing/2014/main" id="{3DEE94A3-EE29-DB47-BCBF-2D192D437DC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 name="Oval 94">
                  <a:extLst>
                    <a:ext uri="{FF2B5EF4-FFF2-40B4-BE49-F238E27FC236}">
                      <a16:creationId xmlns:a16="http://schemas.microsoft.com/office/drawing/2014/main" id="{364D9169-85F1-B742-A240-F092430245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 name="Group 95">
                  <a:extLst>
                    <a:ext uri="{FF2B5EF4-FFF2-40B4-BE49-F238E27FC236}">
                      <a16:creationId xmlns:a16="http://schemas.microsoft.com/office/drawing/2014/main" id="{3909DDC7-34DF-EB43-9E9C-01615602DF3A}"/>
                    </a:ext>
                  </a:extLst>
                </p:cNvPr>
                <p:cNvGrpSpPr/>
                <p:nvPr/>
              </p:nvGrpSpPr>
              <p:grpSpPr>
                <a:xfrm>
                  <a:off x="7713663" y="2848339"/>
                  <a:ext cx="1042107" cy="425543"/>
                  <a:chOff x="7786941" y="2884917"/>
                  <a:chExt cx="897649" cy="353919"/>
                </a:xfrm>
              </p:grpSpPr>
              <p:sp>
                <p:nvSpPr>
                  <p:cNvPr id="97" name="Freeform 96">
                    <a:extLst>
                      <a:ext uri="{FF2B5EF4-FFF2-40B4-BE49-F238E27FC236}">
                        <a16:creationId xmlns:a16="http://schemas.microsoft.com/office/drawing/2014/main" id="{E91C0E4D-0DC1-004B-9D90-5D53BC1674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E011D9B4-505A-BD4F-8506-90B9427950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B7047A63-4050-B34E-B8E1-3D3BBF0DD4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F58ABA88-8FE5-554A-8D3D-941106975A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6" name="Group 950">
                <a:extLst>
                  <a:ext uri="{FF2B5EF4-FFF2-40B4-BE49-F238E27FC236}">
                    <a16:creationId xmlns:a16="http://schemas.microsoft.com/office/drawing/2014/main" id="{654FD901-B1D5-F04A-92E4-CC14E299A59F}"/>
                  </a:ext>
                </a:extLst>
              </p:cNvPr>
              <p:cNvGrpSpPr>
                <a:grpSpLocks/>
              </p:cNvGrpSpPr>
              <p:nvPr/>
            </p:nvGrpSpPr>
            <p:grpSpPr bwMode="auto">
              <a:xfrm>
                <a:off x="8090784" y="2648336"/>
                <a:ext cx="214974" cy="403920"/>
                <a:chOff x="4140" y="429"/>
                <a:chExt cx="1425" cy="2396"/>
              </a:xfrm>
            </p:grpSpPr>
            <p:sp>
              <p:nvSpPr>
                <p:cNvPr id="62" name="Freeform 951">
                  <a:extLst>
                    <a:ext uri="{FF2B5EF4-FFF2-40B4-BE49-F238E27FC236}">
                      <a16:creationId xmlns:a16="http://schemas.microsoft.com/office/drawing/2014/main" id="{615A33A2-0F00-DD4D-8559-7C8ADA7C65B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Rectangle 952">
                  <a:extLst>
                    <a:ext uri="{FF2B5EF4-FFF2-40B4-BE49-F238E27FC236}">
                      <a16:creationId xmlns:a16="http://schemas.microsoft.com/office/drawing/2014/main" id="{D28A1B55-C5C6-8A44-BA67-8F64800EF2B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 name="Freeform 953">
                  <a:extLst>
                    <a:ext uri="{FF2B5EF4-FFF2-40B4-BE49-F238E27FC236}">
                      <a16:creationId xmlns:a16="http://schemas.microsoft.com/office/drawing/2014/main" id="{356A6884-4860-1F44-9DEF-3C167C24933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Freeform 954">
                  <a:extLst>
                    <a:ext uri="{FF2B5EF4-FFF2-40B4-BE49-F238E27FC236}">
                      <a16:creationId xmlns:a16="http://schemas.microsoft.com/office/drawing/2014/main" id="{956F75D7-BAC0-DC46-8A03-6DBA08962C0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Rectangle 955">
                  <a:extLst>
                    <a:ext uri="{FF2B5EF4-FFF2-40B4-BE49-F238E27FC236}">
                      <a16:creationId xmlns:a16="http://schemas.microsoft.com/office/drawing/2014/main" id="{6670EB01-594D-784F-8DA5-F96C20A81F9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 name="Group 956">
                  <a:extLst>
                    <a:ext uri="{FF2B5EF4-FFF2-40B4-BE49-F238E27FC236}">
                      <a16:creationId xmlns:a16="http://schemas.microsoft.com/office/drawing/2014/main" id="{ED55C112-1191-7848-935D-2B9C089DD988}"/>
                    </a:ext>
                  </a:extLst>
                </p:cNvPr>
                <p:cNvGrpSpPr>
                  <a:grpSpLocks/>
                </p:cNvGrpSpPr>
                <p:nvPr/>
              </p:nvGrpSpPr>
              <p:grpSpPr bwMode="auto">
                <a:xfrm>
                  <a:off x="4749" y="668"/>
                  <a:ext cx="581" cy="145"/>
                  <a:chOff x="614" y="2568"/>
                  <a:chExt cx="725" cy="139"/>
                </a:xfrm>
              </p:grpSpPr>
              <p:sp>
                <p:nvSpPr>
                  <p:cNvPr id="92" name="AutoShape 957">
                    <a:extLst>
                      <a:ext uri="{FF2B5EF4-FFF2-40B4-BE49-F238E27FC236}">
                        <a16:creationId xmlns:a16="http://schemas.microsoft.com/office/drawing/2014/main" id="{1DBAA78E-13CD-DF4F-B911-0FE56C50FE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3" name="AutoShape 958">
                    <a:extLst>
                      <a:ext uri="{FF2B5EF4-FFF2-40B4-BE49-F238E27FC236}">
                        <a16:creationId xmlns:a16="http://schemas.microsoft.com/office/drawing/2014/main" id="{F42190D9-3A47-AE40-8D96-5783E98A459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8" name="Rectangle 959">
                  <a:extLst>
                    <a:ext uri="{FF2B5EF4-FFF2-40B4-BE49-F238E27FC236}">
                      <a16:creationId xmlns:a16="http://schemas.microsoft.com/office/drawing/2014/main" id="{A0EE816C-981E-A245-8BEA-9B2A082CECF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9" name="Group 960">
                  <a:extLst>
                    <a:ext uri="{FF2B5EF4-FFF2-40B4-BE49-F238E27FC236}">
                      <a16:creationId xmlns:a16="http://schemas.microsoft.com/office/drawing/2014/main" id="{0FF5932B-32E7-184C-8365-0DB8C93FC5CA}"/>
                    </a:ext>
                  </a:extLst>
                </p:cNvPr>
                <p:cNvGrpSpPr>
                  <a:grpSpLocks/>
                </p:cNvGrpSpPr>
                <p:nvPr/>
              </p:nvGrpSpPr>
              <p:grpSpPr bwMode="auto">
                <a:xfrm>
                  <a:off x="4747" y="994"/>
                  <a:ext cx="581" cy="134"/>
                  <a:chOff x="614" y="2568"/>
                  <a:chExt cx="725" cy="139"/>
                </a:xfrm>
              </p:grpSpPr>
              <p:sp>
                <p:nvSpPr>
                  <p:cNvPr id="90" name="AutoShape 961">
                    <a:extLst>
                      <a:ext uri="{FF2B5EF4-FFF2-40B4-BE49-F238E27FC236}">
                        <a16:creationId xmlns:a16="http://schemas.microsoft.com/office/drawing/2014/main" id="{D5735CCB-B198-FF41-B82F-C267E7FC29A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1" name="AutoShape 962">
                    <a:extLst>
                      <a:ext uri="{FF2B5EF4-FFF2-40B4-BE49-F238E27FC236}">
                        <a16:creationId xmlns:a16="http://schemas.microsoft.com/office/drawing/2014/main" id="{3B60A7C2-0373-394A-83E3-1D12165A994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0" name="Rectangle 963">
                  <a:extLst>
                    <a:ext uri="{FF2B5EF4-FFF2-40B4-BE49-F238E27FC236}">
                      <a16:creationId xmlns:a16="http://schemas.microsoft.com/office/drawing/2014/main" id="{4CFC3A38-3BC2-5B47-AD0D-CDFDD40F2FF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1" name="Rectangle 964">
                  <a:extLst>
                    <a:ext uri="{FF2B5EF4-FFF2-40B4-BE49-F238E27FC236}">
                      <a16:creationId xmlns:a16="http://schemas.microsoft.com/office/drawing/2014/main" id="{BB11FE1A-1552-BB41-B2E7-390C0C13741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72" name="Group 965">
                  <a:extLst>
                    <a:ext uri="{FF2B5EF4-FFF2-40B4-BE49-F238E27FC236}">
                      <a16:creationId xmlns:a16="http://schemas.microsoft.com/office/drawing/2014/main" id="{2AD89119-922E-B648-B9BA-C14BA30C6223}"/>
                    </a:ext>
                  </a:extLst>
                </p:cNvPr>
                <p:cNvGrpSpPr>
                  <a:grpSpLocks/>
                </p:cNvGrpSpPr>
                <p:nvPr/>
              </p:nvGrpSpPr>
              <p:grpSpPr bwMode="auto">
                <a:xfrm>
                  <a:off x="4735" y="1627"/>
                  <a:ext cx="582" cy="151"/>
                  <a:chOff x="614" y="2568"/>
                  <a:chExt cx="725" cy="139"/>
                </a:xfrm>
              </p:grpSpPr>
              <p:sp>
                <p:nvSpPr>
                  <p:cNvPr id="88" name="AutoShape 966">
                    <a:extLst>
                      <a:ext uri="{FF2B5EF4-FFF2-40B4-BE49-F238E27FC236}">
                        <a16:creationId xmlns:a16="http://schemas.microsoft.com/office/drawing/2014/main" id="{BCCDD581-D51E-9D43-9FA6-B945E614737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9" name="AutoShape 967">
                    <a:extLst>
                      <a:ext uri="{FF2B5EF4-FFF2-40B4-BE49-F238E27FC236}">
                        <a16:creationId xmlns:a16="http://schemas.microsoft.com/office/drawing/2014/main" id="{3336C256-1F5F-5C43-BC13-100E97279E6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3" name="Freeform 968">
                  <a:extLst>
                    <a:ext uri="{FF2B5EF4-FFF2-40B4-BE49-F238E27FC236}">
                      <a16:creationId xmlns:a16="http://schemas.microsoft.com/office/drawing/2014/main" id="{2B46C6E3-7B8D-1E49-9DD1-E8FBE1F025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4" name="Group 969">
                  <a:extLst>
                    <a:ext uri="{FF2B5EF4-FFF2-40B4-BE49-F238E27FC236}">
                      <a16:creationId xmlns:a16="http://schemas.microsoft.com/office/drawing/2014/main" id="{42845C39-EB1C-A74A-9602-629E2C483F07}"/>
                    </a:ext>
                  </a:extLst>
                </p:cNvPr>
                <p:cNvGrpSpPr>
                  <a:grpSpLocks/>
                </p:cNvGrpSpPr>
                <p:nvPr/>
              </p:nvGrpSpPr>
              <p:grpSpPr bwMode="auto">
                <a:xfrm>
                  <a:off x="4739" y="1327"/>
                  <a:ext cx="582" cy="139"/>
                  <a:chOff x="614" y="2568"/>
                  <a:chExt cx="725" cy="139"/>
                </a:xfrm>
              </p:grpSpPr>
              <p:sp>
                <p:nvSpPr>
                  <p:cNvPr id="86" name="AutoShape 970">
                    <a:extLst>
                      <a:ext uri="{FF2B5EF4-FFF2-40B4-BE49-F238E27FC236}">
                        <a16:creationId xmlns:a16="http://schemas.microsoft.com/office/drawing/2014/main" id="{E9EC26BC-536B-9A4D-A5D1-B80E3A5831F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AutoShape 971">
                    <a:extLst>
                      <a:ext uri="{FF2B5EF4-FFF2-40B4-BE49-F238E27FC236}">
                        <a16:creationId xmlns:a16="http://schemas.microsoft.com/office/drawing/2014/main" id="{4346F8C3-E225-504C-B7D1-F0E7284E5D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5" name="Rectangle 972">
                  <a:extLst>
                    <a:ext uri="{FF2B5EF4-FFF2-40B4-BE49-F238E27FC236}">
                      <a16:creationId xmlns:a16="http://schemas.microsoft.com/office/drawing/2014/main" id="{9EF76C87-9673-A140-9B90-B1C747F2E74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6" name="Freeform 973">
                  <a:extLst>
                    <a:ext uri="{FF2B5EF4-FFF2-40B4-BE49-F238E27FC236}">
                      <a16:creationId xmlns:a16="http://schemas.microsoft.com/office/drawing/2014/main" id="{9F54E205-B3D7-C741-9DAC-FC5630E1ED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 name="Freeform 974">
                  <a:extLst>
                    <a:ext uri="{FF2B5EF4-FFF2-40B4-BE49-F238E27FC236}">
                      <a16:creationId xmlns:a16="http://schemas.microsoft.com/office/drawing/2014/main" id="{A2A73941-8A62-564D-9E1F-1E97F5D0B53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 name="Oval 975">
                  <a:extLst>
                    <a:ext uri="{FF2B5EF4-FFF2-40B4-BE49-F238E27FC236}">
                      <a16:creationId xmlns:a16="http://schemas.microsoft.com/office/drawing/2014/main" id="{B10921DE-D355-E148-BC74-C852F750BF1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9" name="Freeform 976">
                  <a:extLst>
                    <a:ext uri="{FF2B5EF4-FFF2-40B4-BE49-F238E27FC236}">
                      <a16:creationId xmlns:a16="http://schemas.microsoft.com/office/drawing/2014/main" id="{CAA9296B-3FD5-1443-8A6E-78AA057357C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 name="AutoShape 977">
                  <a:extLst>
                    <a:ext uri="{FF2B5EF4-FFF2-40B4-BE49-F238E27FC236}">
                      <a16:creationId xmlns:a16="http://schemas.microsoft.com/office/drawing/2014/main" id="{73403798-E605-1843-9637-456125B7781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1" name="AutoShape 978">
                  <a:extLst>
                    <a:ext uri="{FF2B5EF4-FFF2-40B4-BE49-F238E27FC236}">
                      <a16:creationId xmlns:a16="http://schemas.microsoft.com/office/drawing/2014/main" id="{51CB9CC4-29A4-CB47-98FF-5035BBB12FD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2" name="Oval 979">
                  <a:extLst>
                    <a:ext uri="{FF2B5EF4-FFF2-40B4-BE49-F238E27FC236}">
                      <a16:creationId xmlns:a16="http://schemas.microsoft.com/office/drawing/2014/main" id="{25C3ECED-65EE-BB4C-B7E7-EEDFF1B1FD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3" name="Oval 980">
                  <a:extLst>
                    <a:ext uri="{FF2B5EF4-FFF2-40B4-BE49-F238E27FC236}">
                      <a16:creationId xmlns:a16="http://schemas.microsoft.com/office/drawing/2014/main" id="{7D28427C-5A38-3247-A844-7AA4D1E9AAE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4" name="Oval 981">
                  <a:extLst>
                    <a:ext uri="{FF2B5EF4-FFF2-40B4-BE49-F238E27FC236}">
                      <a16:creationId xmlns:a16="http://schemas.microsoft.com/office/drawing/2014/main" id="{6A737BF6-ED80-D84C-93F5-14C21CFFA51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982">
                  <a:extLst>
                    <a:ext uri="{FF2B5EF4-FFF2-40B4-BE49-F238E27FC236}">
                      <a16:creationId xmlns:a16="http://schemas.microsoft.com/office/drawing/2014/main" id="{31D4B4C7-470B-8146-BA62-581C37DC88E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7" name="Group 36">
                <a:extLst>
                  <a:ext uri="{FF2B5EF4-FFF2-40B4-BE49-F238E27FC236}">
                    <a16:creationId xmlns:a16="http://schemas.microsoft.com/office/drawing/2014/main" id="{78A4440B-A0ED-3045-99D1-DB490A23DA6D}"/>
                  </a:ext>
                </a:extLst>
              </p:cNvPr>
              <p:cNvGrpSpPr/>
              <p:nvPr/>
            </p:nvGrpSpPr>
            <p:grpSpPr>
              <a:xfrm>
                <a:off x="2038044" y="2772101"/>
                <a:ext cx="350807" cy="305517"/>
                <a:chOff x="7487144" y="3389820"/>
                <a:chExt cx="350807" cy="305517"/>
              </a:xfrm>
            </p:grpSpPr>
            <p:pic>
              <p:nvPicPr>
                <p:cNvPr id="39" name="Picture 1115" descr="antenna_stylized">
                  <a:extLst>
                    <a:ext uri="{FF2B5EF4-FFF2-40B4-BE49-F238E27FC236}">
                      <a16:creationId xmlns:a16="http://schemas.microsoft.com/office/drawing/2014/main" id="{E0098A97-529C-D24A-BED3-797E4C3B3AF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1116" descr="laptop_keyboard">
                  <a:extLst>
                    <a:ext uri="{FF2B5EF4-FFF2-40B4-BE49-F238E27FC236}">
                      <a16:creationId xmlns:a16="http://schemas.microsoft.com/office/drawing/2014/main" id="{4841D43C-DCF1-184A-8A26-82784A893BE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1117">
                  <a:extLst>
                    <a:ext uri="{FF2B5EF4-FFF2-40B4-BE49-F238E27FC236}">
                      <a16:creationId xmlns:a16="http://schemas.microsoft.com/office/drawing/2014/main" id="{78415C76-0CD1-174A-98AB-90355225D43D}"/>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Freeform 1119">
                  <a:extLst>
                    <a:ext uri="{FF2B5EF4-FFF2-40B4-BE49-F238E27FC236}">
                      <a16:creationId xmlns:a16="http://schemas.microsoft.com/office/drawing/2014/main" id="{9C43B93F-3132-E64A-AD23-C4C6AFEF0B20}"/>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1120">
                  <a:extLst>
                    <a:ext uri="{FF2B5EF4-FFF2-40B4-BE49-F238E27FC236}">
                      <a16:creationId xmlns:a16="http://schemas.microsoft.com/office/drawing/2014/main" id="{D06121B8-94B8-B14C-9B06-9D135D0D3B19}"/>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1121">
                  <a:extLst>
                    <a:ext uri="{FF2B5EF4-FFF2-40B4-BE49-F238E27FC236}">
                      <a16:creationId xmlns:a16="http://schemas.microsoft.com/office/drawing/2014/main" id="{C7306951-AFE2-C44B-A4FB-173C4956C84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1122">
                  <a:extLst>
                    <a:ext uri="{FF2B5EF4-FFF2-40B4-BE49-F238E27FC236}">
                      <a16:creationId xmlns:a16="http://schemas.microsoft.com/office/drawing/2014/main" id="{526FBB8D-9924-B84E-8899-32BDA3B67E04}"/>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1123">
                  <a:extLst>
                    <a:ext uri="{FF2B5EF4-FFF2-40B4-BE49-F238E27FC236}">
                      <a16:creationId xmlns:a16="http://schemas.microsoft.com/office/drawing/2014/main" id="{0A4F0445-742A-8042-ABF2-7B6566A0B88F}"/>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1124">
                  <a:extLst>
                    <a:ext uri="{FF2B5EF4-FFF2-40B4-BE49-F238E27FC236}">
                      <a16:creationId xmlns:a16="http://schemas.microsoft.com/office/drawing/2014/main" id="{C41D78EF-00D6-A246-953F-0103B4DBFD1D}"/>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8" name="Group 1125">
                  <a:extLst>
                    <a:ext uri="{FF2B5EF4-FFF2-40B4-BE49-F238E27FC236}">
                      <a16:creationId xmlns:a16="http://schemas.microsoft.com/office/drawing/2014/main" id="{170CCD7D-4DFB-ED4C-A769-33B5A27F799C}"/>
                    </a:ext>
                  </a:extLst>
                </p:cNvPr>
                <p:cNvGrpSpPr>
                  <a:grpSpLocks/>
                </p:cNvGrpSpPr>
                <p:nvPr/>
              </p:nvGrpSpPr>
              <p:grpSpPr bwMode="auto">
                <a:xfrm>
                  <a:off x="7593395" y="3625649"/>
                  <a:ext cx="64747" cy="27592"/>
                  <a:chOff x="1740" y="2642"/>
                  <a:chExt cx="752" cy="327"/>
                </a:xfrm>
              </p:grpSpPr>
              <p:sp>
                <p:nvSpPr>
                  <p:cNvPr id="56" name="Freeform 1126">
                    <a:extLst>
                      <a:ext uri="{FF2B5EF4-FFF2-40B4-BE49-F238E27FC236}">
                        <a16:creationId xmlns:a16="http://schemas.microsoft.com/office/drawing/2014/main" id="{05F35971-1782-5749-9342-B012D5C40B5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1127">
                    <a:extLst>
                      <a:ext uri="{FF2B5EF4-FFF2-40B4-BE49-F238E27FC236}">
                        <a16:creationId xmlns:a16="http://schemas.microsoft.com/office/drawing/2014/main" id="{63B5942D-B5C8-0745-9794-C7DC3F9E581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Freeform 1128">
                    <a:extLst>
                      <a:ext uri="{FF2B5EF4-FFF2-40B4-BE49-F238E27FC236}">
                        <a16:creationId xmlns:a16="http://schemas.microsoft.com/office/drawing/2014/main" id="{A6F1A20F-E6D6-5E40-AB06-1C1BD24A92C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Freeform 1129">
                    <a:extLst>
                      <a:ext uri="{FF2B5EF4-FFF2-40B4-BE49-F238E27FC236}">
                        <a16:creationId xmlns:a16="http://schemas.microsoft.com/office/drawing/2014/main" id="{84E8035D-66C4-154E-BB85-5DAA7B7A1A3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Freeform 1130">
                    <a:extLst>
                      <a:ext uri="{FF2B5EF4-FFF2-40B4-BE49-F238E27FC236}">
                        <a16:creationId xmlns:a16="http://schemas.microsoft.com/office/drawing/2014/main" id="{285B43FE-F330-FF42-8492-FB82724AFD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1131">
                    <a:extLst>
                      <a:ext uri="{FF2B5EF4-FFF2-40B4-BE49-F238E27FC236}">
                        <a16:creationId xmlns:a16="http://schemas.microsoft.com/office/drawing/2014/main" id="{844816C5-1748-2D45-83A7-195A8D135A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 name="Freeform 1132">
                  <a:extLst>
                    <a:ext uri="{FF2B5EF4-FFF2-40B4-BE49-F238E27FC236}">
                      <a16:creationId xmlns:a16="http://schemas.microsoft.com/office/drawing/2014/main" id="{08E0FC3C-93BA-074F-B1C2-DE0EFBFD742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 name="Freeform 1133">
                  <a:extLst>
                    <a:ext uri="{FF2B5EF4-FFF2-40B4-BE49-F238E27FC236}">
                      <a16:creationId xmlns:a16="http://schemas.microsoft.com/office/drawing/2014/main" id="{8918D248-5581-4B43-A4D3-FB14F1FD40EB}"/>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 name="Freeform 1134">
                  <a:extLst>
                    <a:ext uri="{FF2B5EF4-FFF2-40B4-BE49-F238E27FC236}">
                      <a16:creationId xmlns:a16="http://schemas.microsoft.com/office/drawing/2014/main" id="{AFE5BACB-C024-E04A-B73C-0D8CCF26791C}"/>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 name="Freeform 1135">
                  <a:extLst>
                    <a:ext uri="{FF2B5EF4-FFF2-40B4-BE49-F238E27FC236}">
                      <a16:creationId xmlns:a16="http://schemas.microsoft.com/office/drawing/2014/main" id="{72F90EE8-19A3-E84B-83C8-D6F6140EC7E2}"/>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Freeform 1136">
                  <a:extLst>
                    <a:ext uri="{FF2B5EF4-FFF2-40B4-BE49-F238E27FC236}">
                      <a16:creationId xmlns:a16="http://schemas.microsoft.com/office/drawing/2014/main" id="{40C04A10-8538-3949-B3B2-89D22061578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 name="Freeform 1137">
                  <a:extLst>
                    <a:ext uri="{FF2B5EF4-FFF2-40B4-BE49-F238E27FC236}">
                      <a16:creationId xmlns:a16="http://schemas.microsoft.com/office/drawing/2014/main" id="{3335BA6E-9032-6D4E-B5CD-0FB317F0F8A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5" name="Picture 1118" descr="screen">
                  <a:extLst>
                    <a:ext uri="{FF2B5EF4-FFF2-40B4-BE49-F238E27FC236}">
                      <a16:creationId xmlns:a16="http://schemas.microsoft.com/office/drawing/2014/main" id="{FA8C8063-0056-6F45-99A9-1A6B7745B59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 name="Line 432">
                <a:extLst>
                  <a:ext uri="{FF2B5EF4-FFF2-40B4-BE49-F238E27FC236}">
                    <a16:creationId xmlns:a16="http://schemas.microsoft.com/office/drawing/2014/main" id="{2F8D58BD-73EE-F147-AB35-E4281425AE9A}"/>
                  </a:ext>
                </a:extLst>
              </p:cNvPr>
              <p:cNvSpPr>
                <a:spLocks noChangeShapeType="1"/>
              </p:cNvSpPr>
              <p:nvPr/>
            </p:nvSpPr>
            <p:spPr bwMode="auto">
              <a:xfrm flipV="1">
                <a:off x="8093653" y="3049307"/>
                <a:ext cx="69231" cy="779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6625F646-CB28-BF49-ADE3-ACF6103BA5A8}"/>
              </a:ext>
            </a:extLst>
          </p:cNvPr>
          <p:cNvGrpSpPr/>
          <p:nvPr/>
        </p:nvGrpSpPr>
        <p:grpSpPr>
          <a:xfrm>
            <a:off x="1893346" y="4744519"/>
            <a:ext cx="7964014" cy="1722627"/>
            <a:chOff x="1247888" y="3937689"/>
            <a:chExt cx="7964014" cy="1722627"/>
          </a:xfrm>
        </p:grpSpPr>
        <p:sp>
          <p:nvSpPr>
            <p:cNvPr id="164" name="Freeform 427">
              <a:extLst>
                <a:ext uri="{FF2B5EF4-FFF2-40B4-BE49-F238E27FC236}">
                  <a16:creationId xmlns:a16="http://schemas.microsoft.com/office/drawing/2014/main" id="{3E33203E-3289-D140-B967-745B62BFBEDB}"/>
                </a:ext>
              </a:extLst>
            </p:cNvPr>
            <p:cNvSpPr>
              <a:spLocks/>
            </p:cNvSpPr>
            <p:nvPr/>
          </p:nvSpPr>
          <p:spPr bwMode="auto">
            <a:xfrm flipV="1">
              <a:off x="7166385" y="497938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 name="Freeform 164">
              <a:extLst>
                <a:ext uri="{FF2B5EF4-FFF2-40B4-BE49-F238E27FC236}">
                  <a16:creationId xmlns:a16="http://schemas.microsoft.com/office/drawing/2014/main" id="{0BCB11AB-B2F7-D948-B2EF-373393072000}"/>
                </a:ext>
              </a:extLst>
            </p:cNvPr>
            <p:cNvSpPr/>
            <p:nvPr/>
          </p:nvSpPr>
          <p:spPr>
            <a:xfrm>
              <a:off x="3604609" y="490170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Rectangle 419">
              <a:extLst>
                <a:ext uri="{FF2B5EF4-FFF2-40B4-BE49-F238E27FC236}">
                  <a16:creationId xmlns:a16="http://schemas.microsoft.com/office/drawing/2014/main" id="{B76948FB-AF5B-0541-8638-E5D52C8B99AA}"/>
                </a:ext>
              </a:extLst>
            </p:cNvPr>
            <p:cNvSpPr>
              <a:spLocks noChangeArrowheads="1"/>
            </p:cNvSpPr>
            <p:nvPr/>
          </p:nvSpPr>
          <p:spPr bwMode="auto">
            <a:xfrm>
              <a:off x="1985393" y="484421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420">
              <a:extLst>
                <a:ext uri="{FF2B5EF4-FFF2-40B4-BE49-F238E27FC236}">
                  <a16:creationId xmlns:a16="http://schemas.microsoft.com/office/drawing/2014/main" id="{30719E9D-9099-A647-896E-AC74938CEE18}"/>
                </a:ext>
              </a:extLst>
            </p:cNvPr>
            <p:cNvSpPr>
              <a:spLocks noChangeArrowheads="1"/>
            </p:cNvSpPr>
            <p:nvPr/>
          </p:nvSpPr>
          <p:spPr bwMode="auto">
            <a:xfrm>
              <a:off x="1751669" y="458038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68" name="Picture 778" descr="antenna_radiation_stylized">
              <a:extLst>
                <a:ext uri="{FF2B5EF4-FFF2-40B4-BE49-F238E27FC236}">
                  <a16:creationId xmlns:a16="http://schemas.microsoft.com/office/drawing/2014/main" id="{C91D4B18-43D5-EF4A-88EF-7E8FD3C8A1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8277" y="511535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Line 443">
              <a:extLst>
                <a:ext uri="{FF2B5EF4-FFF2-40B4-BE49-F238E27FC236}">
                  <a16:creationId xmlns:a16="http://schemas.microsoft.com/office/drawing/2014/main" id="{454B5947-4A8A-9D49-8DFE-6D3188BDEE3E}"/>
                </a:ext>
              </a:extLst>
            </p:cNvPr>
            <p:cNvSpPr>
              <a:spLocks noChangeShapeType="1"/>
            </p:cNvSpPr>
            <p:nvPr/>
          </p:nvSpPr>
          <p:spPr bwMode="auto">
            <a:xfrm>
              <a:off x="2809465" y="515496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 name="Line 449">
              <a:extLst>
                <a:ext uri="{FF2B5EF4-FFF2-40B4-BE49-F238E27FC236}">
                  <a16:creationId xmlns:a16="http://schemas.microsoft.com/office/drawing/2014/main" id="{6058DF86-219F-1442-98BE-A84F4EA71646}"/>
                </a:ext>
              </a:extLst>
            </p:cNvPr>
            <p:cNvSpPr>
              <a:spLocks noChangeShapeType="1"/>
            </p:cNvSpPr>
            <p:nvPr/>
          </p:nvSpPr>
          <p:spPr bwMode="auto">
            <a:xfrm flipV="1">
              <a:off x="2418940" y="536609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1" name="Group 1139">
              <a:extLst>
                <a:ext uri="{FF2B5EF4-FFF2-40B4-BE49-F238E27FC236}">
                  <a16:creationId xmlns:a16="http://schemas.microsoft.com/office/drawing/2014/main" id="{B6F93619-8EBA-8047-B5AA-B67688928CAF}"/>
                </a:ext>
              </a:extLst>
            </p:cNvPr>
            <p:cNvGrpSpPr>
              <a:grpSpLocks/>
            </p:cNvGrpSpPr>
            <p:nvPr/>
          </p:nvGrpSpPr>
          <p:grpSpPr bwMode="auto">
            <a:xfrm flipH="1">
              <a:off x="2538315" y="4858274"/>
              <a:ext cx="359261" cy="342045"/>
              <a:chOff x="2839" y="3501"/>
              <a:chExt cx="755" cy="803"/>
            </a:xfrm>
          </p:grpSpPr>
          <p:pic>
            <p:nvPicPr>
              <p:cNvPr id="360" name="Picture 1140" descr="desktop_computer_stylized_medium">
                <a:extLst>
                  <a:ext uri="{FF2B5EF4-FFF2-40B4-BE49-F238E27FC236}">
                    <a16:creationId xmlns:a16="http://schemas.microsoft.com/office/drawing/2014/main" id="{9AA4C0EB-F2B9-5C40-9AAD-C964FC96B5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 name="Freeform 1141">
                <a:extLst>
                  <a:ext uri="{FF2B5EF4-FFF2-40B4-BE49-F238E27FC236}">
                    <a16:creationId xmlns:a16="http://schemas.microsoft.com/office/drawing/2014/main" id="{9FCC53DC-0637-C94C-BE0F-F02C827FE68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2FE198B9-7149-3748-83AB-A5F078F11963}"/>
                </a:ext>
              </a:extLst>
            </p:cNvPr>
            <p:cNvGrpSpPr/>
            <p:nvPr/>
          </p:nvGrpSpPr>
          <p:grpSpPr>
            <a:xfrm>
              <a:off x="2349754" y="4616555"/>
              <a:ext cx="347997" cy="396620"/>
              <a:chOff x="7797061" y="3296104"/>
              <a:chExt cx="347997" cy="396620"/>
            </a:xfrm>
          </p:grpSpPr>
          <p:pic>
            <p:nvPicPr>
              <p:cNvPr id="358" name="Picture 571" descr="fridge2.png">
                <a:extLst>
                  <a:ext uri="{FF2B5EF4-FFF2-40B4-BE49-F238E27FC236}">
                    <a16:creationId xmlns:a16="http://schemas.microsoft.com/office/drawing/2014/main" id="{55A686EF-B93A-2E49-983E-8D991DABA78A}"/>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9" name="Picture 1115" descr="antenna_stylized">
                <a:extLst>
                  <a:ext uri="{FF2B5EF4-FFF2-40B4-BE49-F238E27FC236}">
                    <a16:creationId xmlns:a16="http://schemas.microsoft.com/office/drawing/2014/main" id="{A80E5470-9869-3C43-90E4-127355F916F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3" name="Group 172">
              <a:extLst>
                <a:ext uri="{FF2B5EF4-FFF2-40B4-BE49-F238E27FC236}">
                  <a16:creationId xmlns:a16="http://schemas.microsoft.com/office/drawing/2014/main" id="{60C54E11-67F5-4A4E-A2AF-8BE2E629DCB0}"/>
                </a:ext>
              </a:extLst>
            </p:cNvPr>
            <p:cNvGrpSpPr/>
            <p:nvPr/>
          </p:nvGrpSpPr>
          <p:grpSpPr>
            <a:xfrm>
              <a:off x="2596389" y="5257125"/>
              <a:ext cx="354986" cy="175668"/>
              <a:chOff x="7493876" y="2774731"/>
              <a:chExt cx="1481958" cy="894622"/>
            </a:xfrm>
          </p:grpSpPr>
          <p:sp>
            <p:nvSpPr>
              <p:cNvPr id="351" name="Freeform 350">
                <a:extLst>
                  <a:ext uri="{FF2B5EF4-FFF2-40B4-BE49-F238E27FC236}">
                    <a16:creationId xmlns:a16="http://schemas.microsoft.com/office/drawing/2014/main" id="{7F4AF260-652B-EF44-89D9-BD3260595B4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2" name="Oval 351">
                <a:extLst>
                  <a:ext uri="{FF2B5EF4-FFF2-40B4-BE49-F238E27FC236}">
                    <a16:creationId xmlns:a16="http://schemas.microsoft.com/office/drawing/2014/main" id="{1E6CCB26-EABC-114E-8B27-EEBB044709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3" name="Group 352">
                <a:extLst>
                  <a:ext uri="{FF2B5EF4-FFF2-40B4-BE49-F238E27FC236}">
                    <a16:creationId xmlns:a16="http://schemas.microsoft.com/office/drawing/2014/main" id="{74919072-B307-414C-8880-5C86357563F0}"/>
                  </a:ext>
                </a:extLst>
              </p:cNvPr>
              <p:cNvGrpSpPr/>
              <p:nvPr/>
            </p:nvGrpSpPr>
            <p:grpSpPr>
              <a:xfrm>
                <a:off x="7713663" y="2848339"/>
                <a:ext cx="1042107" cy="425543"/>
                <a:chOff x="7786941" y="2884917"/>
                <a:chExt cx="897649" cy="353919"/>
              </a:xfrm>
            </p:grpSpPr>
            <p:sp>
              <p:nvSpPr>
                <p:cNvPr id="354" name="Freeform 353">
                  <a:extLst>
                    <a:ext uri="{FF2B5EF4-FFF2-40B4-BE49-F238E27FC236}">
                      <a16:creationId xmlns:a16="http://schemas.microsoft.com/office/drawing/2014/main" id="{E0C5F965-29E7-514D-A4D3-C48DA6A2E3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EA78008F-6ED2-CD44-BB1D-0B85E9D449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911A8F5C-968F-3744-A9A0-26F6710EC6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7BA388E5-41E6-4E45-978C-FB81AFF279A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pic>
          <p:nvPicPr>
            <p:cNvPr id="174" name="Picture 777" descr="access_point_stylized_small">
              <a:extLst>
                <a:ext uri="{FF2B5EF4-FFF2-40B4-BE49-F238E27FC236}">
                  <a16:creationId xmlns:a16="http://schemas.microsoft.com/office/drawing/2014/main" id="{77CD81F2-00F3-634F-9A0C-532DA2568C2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0201" y="515303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75" name="Straight Connector 174">
              <a:extLst>
                <a:ext uri="{FF2B5EF4-FFF2-40B4-BE49-F238E27FC236}">
                  <a16:creationId xmlns:a16="http://schemas.microsoft.com/office/drawing/2014/main" id="{B61B6E9C-199A-204A-899B-839085F3A270}"/>
                </a:ext>
              </a:extLst>
            </p:cNvPr>
            <p:cNvCxnSpPr/>
            <p:nvPr/>
          </p:nvCxnSpPr>
          <p:spPr>
            <a:xfrm>
              <a:off x="2944738" y="536789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Line 431">
              <a:extLst>
                <a:ext uri="{FF2B5EF4-FFF2-40B4-BE49-F238E27FC236}">
                  <a16:creationId xmlns:a16="http://schemas.microsoft.com/office/drawing/2014/main" id="{8A5506A1-D7E9-CD4B-9B28-DABF55DF7D47}"/>
                </a:ext>
              </a:extLst>
            </p:cNvPr>
            <p:cNvSpPr>
              <a:spLocks noChangeShapeType="1"/>
            </p:cNvSpPr>
            <p:nvPr/>
          </p:nvSpPr>
          <p:spPr bwMode="auto">
            <a:xfrm>
              <a:off x="8003985" y="509849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 name="Line 432">
              <a:extLst>
                <a:ext uri="{FF2B5EF4-FFF2-40B4-BE49-F238E27FC236}">
                  <a16:creationId xmlns:a16="http://schemas.microsoft.com/office/drawing/2014/main" id="{1FC5159E-9BC7-1B42-9CB8-C841CCAA46B7}"/>
                </a:ext>
              </a:extLst>
            </p:cNvPr>
            <p:cNvSpPr>
              <a:spLocks noChangeShapeType="1"/>
            </p:cNvSpPr>
            <p:nvPr/>
          </p:nvSpPr>
          <p:spPr bwMode="auto">
            <a:xfrm flipV="1">
              <a:off x="7421092" y="509849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 name="Line 433">
              <a:extLst>
                <a:ext uri="{FF2B5EF4-FFF2-40B4-BE49-F238E27FC236}">
                  <a16:creationId xmlns:a16="http://schemas.microsoft.com/office/drawing/2014/main" id="{83CF2A6F-2C6A-D14F-88DE-91B700133432}"/>
                </a:ext>
              </a:extLst>
            </p:cNvPr>
            <p:cNvSpPr>
              <a:spLocks noChangeShapeType="1"/>
            </p:cNvSpPr>
            <p:nvPr/>
          </p:nvSpPr>
          <p:spPr bwMode="auto">
            <a:xfrm flipV="1">
              <a:off x="7392770" y="536885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C849A746-879E-EB49-87BB-C8227667FD36}"/>
                </a:ext>
              </a:extLst>
            </p:cNvPr>
            <p:cNvGrpSpPr/>
            <p:nvPr/>
          </p:nvGrpSpPr>
          <p:grpSpPr>
            <a:xfrm>
              <a:off x="8281372" y="5229706"/>
              <a:ext cx="397110" cy="220011"/>
              <a:chOff x="7493876" y="2774731"/>
              <a:chExt cx="1481958" cy="894622"/>
            </a:xfrm>
          </p:grpSpPr>
          <p:sp>
            <p:nvSpPr>
              <p:cNvPr id="344" name="Freeform 343">
                <a:extLst>
                  <a:ext uri="{FF2B5EF4-FFF2-40B4-BE49-F238E27FC236}">
                    <a16:creationId xmlns:a16="http://schemas.microsoft.com/office/drawing/2014/main" id="{D718053D-32C7-4A4B-8A4C-D2845A746C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5" name="Oval 344">
                <a:extLst>
                  <a:ext uri="{FF2B5EF4-FFF2-40B4-BE49-F238E27FC236}">
                    <a16:creationId xmlns:a16="http://schemas.microsoft.com/office/drawing/2014/main" id="{CC76EF5B-57B6-674C-A9DE-E6C77041449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6" name="Group 345">
                <a:extLst>
                  <a:ext uri="{FF2B5EF4-FFF2-40B4-BE49-F238E27FC236}">
                    <a16:creationId xmlns:a16="http://schemas.microsoft.com/office/drawing/2014/main" id="{EDC2D173-0C93-E848-BEE8-6107873B115D}"/>
                  </a:ext>
                </a:extLst>
              </p:cNvPr>
              <p:cNvGrpSpPr/>
              <p:nvPr/>
            </p:nvGrpSpPr>
            <p:grpSpPr>
              <a:xfrm>
                <a:off x="7713663" y="2848339"/>
                <a:ext cx="1042107" cy="425543"/>
                <a:chOff x="7786941" y="2884917"/>
                <a:chExt cx="897649" cy="353919"/>
              </a:xfrm>
            </p:grpSpPr>
            <p:sp>
              <p:nvSpPr>
                <p:cNvPr id="347" name="Freeform 346">
                  <a:extLst>
                    <a:ext uri="{FF2B5EF4-FFF2-40B4-BE49-F238E27FC236}">
                      <a16:creationId xmlns:a16="http://schemas.microsoft.com/office/drawing/2014/main" id="{90B1BD09-F486-7E4C-86EB-9C668696D4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8" name="Freeform 347">
                  <a:extLst>
                    <a:ext uri="{FF2B5EF4-FFF2-40B4-BE49-F238E27FC236}">
                      <a16:creationId xmlns:a16="http://schemas.microsoft.com/office/drawing/2014/main" id="{73253F2A-8C71-2143-8D7D-9E0C6DBC7B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F7002948-32DF-A749-8E69-69FD52EE8AC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4F9EAB0D-6878-E94F-9345-4B645274C0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0" name="Group 179">
              <a:extLst>
                <a:ext uri="{FF2B5EF4-FFF2-40B4-BE49-F238E27FC236}">
                  <a16:creationId xmlns:a16="http://schemas.microsoft.com/office/drawing/2014/main" id="{3E703AE1-F964-8340-8DC8-D52FC0348ADA}"/>
                </a:ext>
              </a:extLst>
            </p:cNvPr>
            <p:cNvGrpSpPr/>
            <p:nvPr/>
          </p:nvGrpSpPr>
          <p:grpSpPr>
            <a:xfrm>
              <a:off x="1247888" y="3937689"/>
              <a:ext cx="1045784" cy="958635"/>
              <a:chOff x="1334466" y="2016802"/>
              <a:chExt cx="1045784" cy="958635"/>
            </a:xfrm>
          </p:grpSpPr>
          <p:sp>
            <p:nvSpPr>
              <p:cNvPr id="336" name="Freeform 917">
                <a:extLst>
                  <a:ext uri="{FF2B5EF4-FFF2-40B4-BE49-F238E27FC236}">
                    <a16:creationId xmlns:a16="http://schemas.microsoft.com/office/drawing/2014/main" id="{89995382-B255-B047-94E8-5FF8E99FB609}"/>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7" name="Rectangle 228">
                <a:extLst>
                  <a:ext uri="{FF2B5EF4-FFF2-40B4-BE49-F238E27FC236}">
                    <a16:creationId xmlns:a16="http://schemas.microsoft.com/office/drawing/2014/main" id="{EE077515-F58A-AD4A-8E0C-A162F3D4FFBA}"/>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229">
                <a:extLst>
                  <a:ext uri="{FF2B5EF4-FFF2-40B4-BE49-F238E27FC236}">
                    <a16:creationId xmlns:a16="http://schemas.microsoft.com/office/drawing/2014/main" id="{4FE4EF05-383D-F745-817F-5BF2E7943833}"/>
                  </a:ext>
                </a:extLst>
              </p:cNvPr>
              <p:cNvSpPr>
                <a:spLocks noChangeArrowheads="1"/>
              </p:cNvSpPr>
              <p:nvPr/>
            </p:nvSpPr>
            <p:spPr bwMode="auto">
              <a:xfrm>
                <a:off x="1438720" y="2372695"/>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9" name="Text Box 230">
                <a:extLst>
                  <a:ext uri="{FF2B5EF4-FFF2-40B4-BE49-F238E27FC236}">
                    <a16:creationId xmlns:a16="http://schemas.microsoft.com/office/drawing/2014/main" id="{64273727-82B3-4B44-B510-20A843724DF0}"/>
                  </a:ext>
                </a:extLst>
              </p:cNvPr>
              <p:cNvSpPr txBox="1">
                <a:spLocks noChangeArrowheads="1"/>
              </p:cNvSpPr>
              <p:nvPr/>
            </p:nvSpPr>
            <p:spPr bwMode="auto">
              <a:xfrm>
                <a:off x="1334466" y="201680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40" name="Straight Connector 339">
                <a:extLst>
                  <a:ext uri="{FF2B5EF4-FFF2-40B4-BE49-F238E27FC236}">
                    <a16:creationId xmlns:a16="http://schemas.microsoft.com/office/drawing/2014/main" id="{D8F5444D-BEFA-884A-BBCF-D18DFE69A07B}"/>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5BCED9EA-0AF6-294A-ADEE-A9F3FF3C86CB}"/>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39BD6144-55FD-AE4F-9307-2D52AD9E6DBA}"/>
                  </a:ext>
                </a:extLst>
              </p:cNvPr>
              <p:cNvCxnSpPr>
                <a:cxnSpLocks/>
              </p:cNvCxnSpPr>
              <p:nvPr/>
            </p:nvCxnSpPr>
            <p:spPr>
              <a:xfrm>
                <a:off x="1433493"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D98C95D5-25CB-294D-963A-D197CF1A4289}"/>
                  </a:ext>
                </a:extLst>
              </p:cNvPr>
              <p:cNvCxnSpPr>
                <a:cxnSpLocks/>
              </p:cNvCxnSpPr>
              <p:nvPr/>
            </p:nvCxnSpPr>
            <p:spPr>
              <a:xfrm>
                <a:off x="1433038"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07C48CC7-AAEB-0946-8063-C9E575A247A9}"/>
                </a:ext>
              </a:extLst>
            </p:cNvPr>
            <p:cNvGrpSpPr/>
            <p:nvPr/>
          </p:nvGrpSpPr>
          <p:grpSpPr>
            <a:xfrm>
              <a:off x="2039837" y="4710271"/>
              <a:ext cx="350807" cy="305517"/>
              <a:chOff x="7487144" y="3389820"/>
              <a:chExt cx="350807" cy="305517"/>
            </a:xfrm>
          </p:grpSpPr>
          <p:pic>
            <p:nvPicPr>
              <p:cNvPr id="313" name="Picture 1115" descr="antenna_stylized">
                <a:extLst>
                  <a:ext uri="{FF2B5EF4-FFF2-40B4-BE49-F238E27FC236}">
                    <a16:creationId xmlns:a16="http://schemas.microsoft.com/office/drawing/2014/main" id="{AAA19FA1-0368-DF40-92D4-76FFC0F1584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 name="Picture 1116" descr="laptop_keyboard">
                <a:extLst>
                  <a:ext uri="{FF2B5EF4-FFF2-40B4-BE49-F238E27FC236}">
                    <a16:creationId xmlns:a16="http://schemas.microsoft.com/office/drawing/2014/main" id="{AB6CE078-49B8-8A41-8D50-0594F9C1BB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117">
                <a:extLst>
                  <a:ext uri="{FF2B5EF4-FFF2-40B4-BE49-F238E27FC236}">
                    <a16:creationId xmlns:a16="http://schemas.microsoft.com/office/drawing/2014/main" id="{F6871B47-522C-954C-9A40-275CAAA9F6C4}"/>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 name="Freeform 1119">
                <a:extLst>
                  <a:ext uri="{FF2B5EF4-FFF2-40B4-BE49-F238E27FC236}">
                    <a16:creationId xmlns:a16="http://schemas.microsoft.com/office/drawing/2014/main" id="{8DA90D9B-4740-8646-B64A-655DFB4FEAD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 name="Freeform 1120">
                <a:extLst>
                  <a:ext uri="{FF2B5EF4-FFF2-40B4-BE49-F238E27FC236}">
                    <a16:creationId xmlns:a16="http://schemas.microsoft.com/office/drawing/2014/main" id="{9574B39A-D407-D34B-8559-DA27DA2FD8F7}"/>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8" name="Freeform 1121">
                <a:extLst>
                  <a:ext uri="{FF2B5EF4-FFF2-40B4-BE49-F238E27FC236}">
                    <a16:creationId xmlns:a16="http://schemas.microsoft.com/office/drawing/2014/main" id="{30E9A6E9-8D32-BF44-823B-FFD30BEE7933}"/>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9" name="Freeform 1122">
                <a:extLst>
                  <a:ext uri="{FF2B5EF4-FFF2-40B4-BE49-F238E27FC236}">
                    <a16:creationId xmlns:a16="http://schemas.microsoft.com/office/drawing/2014/main" id="{F31ACDDA-FF16-3D44-A912-A18B8CDC6B0E}"/>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0" name="Freeform 1123">
                <a:extLst>
                  <a:ext uri="{FF2B5EF4-FFF2-40B4-BE49-F238E27FC236}">
                    <a16:creationId xmlns:a16="http://schemas.microsoft.com/office/drawing/2014/main" id="{BCB7561E-9330-694A-9985-D7445FE45F79}"/>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 name="Freeform 1124">
                <a:extLst>
                  <a:ext uri="{FF2B5EF4-FFF2-40B4-BE49-F238E27FC236}">
                    <a16:creationId xmlns:a16="http://schemas.microsoft.com/office/drawing/2014/main" id="{41D1BD11-F952-CB47-9129-3E7E507017FA}"/>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22" name="Group 1125">
                <a:extLst>
                  <a:ext uri="{FF2B5EF4-FFF2-40B4-BE49-F238E27FC236}">
                    <a16:creationId xmlns:a16="http://schemas.microsoft.com/office/drawing/2014/main" id="{A3446849-62A2-8542-A296-B969943DE4A0}"/>
                  </a:ext>
                </a:extLst>
              </p:cNvPr>
              <p:cNvGrpSpPr>
                <a:grpSpLocks/>
              </p:cNvGrpSpPr>
              <p:nvPr/>
            </p:nvGrpSpPr>
            <p:grpSpPr bwMode="auto">
              <a:xfrm>
                <a:off x="7593395" y="3625649"/>
                <a:ext cx="64747" cy="27592"/>
                <a:chOff x="1740" y="2642"/>
                <a:chExt cx="752" cy="327"/>
              </a:xfrm>
            </p:grpSpPr>
            <p:sp>
              <p:nvSpPr>
                <p:cNvPr id="330" name="Freeform 1126">
                  <a:extLst>
                    <a:ext uri="{FF2B5EF4-FFF2-40B4-BE49-F238E27FC236}">
                      <a16:creationId xmlns:a16="http://schemas.microsoft.com/office/drawing/2014/main" id="{854957C7-A6F8-584A-8136-08CE713AE2B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 name="Freeform 1127">
                  <a:extLst>
                    <a:ext uri="{FF2B5EF4-FFF2-40B4-BE49-F238E27FC236}">
                      <a16:creationId xmlns:a16="http://schemas.microsoft.com/office/drawing/2014/main" id="{3BDE3BA0-2B7B-7241-98DA-90A08473190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2" name="Freeform 1128">
                  <a:extLst>
                    <a:ext uri="{FF2B5EF4-FFF2-40B4-BE49-F238E27FC236}">
                      <a16:creationId xmlns:a16="http://schemas.microsoft.com/office/drawing/2014/main" id="{7FD196ED-AC40-F642-B785-A7326FF6FF1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 name="Freeform 1129">
                  <a:extLst>
                    <a:ext uri="{FF2B5EF4-FFF2-40B4-BE49-F238E27FC236}">
                      <a16:creationId xmlns:a16="http://schemas.microsoft.com/office/drawing/2014/main" id="{F9F62D58-715C-024C-AF2C-DAEEDD8FFDF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 name="Freeform 1130">
                  <a:extLst>
                    <a:ext uri="{FF2B5EF4-FFF2-40B4-BE49-F238E27FC236}">
                      <a16:creationId xmlns:a16="http://schemas.microsoft.com/office/drawing/2014/main" id="{2FAB5452-3CC8-5E47-A0D5-CCE2850D3AE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 name="Freeform 1131">
                  <a:extLst>
                    <a:ext uri="{FF2B5EF4-FFF2-40B4-BE49-F238E27FC236}">
                      <a16:creationId xmlns:a16="http://schemas.microsoft.com/office/drawing/2014/main" id="{A8657BA1-E1F7-6D49-88E2-4DABEA06402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3" name="Freeform 1132">
                <a:extLst>
                  <a:ext uri="{FF2B5EF4-FFF2-40B4-BE49-F238E27FC236}">
                    <a16:creationId xmlns:a16="http://schemas.microsoft.com/office/drawing/2014/main" id="{0CC5D4B5-D6D6-6741-9042-2CEBEEB5481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 name="Freeform 1133">
                <a:extLst>
                  <a:ext uri="{FF2B5EF4-FFF2-40B4-BE49-F238E27FC236}">
                    <a16:creationId xmlns:a16="http://schemas.microsoft.com/office/drawing/2014/main" id="{0DFC5264-B526-464C-AC37-79E9200C7943}"/>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Freeform 1134">
                <a:extLst>
                  <a:ext uri="{FF2B5EF4-FFF2-40B4-BE49-F238E27FC236}">
                    <a16:creationId xmlns:a16="http://schemas.microsoft.com/office/drawing/2014/main" id="{91756265-8678-D24C-8103-2B04C39DAF4E}"/>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6" name="Freeform 1135">
                <a:extLst>
                  <a:ext uri="{FF2B5EF4-FFF2-40B4-BE49-F238E27FC236}">
                    <a16:creationId xmlns:a16="http://schemas.microsoft.com/office/drawing/2014/main" id="{C943CCEA-E4F4-C04A-B33A-E5077AAF3FC1}"/>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1136">
                <a:extLst>
                  <a:ext uri="{FF2B5EF4-FFF2-40B4-BE49-F238E27FC236}">
                    <a16:creationId xmlns:a16="http://schemas.microsoft.com/office/drawing/2014/main" id="{C95468FA-7E0F-554C-9CE0-9E45F3AE8B7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Freeform 1137">
                <a:extLst>
                  <a:ext uri="{FF2B5EF4-FFF2-40B4-BE49-F238E27FC236}">
                    <a16:creationId xmlns:a16="http://schemas.microsoft.com/office/drawing/2014/main" id="{3D372F41-CBC3-B346-B000-225A34AB043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29" name="Picture 1118" descr="screen">
                <a:extLst>
                  <a:ext uri="{FF2B5EF4-FFF2-40B4-BE49-F238E27FC236}">
                    <a16:creationId xmlns:a16="http://schemas.microsoft.com/office/drawing/2014/main" id="{AD04FF5E-4D98-2C48-BBFE-49B70FAF659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2" name="Group 181">
              <a:extLst>
                <a:ext uri="{FF2B5EF4-FFF2-40B4-BE49-F238E27FC236}">
                  <a16:creationId xmlns:a16="http://schemas.microsoft.com/office/drawing/2014/main" id="{B8F44290-F8ED-1049-B284-AFDBEE082088}"/>
                </a:ext>
              </a:extLst>
            </p:cNvPr>
            <p:cNvGrpSpPr/>
            <p:nvPr/>
          </p:nvGrpSpPr>
          <p:grpSpPr>
            <a:xfrm>
              <a:off x="8203190" y="4015802"/>
              <a:ext cx="1008712" cy="969393"/>
              <a:chOff x="8854651" y="4004028"/>
              <a:chExt cx="1008712" cy="969393"/>
            </a:xfrm>
          </p:grpSpPr>
          <p:sp>
            <p:nvSpPr>
              <p:cNvPr id="305" name="Freeform 917">
                <a:extLst>
                  <a:ext uri="{FF2B5EF4-FFF2-40B4-BE49-F238E27FC236}">
                    <a16:creationId xmlns:a16="http://schemas.microsoft.com/office/drawing/2014/main" id="{3D13E50F-70CF-E549-8B3C-B36DA8689FB6}"/>
                  </a:ext>
                </a:extLst>
              </p:cNvPr>
              <p:cNvSpPr>
                <a:spLocks/>
              </p:cNvSpPr>
              <p:nvPr/>
            </p:nvSpPr>
            <p:spPr bwMode="auto">
              <a:xfrm>
                <a:off x="8854651" y="4030446"/>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Rectangle 228">
                <a:extLst>
                  <a:ext uri="{FF2B5EF4-FFF2-40B4-BE49-F238E27FC236}">
                    <a16:creationId xmlns:a16="http://schemas.microsoft.com/office/drawing/2014/main" id="{E8BD07C8-DBD9-E841-9593-231AF428CF13}"/>
                  </a:ext>
                </a:extLst>
              </p:cNvPr>
              <p:cNvSpPr>
                <a:spLocks noChangeArrowheads="1"/>
              </p:cNvSpPr>
              <p:nvPr/>
            </p:nvSpPr>
            <p:spPr bwMode="auto">
              <a:xfrm>
                <a:off x="9149928" y="4047476"/>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229">
                <a:extLst>
                  <a:ext uri="{FF2B5EF4-FFF2-40B4-BE49-F238E27FC236}">
                    <a16:creationId xmlns:a16="http://schemas.microsoft.com/office/drawing/2014/main" id="{3A076715-A936-7D43-BFF6-C044131CE537}"/>
                  </a:ext>
                </a:extLst>
              </p:cNvPr>
              <p:cNvSpPr>
                <a:spLocks noChangeArrowheads="1"/>
              </p:cNvSpPr>
              <p:nvPr/>
            </p:nvSpPr>
            <p:spPr bwMode="auto">
              <a:xfrm>
                <a:off x="9153229" y="4359921"/>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8" name="Text Box 230">
                <a:extLst>
                  <a:ext uri="{FF2B5EF4-FFF2-40B4-BE49-F238E27FC236}">
                    <a16:creationId xmlns:a16="http://schemas.microsoft.com/office/drawing/2014/main" id="{5690CD0A-70D3-8345-92E1-4FA67A516FCF}"/>
                  </a:ext>
                </a:extLst>
              </p:cNvPr>
              <p:cNvSpPr txBox="1">
                <a:spLocks noChangeArrowheads="1"/>
              </p:cNvSpPr>
              <p:nvPr/>
            </p:nvSpPr>
            <p:spPr bwMode="auto">
              <a:xfrm>
                <a:off x="9048975" y="400402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09" name="Straight Connector 308">
                <a:extLst>
                  <a:ext uri="{FF2B5EF4-FFF2-40B4-BE49-F238E27FC236}">
                    <a16:creationId xmlns:a16="http://schemas.microsoft.com/office/drawing/2014/main" id="{A956C92F-5135-2E4B-BD33-9D30717914F7}"/>
                  </a:ext>
                </a:extLst>
              </p:cNvPr>
              <p:cNvCxnSpPr>
                <a:cxnSpLocks/>
              </p:cNvCxnSpPr>
              <p:nvPr/>
            </p:nvCxnSpPr>
            <p:spPr>
              <a:xfrm>
                <a:off x="9148912" y="42034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6FF1B149-BF64-8F42-8627-7E2F4D874C39}"/>
                  </a:ext>
                </a:extLst>
              </p:cNvPr>
              <p:cNvCxnSpPr>
                <a:cxnSpLocks/>
              </p:cNvCxnSpPr>
              <p:nvPr/>
            </p:nvCxnSpPr>
            <p:spPr>
              <a:xfrm>
                <a:off x="9149056" y="4359383"/>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83B19CF5-0989-F94C-955E-A239BDA3C215}"/>
                  </a:ext>
                </a:extLst>
              </p:cNvPr>
              <p:cNvCxnSpPr>
                <a:cxnSpLocks/>
              </p:cNvCxnSpPr>
              <p:nvPr/>
            </p:nvCxnSpPr>
            <p:spPr>
              <a:xfrm>
                <a:off x="9148002" y="45082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9654621E-7067-8F47-B252-2B63F3D058D5}"/>
                  </a:ext>
                </a:extLst>
              </p:cNvPr>
              <p:cNvCxnSpPr>
                <a:cxnSpLocks/>
              </p:cNvCxnSpPr>
              <p:nvPr/>
            </p:nvCxnSpPr>
            <p:spPr>
              <a:xfrm>
                <a:off x="9147547" y="4660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oup 950">
              <a:extLst>
                <a:ext uri="{FF2B5EF4-FFF2-40B4-BE49-F238E27FC236}">
                  <a16:creationId xmlns:a16="http://schemas.microsoft.com/office/drawing/2014/main" id="{ADCE8FFB-48AC-A247-94DA-E97A6CF52F37}"/>
                </a:ext>
              </a:extLst>
            </p:cNvPr>
            <p:cNvGrpSpPr>
              <a:grpSpLocks/>
            </p:cNvGrpSpPr>
            <p:nvPr/>
          </p:nvGrpSpPr>
          <p:grpSpPr bwMode="auto">
            <a:xfrm>
              <a:off x="8092577" y="4586506"/>
              <a:ext cx="214974" cy="403920"/>
              <a:chOff x="4140" y="429"/>
              <a:chExt cx="1425" cy="2396"/>
            </a:xfrm>
          </p:grpSpPr>
          <p:sp>
            <p:nvSpPr>
              <p:cNvPr id="273" name="Freeform 951">
                <a:extLst>
                  <a:ext uri="{FF2B5EF4-FFF2-40B4-BE49-F238E27FC236}">
                    <a16:creationId xmlns:a16="http://schemas.microsoft.com/office/drawing/2014/main" id="{E42D8558-0018-304D-8743-A408E048AA6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4" name="Rectangle 952">
                <a:extLst>
                  <a:ext uri="{FF2B5EF4-FFF2-40B4-BE49-F238E27FC236}">
                    <a16:creationId xmlns:a16="http://schemas.microsoft.com/office/drawing/2014/main" id="{A5481AA2-C4E5-F24F-8F6F-270F977B50F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5" name="Freeform 953">
                <a:extLst>
                  <a:ext uri="{FF2B5EF4-FFF2-40B4-BE49-F238E27FC236}">
                    <a16:creationId xmlns:a16="http://schemas.microsoft.com/office/drawing/2014/main" id="{1A11DC5E-B321-A443-AA66-5C1AE464D5E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6" name="Freeform 954">
                <a:extLst>
                  <a:ext uri="{FF2B5EF4-FFF2-40B4-BE49-F238E27FC236}">
                    <a16:creationId xmlns:a16="http://schemas.microsoft.com/office/drawing/2014/main" id="{4C925959-5577-B041-8E8B-55BC2695A40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7" name="Rectangle 955">
                <a:extLst>
                  <a:ext uri="{FF2B5EF4-FFF2-40B4-BE49-F238E27FC236}">
                    <a16:creationId xmlns:a16="http://schemas.microsoft.com/office/drawing/2014/main" id="{99ABFEED-2A79-474B-BB8A-253DCFE1F97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78" name="Group 956">
                <a:extLst>
                  <a:ext uri="{FF2B5EF4-FFF2-40B4-BE49-F238E27FC236}">
                    <a16:creationId xmlns:a16="http://schemas.microsoft.com/office/drawing/2014/main" id="{D64ED7CC-9D48-0642-B0EA-F94CFDA2B598}"/>
                  </a:ext>
                </a:extLst>
              </p:cNvPr>
              <p:cNvGrpSpPr>
                <a:grpSpLocks/>
              </p:cNvGrpSpPr>
              <p:nvPr/>
            </p:nvGrpSpPr>
            <p:grpSpPr bwMode="auto">
              <a:xfrm>
                <a:off x="4749" y="668"/>
                <a:ext cx="581" cy="145"/>
                <a:chOff x="614" y="2568"/>
                <a:chExt cx="725" cy="139"/>
              </a:xfrm>
            </p:grpSpPr>
            <p:sp>
              <p:nvSpPr>
                <p:cNvPr id="303" name="AutoShape 957">
                  <a:extLst>
                    <a:ext uri="{FF2B5EF4-FFF2-40B4-BE49-F238E27FC236}">
                      <a16:creationId xmlns:a16="http://schemas.microsoft.com/office/drawing/2014/main" id="{EE2E50B6-CD33-0E4A-8634-D6436A4DE8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4" name="AutoShape 958">
                  <a:extLst>
                    <a:ext uri="{FF2B5EF4-FFF2-40B4-BE49-F238E27FC236}">
                      <a16:creationId xmlns:a16="http://schemas.microsoft.com/office/drawing/2014/main" id="{A39EB1DE-A86D-B84E-837B-03A8DCCA197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79" name="Rectangle 959">
                <a:extLst>
                  <a:ext uri="{FF2B5EF4-FFF2-40B4-BE49-F238E27FC236}">
                    <a16:creationId xmlns:a16="http://schemas.microsoft.com/office/drawing/2014/main" id="{912A97F6-34BC-A145-A942-32F4C3B4CCE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0" name="Group 960">
                <a:extLst>
                  <a:ext uri="{FF2B5EF4-FFF2-40B4-BE49-F238E27FC236}">
                    <a16:creationId xmlns:a16="http://schemas.microsoft.com/office/drawing/2014/main" id="{719172CB-2296-AE46-8DDF-662D60AA9E2C}"/>
                  </a:ext>
                </a:extLst>
              </p:cNvPr>
              <p:cNvGrpSpPr>
                <a:grpSpLocks/>
              </p:cNvGrpSpPr>
              <p:nvPr/>
            </p:nvGrpSpPr>
            <p:grpSpPr bwMode="auto">
              <a:xfrm>
                <a:off x="4747" y="994"/>
                <a:ext cx="581" cy="134"/>
                <a:chOff x="614" y="2568"/>
                <a:chExt cx="725" cy="139"/>
              </a:xfrm>
            </p:grpSpPr>
            <p:sp>
              <p:nvSpPr>
                <p:cNvPr id="301" name="AutoShape 961">
                  <a:extLst>
                    <a:ext uri="{FF2B5EF4-FFF2-40B4-BE49-F238E27FC236}">
                      <a16:creationId xmlns:a16="http://schemas.microsoft.com/office/drawing/2014/main" id="{F26F830F-E545-794D-9966-AFEB8AC61857}"/>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2" name="AutoShape 962">
                  <a:extLst>
                    <a:ext uri="{FF2B5EF4-FFF2-40B4-BE49-F238E27FC236}">
                      <a16:creationId xmlns:a16="http://schemas.microsoft.com/office/drawing/2014/main" id="{733BD37F-9011-894C-B338-12B9E6EE327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1" name="Rectangle 963">
                <a:extLst>
                  <a:ext uri="{FF2B5EF4-FFF2-40B4-BE49-F238E27FC236}">
                    <a16:creationId xmlns:a16="http://schemas.microsoft.com/office/drawing/2014/main" id="{BC3624F8-731F-2A4A-9CD2-515331E47A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2" name="Rectangle 964">
                <a:extLst>
                  <a:ext uri="{FF2B5EF4-FFF2-40B4-BE49-F238E27FC236}">
                    <a16:creationId xmlns:a16="http://schemas.microsoft.com/office/drawing/2014/main" id="{6D69FCA9-8C8D-8A45-AA9B-90C623FACB3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3" name="Group 965">
                <a:extLst>
                  <a:ext uri="{FF2B5EF4-FFF2-40B4-BE49-F238E27FC236}">
                    <a16:creationId xmlns:a16="http://schemas.microsoft.com/office/drawing/2014/main" id="{3513873E-986C-BC4E-91CA-017DAF9419F1}"/>
                  </a:ext>
                </a:extLst>
              </p:cNvPr>
              <p:cNvGrpSpPr>
                <a:grpSpLocks/>
              </p:cNvGrpSpPr>
              <p:nvPr/>
            </p:nvGrpSpPr>
            <p:grpSpPr bwMode="auto">
              <a:xfrm>
                <a:off x="4735" y="1627"/>
                <a:ext cx="582" cy="151"/>
                <a:chOff x="614" y="2568"/>
                <a:chExt cx="725" cy="139"/>
              </a:xfrm>
            </p:grpSpPr>
            <p:sp>
              <p:nvSpPr>
                <p:cNvPr id="299" name="AutoShape 966">
                  <a:extLst>
                    <a:ext uri="{FF2B5EF4-FFF2-40B4-BE49-F238E27FC236}">
                      <a16:creationId xmlns:a16="http://schemas.microsoft.com/office/drawing/2014/main" id="{EC24B8B4-CA68-8344-AA14-6C6F972E7D4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AutoShape 967">
                  <a:extLst>
                    <a:ext uri="{FF2B5EF4-FFF2-40B4-BE49-F238E27FC236}">
                      <a16:creationId xmlns:a16="http://schemas.microsoft.com/office/drawing/2014/main" id="{8B3BE79F-68F1-3F44-9231-F9F906C6E4B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4" name="Freeform 968">
                <a:extLst>
                  <a:ext uri="{FF2B5EF4-FFF2-40B4-BE49-F238E27FC236}">
                    <a16:creationId xmlns:a16="http://schemas.microsoft.com/office/drawing/2014/main" id="{83591A80-6143-F24F-89E1-1ECAB80BF29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85" name="Group 969">
                <a:extLst>
                  <a:ext uri="{FF2B5EF4-FFF2-40B4-BE49-F238E27FC236}">
                    <a16:creationId xmlns:a16="http://schemas.microsoft.com/office/drawing/2014/main" id="{B5FBE38A-FE06-6C42-944E-A9E5C30300AE}"/>
                  </a:ext>
                </a:extLst>
              </p:cNvPr>
              <p:cNvGrpSpPr>
                <a:grpSpLocks/>
              </p:cNvGrpSpPr>
              <p:nvPr/>
            </p:nvGrpSpPr>
            <p:grpSpPr bwMode="auto">
              <a:xfrm>
                <a:off x="4739" y="1327"/>
                <a:ext cx="582" cy="139"/>
                <a:chOff x="614" y="2568"/>
                <a:chExt cx="725" cy="139"/>
              </a:xfrm>
            </p:grpSpPr>
            <p:sp>
              <p:nvSpPr>
                <p:cNvPr id="297" name="AutoShape 970">
                  <a:extLst>
                    <a:ext uri="{FF2B5EF4-FFF2-40B4-BE49-F238E27FC236}">
                      <a16:creationId xmlns:a16="http://schemas.microsoft.com/office/drawing/2014/main" id="{1E24432D-6B84-ED48-B869-6CE146BFA1A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8" name="AutoShape 971">
                  <a:extLst>
                    <a:ext uri="{FF2B5EF4-FFF2-40B4-BE49-F238E27FC236}">
                      <a16:creationId xmlns:a16="http://schemas.microsoft.com/office/drawing/2014/main" id="{F45105A9-AF1C-1047-B21B-17C9805A731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6" name="Rectangle 972">
                <a:extLst>
                  <a:ext uri="{FF2B5EF4-FFF2-40B4-BE49-F238E27FC236}">
                    <a16:creationId xmlns:a16="http://schemas.microsoft.com/office/drawing/2014/main" id="{9209AAA4-4374-BD47-BA24-EBF48636A13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7" name="Freeform 973">
                <a:extLst>
                  <a:ext uri="{FF2B5EF4-FFF2-40B4-BE49-F238E27FC236}">
                    <a16:creationId xmlns:a16="http://schemas.microsoft.com/office/drawing/2014/main" id="{1CCACCC9-2578-3E47-90AE-1AA6FAC30C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 name="Freeform 974">
                <a:extLst>
                  <a:ext uri="{FF2B5EF4-FFF2-40B4-BE49-F238E27FC236}">
                    <a16:creationId xmlns:a16="http://schemas.microsoft.com/office/drawing/2014/main" id="{23A2A515-9B1E-814E-A969-1AC8E47291D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9" name="Oval 975">
                <a:extLst>
                  <a:ext uri="{FF2B5EF4-FFF2-40B4-BE49-F238E27FC236}">
                    <a16:creationId xmlns:a16="http://schemas.microsoft.com/office/drawing/2014/main" id="{B4E26F38-B0D5-4846-927B-F4E1BE5D9C8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Freeform 976">
                <a:extLst>
                  <a:ext uri="{FF2B5EF4-FFF2-40B4-BE49-F238E27FC236}">
                    <a16:creationId xmlns:a16="http://schemas.microsoft.com/office/drawing/2014/main" id="{EF0D2CE2-10D6-A04B-8689-BFDC9D05EB5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 name="AutoShape 977">
                <a:extLst>
                  <a:ext uri="{FF2B5EF4-FFF2-40B4-BE49-F238E27FC236}">
                    <a16:creationId xmlns:a16="http://schemas.microsoft.com/office/drawing/2014/main" id="{2FDA9BFA-C2F8-B849-B8F8-72DE54BA0E9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2" name="AutoShape 978">
                <a:extLst>
                  <a:ext uri="{FF2B5EF4-FFF2-40B4-BE49-F238E27FC236}">
                    <a16:creationId xmlns:a16="http://schemas.microsoft.com/office/drawing/2014/main" id="{045E9E80-EB25-6B49-81EA-8D4AF5BE026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Oval 979">
                <a:extLst>
                  <a:ext uri="{FF2B5EF4-FFF2-40B4-BE49-F238E27FC236}">
                    <a16:creationId xmlns:a16="http://schemas.microsoft.com/office/drawing/2014/main" id="{FDAFC9B0-EADC-B54F-8296-A77F233D0BF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4" name="Oval 980">
                <a:extLst>
                  <a:ext uri="{FF2B5EF4-FFF2-40B4-BE49-F238E27FC236}">
                    <a16:creationId xmlns:a16="http://schemas.microsoft.com/office/drawing/2014/main" id="{E7DC474C-E3E8-2E4A-AA3C-21A4743ED9C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5" name="Oval 981">
                <a:extLst>
                  <a:ext uri="{FF2B5EF4-FFF2-40B4-BE49-F238E27FC236}">
                    <a16:creationId xmlns:a16="http://schemas.microsoft.com/office/drawing/2014/main" id="{A70F2780-C04C-3A4B-9844-AAF088AE3F30}"/>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6" name="Rectangle 982">
                <a:extLst>
                  <a:ext uri="{FF2B5EF4-FFF2-40B4-BE49-F238E27FC236}">
                    <a16:creationId xmlns:a16="http://schemas.microsoft.com/office/drawing/2014/main" id="{40F65087-B8FB-A343-B04A-A75C9D2437F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cxnSp>
          <p:nvCxnSpPr>
            <p:cNvPr id="184" name="Straight Connector 183">
              <a:extLst>
                <a:ext uri="{FF2B5EF4-FFF2-40B4-BE49-F238E27FC236}">
                  <a16:creationId xmlns:a16="http://schemas.microsoft.com/office/drawing/2014/main" id="{A68F2A97-53ED-4644-8667-E34068A47381}"/>
                </a:ext>
              </a:extLst>
            </p:cNvPr>
            <p:cNvCxnSpPr>
              <a:cxnSpLocks/>
              <a:endCxn id="292" idx="0"/>
            </p:cNvCxnSpPr>
            <p:nvPr/>
          </p:nvCxnSpPr>
          <p:spPr>
            <a:xfrm flipV="1">
              <a:off x="8100093" y="4971714"/>
              <a:ext cx="83452" cy="947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 name="Group 184">
              <a:extLst>
                <a:ext uri="{FF2B5EF4-FFF2-40B4-BE49-F238E27FC236}">
                  <a16:creationId xmlns:a16="http://schemas.microsoft.com/office/drawing/2014/main" id="{4B5F4588-213C-C94F-8C14-677AFE84F1C7}"/>
                </a:ext>
              </a:extLst>
            </p:cNvPr>
            <p:cNvGrpSpPr/>
            <p:nvPr/>
          </p:nvGrpSpPr>
          <p:grpSpPr>
            <a:xfrm>
              <a:off x="2821259" y="4737483"/>
              <a:ext cx="806605" cy="606348"/>
              <a:chOff x="2821259" y="5835340"/>
              <a:chExt cx="806605" cy="606348"/>
            </a:xfrm>
          </p:grpSpPr>
          <p:sp>
            <p:nvSpPr>
              <p:cNvPr id="267" name="Freeform 917">
                <a:extLst>
                  <a:ext uri="{FF2B5EF4-FFF2-40B4-BE49-F238E27FC236}">
                    <a16:creationId xmlns:a16="http://schemas.microsoft.com/office/drawing/2014/main" id="{B764682A-3AA5-1D4E-B691-5DC39843DAFE}"/>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Rectangle 228">
                <a:extLst>
                  <a:ext uri="{FF2B5EF4-FFF2-40B4-BE49-F238E27FC236}">
                    <a16:creationId xmlns:a16="http://schemas.microsoft.com/office/drawing/2014/main" id="{51D97249-266E-4043-8BB1-94F06B08D70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9">
                <a:extLst>
                  <a:ext uri="{FF2B5EF4-FFF2-40B4-BE49-F238E27FC236}">
                    <a16:creationId xmlns:a16="http://schemas.microsoft.com/office/drawing/2014/main" id="{034154E8-FDCA-DE4A-8C6E-02FF71E5C8E4}"/>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0" name="Text Box 230">
                <a:extLst>
                  <a:ext uri="{FF2B5EF4-FFF2-40B4-BE49-F238E27FC236}">
                    <a16:creationId xmlns:a16="http://schemas.microsoft.com/office/drawing/2014/main" id="{36907024-CC80-CE4E-B6A0-EFE359A032B8}"/>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71" name="Straight Connector 270">
                <a:extLst>
                  <a:ext uri="{FF2B5EF4-FFF2-40B4-BE49-F238E27FC236}">
                    <a16:creationId xmlns:a16="http://schemas.microsoft.com/office/drawing/2014/main" id="{4613D6EB-D4E9-424E-A69A-FB82E1B91572}"/>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D8F9EE96-C887-784C-9AE9-38B2B088162F}"/>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CFF5EEA1-43D2-B149-AFD5-5B31A226C1B7}"/>
                </a:ext>
              </a:extLst>
            </p:cNvPr>
            <p:cNvGrpSpPr/>
            <p:nvPr/>
          </p:nvGrpSpPr>
          <p:grpSpPr>
            <a:xfrm>
              <a:off x="3977268" y="4735086"/>
              <a:ext cx="806605" cy="606348"/>
              <a:chOff x="2821259" y="5835340"/>
              <a:chExt cx="806605" cy="606348"/>
            </a:xfrm>
          </p:grpSpPr>
          <p:sp>
            <p:nvSpPr>
              <p:cNvPr id="261" name="Freeform 917">
                <a:extLst>
                  <a:ext uri="{FF2B5EF4-FFF2-40B4-BE49-F238E27FC236}">
                    <a16:creationId xmlns:a16="http://schemas.microsoft.com/office/drawing/2014/main" id="{64717B15-CB87-C245-AF48-05330AD181B9}"/>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Rectangle 228">
                <a:extLst>
                  <a:ext uri="{FF2B5EF4-FFF2-40B4-BE49-F238E27FC236}">
                    <a16:creationId xmlns:a16="http://schemas.microsoft.com/office/drawing/2014/main" id="{6C624000-C7E9-CE41-8A1A-DB1EFD50626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229">
                <a:extLst>
                  <a:ext uri="{FF2B5EF4-FFF2-40B4-BE49-F238E27FC236}">
                    <a16:creationId xmlns:a16="http://schemas.microsoft.com/office/drawing/2014/main" id="{9ED9C213-766E-BE49-918C-1AA1C9EC61B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4" name="Text Box 230">
                <a:extLst>
                  <a:ext uri="{FF2B5EF4-FFF2-40B4-BE49-F238E27FC236}">
                    <a16:creationId xmlns:a16="http://schemas.microsoft.com/office/drawing/2014/main" id="{3F56AB16-C75F-2C4F-BDF7-AAE5E7C80D9B}"/>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5F5AFEDE-F171-0643-9B6D-50815D13045C}"/>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4A816774-61A0-754D-BA44-CE8EC96F7624}"/>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EAF9242A-B328-EE47-9A33-43BB29D411CB}"/>
                </a:ext>
              </a:extLst>
            </p:cNvPr>
            <p:cNvGrpSpPr/>
            <p:nvPr/>
          </p:nvGrpSpPr>
          <p:grpSpPr>
            <a:xfrm>
              <a:off x="4943707" y="4739525"/>
              <a:ext cx="806605" cy="606348"/>
              <a:chOff x="2821259" y="5835340"/>
              <a:chExt cx="806605" cy="606348"/>
            </a:xfrm>
          </p:grpSpPr>
          <p:sp>
            <p:nvSpPr>
              <p:cNvPr id="255" name="Freeform 917">
                <a:extLst>
                  <a:ext uri="{FF2B5EF4-FFF2-40B4-BE49-F238E27FC236}">
                    <a16:creationId xmlns:a16="http://schemas.microsoft.com/office/drawing/2014/main" id="{37C0BC83-9973-DF49-9DA5-14FC5B0D03A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Rectangle 228">
                <a:extLst>
                  <a:ext uri="{FF2B5EF4-FFF2-40B4-BE49-F238E27FC236}">
                    <a16:creationId xmlns:a16="http://schemas.microsoft.com/office/drawing/2014/main" id="{F3143E49-3D27-0549-AFA8-18A5F1FC0162}"/>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7" name="Rectangle 229">
                <a:extLst>
                  <a:ext uri="{FF2B5EF4-FFF2-40B4-BE49-F238E27FC236}">
                    <a16:creationId xmlns:a16="http://schemas.microsoft.com/office/drawing/2014/main" id="{67660D2A-AF18-804D-8AF0-B8D31459106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8" name="Text Box 230">
                <a:extLst>
                  <a:ext uri="{FF2B5EF4-FFF2-40B4-BE49-F238E27FC236}">
                    <a16:creationId xmlns:a16="http://schemas.microsoft.com/office/drawing/2014/main" id="{093E2618-F599-184C-B8BA-F69A4680EC99}"/>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9" name="Straight Connector 258">
                <a:extLst>
                  <a:ext uri="{FF2B5EF4-FFF2-40B4-BE49-F238E27FC236}">
                    <a16:creationId xmlns:a16="http://schemas.microsoft.com/office/drawing/2014/main" id="{5C429730-98A3-1D49-BD12-69ADD9BCE095}"/>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671EA39C-48EB-C040-9633-C7C7753B493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8CC51732-4596-884E-B48D-683619FA038A}"/>
                </a:ext>
              </a:extLst>
            </p:cNvPr>
            <p:cNvGrpSpPr/>
            <p:nvPr/>
          </p:nvGrpSpPr>
          <p:grpSpPr>
            <a:xfrm>
              <a:off x="5820935" y="4737036"/>
              <a:ext cx="806605" cy="606348"/>
              <a:chOff x="2821259" y="5835340"/>
              <a:chExt cx="806605" cy="606348"/>
            </a:xfrm>
          </p:grpSpPr>
          <p:sp>
            <p:nvSpPr>
              <p:cNvPr id="249" name="Freeform 917">
                <a:extLst>
                  <a:ext uri="{FF2B5EF4-FFF2-40B4-BE49-F238E27FC236}">
                    <a16:creationId xmlns:a16="http://schemas.microsoft.com/office/drawing/2014/main" id="{1BDC53EC-CD23-9C49-BA90-499F7B53938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0" name="Rectangle 228">
                <a:extLst>
                  <a:ext uri="{FF2B5EF4-FFF2-40B4-BE49-F238E27FC236}">
                    <a16:creationId xmlns:a16="http://schemas.microsoft.com/office/drawing/2014/main" id="{31FA9EC0-217E-E343-96E6-050AED45D9C7}"/>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1" name="Rectangle 229">
                <a:extLst>
                  <a:ext uri="{FF2B5EF4-FFF2-40B4-BE49-F238E27FC236}">
                    <a16:creationId xmlns:a16="http://schemas.microsoft.com/office/drawing/2014/main" id="{A367E120-169C-5848-8087-00036A200E87}"/>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2" name="Text Box 230">
                <a:extLst>
                  <a:ext uri="{FF2B5EF4-FFF2-40B4-BE49-F238E27FC236}">
                    <a16:creationId xmlns:a16="http://schemas.microsoft.com/office/drawing/2014/main" id="{42B62DD1-8F50-9A4D-910E-CEA418C5EFC2}"/>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3" name="Straight Connector 252">
                <a:extLst>
                  <a:ext uri="{FF2B5EF4-FFF2-40B4-BE49-F238E27FC236}">
                    <a16:creationId xmlns:a16="http://schemas.microsoft.com/office/drawing/2014/main" id="{5FEF59E2-3F0D-1D48-8384-4342035A64A3}"/>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F41F2A69-0FF7-3B45-8037-E745CD14790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325F7FD2-1415-1E45-BC9F-017E143FDCAE}"/>
                </a:ext>
              </a:extLst>
            </p:cNvPr>
            <p:cNvGrpSpPr/>
            <p:nvPr/>
          </p:nvGrpSpPr>
          <p:grpSpPr>
            <a:xfrm>
              <a:off x="6790401" y="4730432"/>
              <a:ext cx="677628" cy="553998"/>
              <a:chOff x="6839228" y="4734871"/>
              <a:chExt cx="677628" cy="553998"/>
            </a:xfrm>
          </p:grpSpPr>
          <p:sp>
            <p:nvSpPr>
              <p:cNvPr id="244" name="Rectangle 228">
                <a:extLst>
                  <a:ext uri="{FF2B5EF4-FFF2-40B4-BE49-F238E27FC236}">
                    <a16:creationId xmlns:a16="http://schemas.microsoft.com/office/drawing/2014/main" id="{516D5E76-396E-6745-9934-ED5C6EA9C1EA}"/>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5" name="Rectangle 229">
                <a:extLst>
                  <a:ext uri="{FF2B5EF4-FFF2-40B4-BE49-F238E27FC236}">
                    <a16:creationId xmlns:a16="http://schemas.microsoft.com/office/drawing/2014/main" id="{B0EBB699-C5EF-0F4C-BA19-EF3DF9F487FA}"/>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6" name="Text Box 230">
                <a:extLst>
                  <a:ext uri="{FF2B5EF4-FFF2-40B4-BE49-F238E27FC236}">
                    <a16:creationId xmlns:a16="http://schemas.microsoft.com/office/drawing/2014/main" id="{A1CF5352-F438-134C-A5EC-A7B85D71985D}"/>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47" name="Straight Connector 246">
                <a:extLst>
                  <a:ext uri="{FF2B5EF4-FFF2-40B4-BE49-F238E27FC236}">
                    <a16:creationId xmlns:a16="http://schemas.microsoft.com/office/drawing/2014/main" id="{1E968705-D3B1-EA4E-B227-5439882F601C}"/>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D847FF4D-7BAD-684B-B6D2-E35839F8BC63}"/>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7B47E73F-C1CC-0D48-BDCD-617A69AA93EF}"/>
                </a:ext>
              </a:extLst>
            </p:cNvPr>
            <p:cNvGrpSpPr/>
            <p:nvPr/>
          </p:nvGrpSpPr>
          <p:grpSpPr>
            <a:xfrm>
              <a:off x="3865017" y="5237488"/>
              <a:ext cx="397110" cy="220011"/>
              <a:chOff x="7493876" y="2774731"/>
              <a:chExt cx="1481958" cy="894622"/>
            </a:xfrm>
          </p:grpSpPr>
          <p:sp>
            <p:nvSpPr>
              <p:cNvPr id="237" name="Freeform 236">
                <a:extLst>
                  <a:ext uri="{FF2B5EF4-FFF2-40B4-BE49-F238E27FC236}">
                    <a16:creationId xmlns:a16="http://schemas.microsoft.com/office/drawing/2014/main" id="{211CC74A-2F0A-8F4A-A837-B371503378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332E835D-74BC-F641-96E3-D399C6C13E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5AADA49B-4A19-3641-B864-1A653AB8C7C2}"/>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1EAFE1B6-7C43-8748-BA76-0EB8448517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5AAF0190-D279-3A43-B331-566E659906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5C659658-5E09-FB4A-80F2-7273BC8F8E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DC66C17F-BDE5-BA4B-939C-1F490B46C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E35335F5-A6C7-744C-BD9B-E65FACFE7619}"/>
                </a:ext>
              </a:extLst>
            </p:cNvPr>
            <p:cNvGrpSpPr/>
            <p:nvPr/>
          </p:nvGrpSpPr>
          <p:grpSpPr>
            <a:xfrm>
              <a:off x="4829352" y="5236839"/>
              <a:ext cx="397110" cy="220011"/>
              <a:chOff x="7493876" y="2774731"/>
              <a:chExt cx="1481958" cy="894622"/>
            </a:xfrm>
          </p:grpSpPr>
          <p:sp>
            <p:nvSpPr>
              <p:cNvPr id="230" name="Freeform 229">
                <a:extLst>
                  <a:ext uri="{FF2B5EF4-FFF2-40B4-BE49-F238E27FC236}">
                    <a16:creationId xmlns:a16="http://schemas.microsoft.com/office/drawing/2014/main" id="{7CEE1BC5-7836-CF47-9A33-692714596D8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3119605C-1843-4C44-8FFD-5F3023CA35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2" name="Group 231">
                <a:extLst>
                  <a:ext uri="{FF2B5EF4-FFF2-40B4-BE49-F238E27FC236}">
                    <a16:creationId xmlns:a16="http://schemas.microsoft.com/office/drawing/2014/main" id="{A351B8F4-7F21-A044-B54B-44F334944734}"/>
                  </a:ext>
                </a:extLst>
              </p:cNvPr>
              <p:cNvGrpSpPr/>
              <p:nvPr/>
            </p:nvGrpSpPr>
            <p:grpSpPr>
              <a:xfrm>
                <a:off x="7713663" y="2848339"/>
                <a:ext cx="1042107" cy="425543"/>
                <a:chOff x="7786941" y="2884917"/>
                <a:chExt cx="897649" cy="353919"/>
              </a:xfrm>
            </p:grpSpPr>
            <p:sp>
              <p:nvSpPr>
                <p:cNvPr id="233" name="Freeform 232">
                  <a:extLst>
                    <a:ext uri="{FF2B5EF4-FFF2-40B4-BE49-F238E27FC236}">
                      <a16:creationId xmlns:a16="http://schemas.microsoft.com/office/drawing/2014/main" id="{FD2C1B9F-5709-9349-B381-88BCE4458D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5F56C2EE-9F56-0E43-85BC-BDC2DA11FB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E40C02B1-7692-AA47-8B3D-FB97BE7E99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52B9ED7E-BE28-E445-8235-0E9AF6D00F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2" name="Group 191">
              <a:extLst>
                <a:ext uri="{FF2B5EF4-FFF2-40B4-BE49-F238E27FC236}">
                  <a16:creationId xmlns:a16="http://schemas.microsoft.com/office/drawing/2014/main" id="{9AE00E1F-EE6D-264A-B9C1-BD457F3DD492}"/>
                </a:ext>
              </a:extLst>
            </p:cNvPr>
            <p:cNvGrpSpPr/>
            <p:nvPr/>
          </p:nvGrpSpPr>
          <p:grpSpPr>
            <a:xfrm>
              <a:off x="5769528" y="5235642"/>
              <a:ext cx="397110" cy="220011"/>
              <a:chOff x="7493876" y="2774731"/>
              <a:chExt cx="1481958" cy="894622"/>
            </a:xfrm>
          </p:grpSpPr>
          <p:sp>
            <p:nvSpPr>
              <p:cNvPr id="223" name="Freeform 222">
                <a:extLst>
                  <a:ext uri="{FF2B5EF4-FFF2-40B4-BE49-F238E27FC236}">
                    <a16:creationId xmlns:a16="http://schemas.microsoft.com/office/drawing/2014/main" id="{54063276-461E-404D-AC8E-72640BF84D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9254DBCC-415E-2F47-90D4-44DEBFE7A5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28AAAA17-1378-6948-A519-70F3529E749D}"/>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6A31F0C4-588F-1348-B199-1F9212EC52E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83CD6058-31A3-0A47-BB74-7929F8C5F8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EF32C054-45A1-5646-A614-C6D5B9B28EB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06759D8-1A82-4946-B25E-6F716F100C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9C194BCA-7035-EA43-871B-B5AE242934B6}"/>
                </a:ext>
              </a:extLst>
            </p:cNvPr>
            <p:cNvGrpSpPr/>
            <p:nvPr/>
          </p:nvGrpSpPr>
          <p:grpSpPr>
            <a:xfrm>
              <a:off x="7234028" y="5229057"/>
              <a:ext cx="397110" cy="220011"/>
              <a:chOff x="7493876" y="2774731"/>
              <a:chExt cx="1481958" cy="894622"/>
            </a:xfrm>
          </p:grpSpPr>
          <p:sp>
            <p:nvSpPr>
              <p:cNvPr id="216" name="Freeform 215">
                <a:extLst>
                  <a:ext uri="{FF2B5EF4-FFF2-40B4-BE49-F238E27FC236}">
                    <a16:creationId xmlns:a16="http://schemas.microsoft.com/office/drawing/2014/main" id="{093D83B0-E89A-CE44-892A-6B9B3407988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7" name="Oval 216">
                <a:extLst>
                  <a:ext uri="{FF2B5EF4-FFF2-40B4-BE49-F238E27FC236}">
                    <a16:creationId xmlns:a16="http://schemas.microsoft.com/office/drawing/2014/main" id="{1FEC18A7-61F5-B14D-A11A-ED71003527D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8" name="Group 217">
                <a:extLst>
                  <a:ext uri="{FF2B5EF4-FFF2-40B4-BE49-F238E27FC236}">
                    <a16:creationId xmlns:a16="http://schemas.microsoft.com/office/drawing/2014/main" id="{EE98A004-4FED-7044-BBED-D0B4871F1AF0}"/>
                  </a:ext>
                </a:extLst>
              </p:cNvPr>
              <p:cNvGrpSpPr/>
              <p:nvPr/>
            </p:nvGrpSpPr>
            <p:grpSpPr>
              <a:xfrm>
                <a:off x="7713663" y="2848339"/>
                <a:ext cx="1042107" cy="425543"/>
                <a:chOff x="7786941" y="2884917"/>
                <a:chExt cx="897649" cy="353919"/>
              </a:xfrm>
            </p:grpSpPr>
            <p:sp>
              <p:nvSpPr>
                <p:cNvPr id="219" name="Freeform 218">
                  <a:extLst>
                    <a:ext uri="{FF2B5EF4-FFF2-40B4-BE49-F238E27FC236}">
                      <a16:creationId xmlns:a16="http://schemas.microsoft.com/office/drawing/2014/main" id="{192E3201-0AE4-0B44-A0C7-C46AEE11DB3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F35C14B-75A9-D74A-B13C-96B61BF5508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E4E959AD-8C29-0D43-8C44-DC4B42E305E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73B93A5E-3E34-2D4F-9422-68A51EE64F4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4" name="Group 193">
              <a:extLst>
                <a:ext uri="{FF2B5EF4-FFF2-40B4-BE49-F238E27FC236}">
                  <a16:creationId xmlns:a16="http://schemas.microsoft.com/office/drawing/2014/main" id="{72905ED3-D5C1-9849-9D3A-F770020482FE}"/>
                </a:ext>
              </a:extLst>
            </p:cNvPr>
            <p:cNvGrpSpPr/>
            <p:nvPr/>
          </p:nvGrpSpPr>
          <p:grpSpPr>
            <a:xfrm>
              <a:off x="7453267" y="4541042"/>
              <a:ext cx="677628" cy="553998"/>
              <a:chOff x="6839228" y="4734871"/>
              <a:chExt cx="677628" cy="553998"/>
            </a:xfrm>
          </p:grpSpPr>
          <p:sp>
            <p:nvSpPr>
              <p:cNvPr id="211" name="Rectangle 228">
                <a:extLst>
                  <a:ext uri="{FF2B5EF4-FFF2-40B4-BE49-F238E27FC236}">
                    <a16:creationId xmlns:a16="http://schemas.microsoft.com/office/drawing/2014/main" id="{E7DB7CE2-F2E5-D74B-8007-C42BE5DFD159}"/>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2" name="Rectangle 229">
                <a:extLst>
                  <a:ext uri="{FF2B5EF4-FFF2-40B4-BE49-F238E27FC236}">
                    <a16:creationId xmlns:a16="http://schemas.microsoft.com/office/drawing/2014/main" id="{D4B96AE2-EC84-DA4D-AAAC-EB43B8706BB6}"/>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3" name="Text Box 230">
                <a:extLst>
                  <a:ext uri="{FF2B5EF4-FFF2-40B4-BE49-F238E27FC236}">
                    <a16:creationId xmlns:a16="http://schemas.microsoft.com/office/drawing/2014/main" id="{2D7C9639-973E-A844-930B-404B7073ECE5}"/>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14" name="Straight Connector 213">
                <a:extLst>
                  <a:ext uri="{FF2B5EF4-FFF2-40B4-BE49-F238E27FC236}">
                    <a16:creationId xmlns:a16="http://schemas.microsoft.com/office/drawing/2014/main" id="{E136C74C-C727-0243-8521-52624BBC9774}"/>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E0CB333D-27B6-F547-88FC-2BD920730EFC}"/>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E06498E1-B950-544C-9E60-48AC6B61AA1A}"/>
                </a:ext>
              </a:extLst>
            </p:cNvPr>
            <p:cNvGrpSpPr/>
            <p:nvPr/>
          </p:nvGrpSpPr>
          <p:grpSpPr>
            <a:xfrm>
              <a:off x="7804288" y="5036846"/>
              <a:ext cx="397110" cy="220011"/>
              <a:chOff x="7493876" y="2774731"/>
              <a:chExt cx="1481958" cy="894622"/>
            </a:xfrm>
          </p:grpSpPr>
          <p:sp>
            <p:nvSpPr>
              <p:cNvPr id="204" name="Freeform 203">
                <a:extLst>
                  <a:ext uri="{FF2B5EF4-FFF2-40B4-BE49-F238E27FC236}">
                    <a16:creationId xmlns:a16="http://schemas.microsoft.com/office/drawing/2014/main" id="{EDBFC48D-02D7-E040-B10E-7ECF053B95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5" name="Oval 204">
                <a:extLst>
                  <a:ext uri="{FF2B5EF4-FFF2-40B4-BE49-F238E27FC236}">
                    <a16:creationId xmlns:a16="http://schemas.microsoft.com/office/drawing/2014/main" id="{310CE42E-2AF9-804E-8587-6E22C056C1D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6" name="Group 205">
                <a:extLst>
                  <a:ext uri="{FF2B5EF4-FFF2-40B4-BE49-F238E27FC236}">
                    <a16:creationId xmlns:a16="http://schemas.microsoft.com/office/drawing/2014/main" id="{42CB4953-F813-884E-BDB6-6247631D0C5B}"/>
                  </a:ext>
                </a:extLst>
              </p:cNvPr>
              <p:cNvGrpSpPr/>
              <p:nvPr/>
            </p:nvGrpSpPr>
            <p:grpSpPr>
              <a:xfrm>
                <a:off x="7713663" y="2848339"/>
                <a:ext cx="1042107" cy="425543"/>
                <a:chOff x="7786941" y="2884917"/>
                <a:chExt cx="897649" cy="353919"/>
              </a:xfrm>
            </p:grpSpPr>
            <p:sp>
              <p:nvSpPr>
                <p:cNvPr id="207" name="Freeform 206">
                  <a:extLst>
                    <a:ext uri="{FF2B5EF4-FFF2-40B4-BE49-F238E27FC236}">
                      <a16:creationId xmlns:a16="http://schemas.microsoft.com/office/drawing/2014/main" id="{98468EF8-265D-0C4B-84D7-A5A7D41BF87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67FE7E2D-4448-6F41-9A66-623E3FC3A9C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9CEECD53-DC61-CD42-A946-B98C82B443B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0" name="Freeform 209">
                  <a:extLst>
                    <a:ext uri="{FF2B5EF4-FFF2-40B4-BE49-F238E27FC236}">
                      <a16:creationId xmlns:a16="http://schemas.microsoft.com/office/drawing/2014/main" id="{496E89FF-193E-EE4B-9B09-4478599C5EF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196" name="Straight Arrow Connector 195">
              <a:extLst>
                <a:ext uri="{FF2B5EF4-FFF2-40B4-BE49-F238E27FC236}">
                  <a16:creationId xmlns:a16="http://schemas.microsoft.com/office/drawing/2014/main" id="{0D779301-6B6D-0744-B571-8DBD83D3A5E9}"/>
                </a:ext>
              </a:extLst>
            </p:cNvPr>
            <p:cNvCxnSpPr>
              <a:cxnSpLocks/>
            </p:cNvCxnSpPr>
            <p:nvPr/>
          </p:nvCxnSpPr>
          <p:spPr>
            <a:xfrm>
              <a:off x="3569596" y="4866525"/>
              <a:ext cx="589045"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7" name="Straight Arrow Connector 196">
              <a:extLst>
                <a:ext uri="{FF2B5EF4-FFF2-40B4-BE49-F238E27FC236}">
                  <a16:creationId xmlns:a16="http://schemas.microsoft.com/office/drawing/2014/main" id="{800BFBAC-C111-494F-A288-9E059AE3BD7D}"/>
                </a:ext>
              </a:extLst>
            </p:cNvPr>
            <p:cNvCxnSpPr>
              <a:cxnSpLocks/>
            </p:cNvCxnSpPr>
            <p:nvPr/>
          </p:nvCxnSpPr>
          <p:spPr>
            <a:xfrm>
              <a:off x="4699026" y="4876800"/>
              <a:ext cx="432470"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8" name="Straight Arrow Connector 197">
              <a:extLst>
                <a:ext uri="{FF2B5EF4-FFF2-40B4-BE49-F238E27FC236}">
                  <a16:creationId xmlns:a16="http://schemas.microsoft.com/office/drawing/2014/main" id="{5C95E605-E2E4-3340-B4FF-14CBE2D0994E}"/>
                </a:ext>
              </a:extLst>
            </p:cNvPr>
            <p:cNvCxnSpPr>
              <a:cxnSpLocks/>
            </p:cNvCxnSpPr>
            <p:nvPr/>
          </p:nvCxnSpPr>
          <p:spPr>
            <a:xfrm>
              <a:off x="5665618" y="4878724"/>
              <a:ext cx="359401"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9" name="Straight Arrow Connector 198">
              <a:extLst>
                <a:ext uri="{FF2B5EF4-FFF2-40B4-BE49-F238E27FC236}">
                  <a16:creationId xmlns:a16="http://schemas.microsoft.com/office/drawing/2014/main" id="{E02A736D-D983-6D42-A9C3-9AAECC8D851C}"/>
                </a:ext>
              </a:extLst>
            </p:cNvPr>
            <p:cNvCxnSpPr>
              <a:cxnSpLocks/>
            </p:cNvCxnSpPr>
            <p:nvPr/>
          </p:nvCxnSpPr>
          <p:spPr>
            <a:xfrm>
              <a:off x="6548703" y="4872297"/>
              <a:ext cx="307209" cy="450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0" name="Straight Arrow Connector 199">
              <a:extLst>
                <a:ext uri="{FF2B5EF4-FFF2-40B4-BE49-F238E27FC236}">
                  <a16:creationId xmlns:a16="http://schemas.microsoft.com/office/drawing/2014/main" id="{AD0E6F61-4C01-8744-9151-D5391579E7DC}"/>
                </a:ext>
              </a:extLst>
            </p:cNvPr>
            <p:cNvCxnSpPr>
              <a:cxnSpLocks/>
            </p:cNvCxnSpPr>
            <p:nvPr/>
          </p:nvCxnSpPr>
          <p:spPr>
            <a:xfrm flipV="1">
              <a:off x="7390356" y="4659682"/>
              <a:ext cx="133611" cy="263048"/>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1" name="Straight Arrow Connector 200">
              <a:extLst>
                <a:ext uri="{FF2B5EF4-FFF2-40B4-BE49-F238E27FC236}">
                  <a16:creationId xmlns:a16="http://schemas.microsoft.com/office/drawing/2014/main" id="{2DE95658-E76E-D84B-B825-19AC58CF5A5B}"/>
                </a:ext>
              </a:extLst>
            </p:cNvPr>
            <p:cNvCxnSpPr>
              <a:cxnSpLocks/>
            </p:cNvCxnSpPr>
            <p:nvPr/>
          </p:nvCxnSpPr>
          <p:spPr>
            <a:xfrm flipV="1">
              <a:off x="8049738" y="4480142"/>
              <a:ext cx="446562" cy="18547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Straight Arrow Connector 201">
              <a:extLst>
                <a:ext uri="{FF2B5EF4-FFF2-40B4-BE49-F238E27FC236}">
                  <a16:creationId xmlns:a16="http://schemas.microsoft.com/office/drawing/2014/main" id="{B942ADC1-E2A6-1040-A0CC-E00E92EA54C6}"/>
                </a:ext>
              </a:extLst>
            </p:cNvPr>
            <p:cNvCxnSpPr>
              <a:cxnSpLocks/>
            </p:cNvCxnSpPr>
            <p:nvPr/>
          </p:nvCxnSpPr>
          <p:spPr>
            <a:xfrm>
              <a:off x="1972527" y="4375922"/>
              <a:ext cx="1046246" cy="480001"/>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CA614A3E-D1D8-E443-94B4-E34228BABDA5}"/>
                </a:ext>
              </a:extLst>
            </p:cNvPr>
            <p:cNvSpPr txBox="1"/>
            <p:nvPr/>
          </p:nvSpPr>
          <p:spPr>
            <a:xfrm>
              <a:off x="2595431" y="4190565"/>
              <a:ext cx="563686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hop-by-hop (in-network) implementation of reliable data transfer</a:t>
              </a:r>
            </a:p>
          </p:txBody>
        </p:sp>
      </p:grpSp>
    </p:spTree>
    <p:extLst>
      <p:ext uri="{BB962C8B-B14F-4D97-AF65-F5344CB8AC3E}">
        <p14:creationId xmlns:p14="http://schemas.microsoft.com/office/powerpoint/2010/main" val="678553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3"/>
                                        </p:tgtEl>
                                        <p:attrNameLst>
                                          <p:attrName>style.visibility</p:attrName>
                                        </p:attrNameLst>
                                      </p:cBhvr>
                                      <p:to>
                                        <p:strVal val="visible"/>
                                      </p:to>
                                    </p:set>
                                    <p:animEffect transition="in" filter="dissolve">
                                      <p:cBhvr>
                                        <p:cTn id="12"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2276C59-8C7E-1247-BA78-36BBD72E8CBF}"/>
              </a:ext>
            </a:extLst>
          </p:cNvPr>
          <p:cNvSpPr>
            <a:spLocks noGrp="1"/>
          </p:cNvSpPr>
          <p:nvPr>
            <p:ph type="title"/>
          </p:nvPr>
        </p:nvSpPr>
        <p:spPr/>
        <p:txBody>
          <a:bodyPr/>
          <a:lstStyle/>
          <a:p>
            <a:r>
              <a:rPr lang="en-US" dirty="0"/>
              <a:t>Where’s the intelligence?</a:t>
            </a:r>
          </a:p>
        </p:txBody>
      </p:sp>
      <p:grpSp>
        <p:nvGrpSpPr>
          <p:cNvPr id="19" name="Group 18">
            <a:extLst>
              <a:ext uri="{FF2B5EF4-FFF2-40B4-BE49-F238E27FC236}">
                <a16:creationId xmlns:a16="http://schemas.microsoft.com/office/drawing/2014/main" id="{68687502-4848-F146-AFBE-A04100241E40}"/>
              </a:ext>
            </a:extLst>
          </p:cNvPr>
          <p:cNvGrpSpPr/>
          <p:nvPr/>
        </p:nvGrpSpPr>
        <p:grpSpPr>
          <a:xfrm>
            <a:off x="435537" y="1971666"/>
            <a:ext cx="3436371" cy="3967162"/>
            <a:chOff x="692717" y="2243138"/>
            <a:chExt cx="3436371" cy="3967162"/>
          </a:xfrm>
        </p:grpSpPr>
        <p:sp>
          <p:nvSpPr>
            <p:cNvPr id="5" name="Freeform 417">
              <a:extLst>
                <a:ext uri="{FF2B5EF4-FFF2-40B4-BE49-F238E27FC236}">
                  <a16:creationId xmlns:a16="http://schemas.microsoft.com/office/drawing/2014/main" id="{A410DC48-A549-BF41-A658-CB77506BB932}"/>
                </a:ext>
              </a:extLst>
            </p:cNvPr>
            <p:cNvSpPr>
              <a:spLocks/>
            </p:cNvSpPr>
            <p:nvPr/>
          </p:nvSpPr>
          <p:spPr bwMode="auto">
            <a:xfrm>
              <a:off x="1025226"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9" name="Picture 8" descr="A close up of a logo&#10;&#10;Description automatically generated">
              <a:extLst>
                <a:ext uri="{FF2B5EF4-FFF2-40B4-BE49-F238E27FC236}">
                  <a16:creationId xmlns:a16="http://schemas.microsoft.com/office/drawing/2014/main" id="{EBDE0BB2-C953-154C-A7B7-62F7ACD3B5C8}"/>
                </a:ext>
              </a:extLst>
            </p:cNvPr>
            <p:cNvPicPr>
              <a:picLocks noChangeAspect="1"/>
            </p:cNvPicPr>
            <p:nvPr/>
          </p:nvPicPr>
          <p:blipFill>
            <a:blip r:embed="rId3"/>
            <a:stretch>
              <a:fillRect/>
            </a:stretch>
          </p:blipFill>
          <p:spPr>
            <a:xfrm>
              <a:off x="767764" y="2352964"/>
              <a:ext cx="3175000" cy="2540000"/>
            </a:xfrm>
            <a:prstGeom prst="rect">
              <a:avLst/>
            </a:prstGeom>
          </p:spPr>
        </p:pic>
        <p:grpSp>
          <p:nvGrpSpPr>
            <p:cNvPr id="8" name="Group 7">
              <a:extLst>
                <a:ext uri="{FF2B5EF4-FFF2-40B4-BE49-F238E27FC236}">
                  <a16:creationId xmlns:a16="http://schemas.microsoft.com/office/drawing/2014/main" id="{710D7689-B169-544C-AC55-6614C26FB4B0}"/>
                </a:ext>
              </a:extLst>
            </p:cNvPr>
            <p:cNvGrpSpPr/>
            <p:nvPr/>
          </p:nvGrpSpPr>
          <p:grpSpPr>
            <a:xfrm>
              <a:off x="1481138" y="4114740"/>
              <a:ext cx="670927" cy="642997"/>
              <a:chOff x="1709738" y="4400490"/>
              <a:chExt cx="670927" cy="642997"/>
            </a:xfrm>
          </p:grpSpPr>
          <p:pic>
            <p:nvPicPr>
              <p:cNvPr id="7" name="Picture 6">
                <a:extLst>
                  <a:ext uri="{FF2B5EF4-FFF2-40B4-BE49-F238E27FC236}">
                    <a16:creationId xmlns:a16="http://schemas.microsoft.com/office/drawing/2014/main" id="{E2CC33DB-CB90-6B4C-BE4D-2CD2C2A5302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14" name="Picture 13">
                <a:extLst>
                  <a:ext uri="{FF2B5EF4-FFF2-40B4-BE49-F238E27FC236}">
                    <a16:creationId xmlns:a16="http://schemas.microsoft.com/office/drawing/2014/main" id="{8423A4C6-E839-4149-A70A-7D184B5A41EB}"/>
                  </a:ext>
                </a:extLst>
              </p:cNvPr>
              <p:cNvPicPr>
                <a:picLocks noChangeAspect="1"/>
              </p:cNvPicPr>
              <p:nvPr/>
            </p:nvPicPr>
            <p:blipFill>
              <a:blip r:embed="rId5"/>
              <a:stretch>
                <a:fillRect/>
              </a:stretch>
            </p:blipFill>
            <p:spPr>
              <a:xfrm>
                <a:off x="1870356" y="4400490"/>
                <a:ext cx="510309" cy="311786"/>
              </a:xfrm>
              <a:prstGeom prst="rect">
                <a:avLst/>
              </a:prstGeom>
            </p:spPr>
          </p:pic>
        </p:grpSp>
        <p:sp>
          <p:nvSpPr>
            <p:cNvPr id="1025" name="TextBox 1024">
              <a:extLst>
                <a:ext uri="{FF2B5EF4-FFF2-40B4-BE49-F238E27FC236}">
                  <a16:creationId xmlns:a16="http://schemas.microsoft.com/office/drawing/2014/main" id="{6124F227-D3DF-DA4D-9EB9-D57F7684B70B}"/>
                </a:ext>
              </a:extLst>
            </p:cNvPr>
            <p:cNvSpPr txBox="1"/>
            <p:nvPr/>
          </p:nvSpPr>
          <p:spPr>
            <a:xfrm>
              <a:off x="692717" y="5286970"/>
              <a:ext cx="3436371"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
                  <a:srgbClr val="0013A3"/>
                </a:buClr>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20</a:t>
              </a:r>
              <a:r>
                <a:rPr kumimoji="0" lang="en-US" sz="2400" b="0" i="0" u="none" strike="noStrike" kern="1200" cap="none" spc="0" normalizeH="0" baseline="30000" noProof="0" dirty="0">
                  <a:ln>
                    <a:noFill/>
                  </a:ln>
                  <a:solidFill>
                    <a:srgbClr val="010F90"/>
                  </a:solidFill>
                  <a:effectLst/>
                  <a:uLnTx/>
                  <a:uFillTx/>
                  <a:latin typeface="Calibri" panose="020F0502020204030204"/>
                  <a:ea typeface="+mn-ea"/>
                  <a:cs typeface="+mn-cs"/>
                </a:rPr>
                <a:t>th</a:t>
              </a: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 century phone net:</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intelligence/computing at network switches</a:t>
              </a:r>
            </a:p>
          </p:txBody>
        </p:sp>
        <p:grpSp>
          <p:nvGrpSpPr>
            <p:cNvPr id="422" name="Group 421">
              <a:extLst>
                <a:ext uri="{FF2B5EF4-FFF2-40B4-BE49-F238E27FC236}">
                  <a16:creationId xmlns:a16="http://schemas.microsoft.com/office/drawing/2014/main" id="{AB94A06E-4A67-7A43-800D-FE384ED23956}"/>
                </a:ext>
              </a:extLst>
            </p:cNvPr>
            <p:cNvGrpSpPr/>
            <p:nvPr/>
          </p:nvGrpSpPr>
          <p:grpSpPr>
            <a:xfrm>
              <a:off x="2876551" y="4224277"/>
              <a:ext cx="670927" cy="642997"/>
              <a:chOff x="1709738" y="4400490"/>
              <a:chExt cx="670927" cy="642997"/>
            </a:xfrm>
          </p:grpSpPr>
          <p:pic>
            <p:nvPicPr>
              <p:cNvPr id="423" name="Picture 422">
                <a:extLst>
                  <a:ext uri="{FF2B5EF4-FFF2-40B4-BE49-F238E27FC236}">
                    <a16:creationId xmlns:a16="http://schemas.microsoft.com/office/drawing/2014/main" id="{91CFA8EC-D8DC-B945-98E0-DC2A18E5A00F}"/>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4" name="Picture 423">
                <a:extLst>
                  <a:ext uri="{FF2B5EF4-FFF2-40B4-BE49-F238E27FC236}">
                    <a16:creationId xmlns:a16="http://schemas.microsoft.com/office/drawing/2014/main" id="{4E42B20D-B5F9-9E42-9760-416A3760790A}"/>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5" name="Group 424">
              <a:extLst>
                <a:ext uri="{FF2B5EF4-FFF2-40B4-BE49-F238E27FC236}">
                  <a16:creationId xmlns:a16="http://schemas.microsoft.com/office/drawing/2014/main" id="{32E4D191-5B87-924F-9C3B-56D8E2B7F1BF}"/>
                </a:ext>
              </a:extLst>
            </p:cNvPr>
            <p:cNvGrpSpPr/>
            <p:nvPr/>
          </p:nvGrpSpPr>
          <p:grpSpPr>
            <a:xfrm>
              <a:off x="3000375" y="3171825"/>
              <a:ext cx="742368" cy="676275"/>
              <a:chOff x="1709738" y="4400490"/>
              <a:chExt cx="670927" cy="642997"/>
            </a:xfrm>
          </p:grpSpPr>
          <p:pic>
            <p:nvPicPr>
              <p:cNvPr id="426" name="Picture 425">
                <a:extLst>
                  <a:ext uri="{FF2B5EF4-FFF2-40B4-BE49-F238E27FC236}">
                    <a16:creationId xmlns:a16="http://schemas.microsoft.com/office/drawing/2014/main" id="{42C86407-014E-4548-95D8-1E63E3A29DE0}"/>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7" name="Picture 426">
                <a:extLst>
                  <a:ext uri="{FF2B5EF4-FFF2-40B4-BE49-F238E27FC236}">
                    <a16:creationId xmlns:a16="http://schemas.microsoft.com/office/drawing/2014/main" id="{D246EF1D-7174-FC41-A708-F592DB2E16A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8" name="Group 427">
              <a:extLst>
                <a:ext uri="{FF2B5EF4-FFF2-40B4-BE49-F238E27FC236}">
                  <a16:creationId xmlns:a16="http://schemas.microsoft.com/office/drawing/2014/main" id="{54D3134C-D32E-1A4D-B852-043F68F7DD38}"/>
                </a:ext>
              </a:extLst>
            </p:cNvPr>
            <p:cNvGrpSpPr/>
            <p:nvPr/>
          </p:nvGrpSpPr>
          <p:grpSpPr>
            <a:xfrm>
              <a:off x="1943099" y="2243138"/>
              <a:ext cx="494717" cy="500060"/>
              <a:chOff x="1709738" y="4400490"/>
              <a:chExt cx="670927" cy="642997"/>
            </a:xfrm>
          </p:grpSpPr>
          <p:pic>
            <p:nvPicPr>
              <p:cNvPr id="429" name="Picture 428">
                <a:extLst>
                  <a:ext uri="{FF2B5EF4-FFF2-40B4-BE49-F238E27FC236}">
                    <a16:creationId xmlns:a16="http://schemas.microsoft.com/office/drawing/2014/main" id="{69D17179-333C-C94F-81A7-43AD5B29474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0" name="Picture 429">
                <a:extLst>
                  <a:ext uri="{FF2B5EF4-FFF2-40B4-BE49-F238E27FC236}">
                    <a16:creationId xmlns:a16="http://schemas.microsoft.com/office/drawing/2014/main" id="{08FC8877-CFE5-7E48-8D76-645FA35F9D72}"/>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1" name="Group 430">
              <a:extLst>
                <a:ext uri="{FF2B5EF4-FFF2-40B4-BE49-F238E27FC236}">
                  <a16:creationId xmlns:a16="http://schemas.microsoft.com/office/drawing/2014/main" id="{574A1930-FBBC-7941-B2F6-5C8CF5467A90}"/>
                </a:ext>
              </a:extLst>
            </p:cNvPr>
            <p:cNvGrpSpPr/>
            <p:nvPr/>
          </p:nvGrpSpPr>
          <p:grpSpPr>
            <a:xfrm>
              <a:off x="2867026" y="2424113"/>
              <a:ext cx="623304" cy="557210"/>
              <a:chOff x="1709738" y="4400490"/>
              <a:chExt cx="670927" cy="642997"/>
            </a:xfrm>
          </p:grpSpPr>
          <p:pic>
            <p:nvPicPr>
              <p:cNvPr id="432" name="Picture 431">
                <a:extLst>
                  <a:ext uri="{FF2B5EF4-FFF2-40B4-BE49-F238E27FC236}">
                    <a16:creationId xmlns:a16="http://schemas.microsoft.com/office/drawing/2014/main" id="{2EECDEFC-7CDE-CD49-A354-1B354BB959C6}"/>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3" name="Picture 432">
                <a:extLst>
                  <a:ext uri="{FF2B5EF4-FFF2-40B4-BE49-F238E27FC236}">
                    <a16:creationId xmlns:a16="http://schemas.microsoft.com/office/drawing/2014/main" id="{91E9F160-3068-F944-81C2-644DF3D3BA1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4" name="Group 433">
              <a:extLst>
                <a:ext uri="{FF2B5EF4-FFF2-40B4-BE49-F238E27FC236}">
                  <a16:creationId xmlns:a16="http://schemas.microsoft.com/office/drawing/2014/main" id="{44D74052-D68C-7442-99B4-025883E68A39}"/>
                </a:ext>
              </a:extLst>
            </p:cNvPr>
            <p:cNvGrpSpPr/>
            <p:nvPr/>
          </p:nvGrpSpPr>
          <p:grpSpPr>
            <a:xfrm>
              <a:off x="1081089" y="2838451"/>
              <a:ext cx="623304" cy="557210"/>
              <a:chOff x="1709738" y="4400490"/>
              <a:chExt cx="670927" cy="642997"/>
            </a:xfrm>
          </p:grpSpPr>
          <p:pic>
            <p:nvPicPr>
              <p:cNvPr id="435" name="Picture 434">
                <a:extLst>
                  <a:ext uri="{FF2B5EF4-FFF2-40B4-BE49-F238E27FC236}">
                    <a16:creationId xmlns:a16="http://schemas.microsoft.com/office/drawing/2014/main" id="{33344338-A237-884E-9D97-16BBFF36584D}"/>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6" name="Picture 435">
                <a:extLst>
                  <a:ext uri="{FF2B5EF4-FFF2-40B4-BE49-F238E27FC236}">
                    <a16:creationId xmlns:a16="http://schemas.microsoft.com/office/drawing/2014/main" id="{B3A9EFB2-6D36-044A-A0DF-76342AAD493D}"/>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7" name="Group 436">
              <a:extLst>
                <a:ext uri="{FF2B5EF4-FFF2-40B4-BE49-F238E27FC236}">
                  <a16:creationId xmlns:a16="http://schemas.microsoft.com/office/drawing/2014/main" id="{3124A9E0-1563-5749-8EA8-C06B349BE630}"/>
                </a:ext>
              </a:extLst>
            </p:cNvPr>
            <p:cNvGrpSpPr/>
            <p:nvPr/>
          </p:nvGrpSpPr>
          <p:grpSpPr>
            <a:xfrm>
              <a:off x="719139" y="3590926"/>
              <a:ext cx="623304" cy="557210"/>
              <a:chOff x="1709738" y="4400490"/>
              <a:chExt cx="670927" cy="642997"/>
            </a:xfrm>
          </p:grpSpPr>
          <p:pic>
            <p:nvPicPr>
              <p:cNvPr id="438" name="Picture 437">
                <a:extLst>
                  <a:ext uri="{FF2B5EF4-FFF2-40B4-BE49-F238E27FC236}">
                    <a16:creationId xmlns:a16="http://schemas.microsoft.com/office/drawing/2014/main" id="{A0F8EC3A-EDD7-2F44-B211-BC190ED6166C}"/>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9" name="Picture 438">
                <a:extLst>
                  <a:ext uri="{FF2B5EF4-FFF2-40B4-BE49-F238E27FC236}">
                    <a16:creationId xmlns:a16="http://schemas.microsoft.com/office/drawing/2014/main" id="{3DE1DDFE-6739-2C4B-BA39-F88CBD4A510A}"/>
                  </a:ext>
                </a:extLst>
              </p:cNvPr>
              <p:cNvPicPr>
                <a:picLocks noChangeAspect="1"/>
              </p:cNvPicPr>
              <p:nvPr/>
            </p:nvPicPr>
            <p:blipFill>
              <a:blip r:embed="rId5"/>
              <a:stretch>
                <a:fillRect/>
              </a:stretch>
            </p:blipFill>
            <p:spPr>
              <a:xfrm>
                <a:off x="1870356" y="4400490"/>
                <a:ext cx="510309" cy="311786"/>
              </a:xfrm>
              <a:prstGeom prst="rect">
                <a:avLst/>
              </a:prstGeom>
            </p:spPr>
          </p:pic>
        </p:grpSp>
      </p:grpSp>
      <p:grpSp>
        <p:nvGrpSpPr>
          <p:cNvPr id="20" name="Group 19">
            <a:extLst>
              <a:ext uri="{FF2B5EF4-FFF2-40B4-BE49-F238E27FC236}">
                <a16:creationId xmlns:a16="http://schemas.microsoft.com/office/drawing/2014/main" id="{8DFA953D-B82D-1142-9242-93E87E5CDB56}"/>
              </a:ext>
            </a:extLst>
          </p:cNvPr>
          <p:cNvGrpSpPr/>
          <p:nvPr/>
        </p:nvGrpSpPr>
        <p:grpSpPr>
          <a:xfrm>
            <a:off x="4169273" y="1790770"/>
            <a:ext cx="3360230" cy="4170668"/>
            <a:chOff x="4426457" y="2119394"/>
            <a:chExt cx="3360230" cy="4170668"/>
          </a:xfrm>
        </p:grpSpPr>
        <p:grpSp>
          <p:nvGrpSpPr>
            <p:cNvPr id="1032" name="Group 1031">
              <a:extLst>
                <a:ext uri="{FF2B5EF4-FFF2-40B4-BE49-F238E27FC236}">
                  <a16:creationId xmlns:a16="http://schemas.microsoft.com/office/drawing/2014/main" id="{E01FF13D-4957-C546-BEFA-D33D3174A0B8}"/>
                </a:ext>
              </a:extLst>
            </p:cNvPr>
            <p:cNvGrpSpPr/>
            <p:nvPr/>
          </p:nvGrpSpPr>
          <p:grpSpPr>
            <a:xfrm>
              <a:off x="4426457" y="2119394"/>
              <a:ext cx="3360230" cy="4170668"/>
              <a:chOff x="4426457" y="2119394"/>
              <a:chExt cx="3360230" cy="4170668"/>
            </a:xfrm>
          </p:grpSpPr>
          <p:sp>
            <p:nvSpPr>
              <p:cNvPr id="6" name="Freeform 417">
                <a:extLst>
                  <a:ext uri="{FF2B5EF4-FFF2-40B4-BE49-F238E27FC236}">
                    <a16:creationId xmlns:a16="http://schemas.microsoft.com/office/drawing/2014/main" id="{A4574D7A-4E69-6946-B621-7191CCC7D9D7}"/>
                  </a:ext>
                </a:extLst>
              </p:cNvPr>
              <p:cNvSpPr>
                <a:spLocks/>
              </p:cNvSpPr>
              <p:nvPr/>
            </p:nvSpPr>
            <p:spPr bwMode="auto">
              <a:xfrm>
                <a:off x="4807517" y="2372230"/>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 name="Group 1064">
                <a:extLst>
                  <a:ext uri="{FF2B5EF4-FFF2-40B4-BE49-F238E27FC236}">
                    <a16:creationId xmlns:a16="http://schemas.microsoft.com/office/drawing/2014/main" id="{103A51CD-9E6F-7A4F-B917-262275A6E923}"/>
                  </a:ext>
                </a:extLst>
              </p:cNvPr>
              <p:cNvGrpSpPr>
                <a:grpSpLocks/>
              </p:cNvGrpSpPr>
              <p:nvPr/>
            </p:nvGrpSpPr>
            <p:grpSpPr bwMode="auto">
              <a:xfrm>
                <a:off x="4624853" y="3711377"/>
                <a:ext cx="310186" cy="307808"/>
                <a:chOff x="877" y="1008"/>
                <a:chExt cx="2747" cy="2591"/>
              </a:xfrm>
            </p:grpSpPr>
            <p:pic>
              <p:nvPicPr>
                <p:cNvPr id="52" name="Picture 1065" descr="antenna_stylized">
                  <a:extLst>
                    <a:ext uri="{FF2B5EF4-FFF2-40B4-BE49-F238E27FC236}">
                      <a16:creationId xmlns:a16="http://schemas.microsoft.com/office/drawing/2014/main" id="{59BA809A-0AE5-F343-9903-00A6FEF277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066" descr="laptop_keyboard">
                  <a:extLst>
                    <a:ext uri="{FF2B5EF4-FFF2-40B4-BE49-F238E27FC236}">
                      <a16:creationId xmlns:a16="http://schemas.microsoft.com/office/drawing/2014/main" id="{1BD45E04-9A02-7D4A-88E7-823358AECB1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Freeform 1067">
                  <a:extLst>
                    <a:ext uri="{FF2B5EF4-FFF2-40B4-BE49-F238E27FC236}">
                      <a16:creationId xmlns:a16="http://schemas.microsoft.com/office/drawing/2014/main" id="{7CC08347-E9D5-384E-BB10-1D4F95381F63}"/>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5" name="Picture 1068" descr="screen">
                  <a:extLst>
                    <a:ext uri="{FF2B5EF4-FFF2-40B4-BE49-F238E27FC236}">
                      <a16:creationId xmlns:a16="http://schemas.microsoft.com/office/drawing/2014/main" id="{AB1B69F6-201F-E64A-A180-5DB07671155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Freeform 1069">
                  <a:extLst>
                    <a:ext uri="{FF2B5EF4-FFF2-40B4-BE49-F238E27FC236}">
                      <a16:creationId xmlns:a16="http://schemas.microsoft.com/office/drawing/2014/main" id="{8A367665-B66A-564F-80E3-640BB014664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1070">
                  <a:extLst>
                    <a:ext uri="{FF2B5EF4-FFF2-40B4-BE49-F238E27FC236}">
                      <a16:creationId xmlns:a16="http://schemas.microsoft.com/office/drawing/2014/main" id="{653C407C-0BC8-B247-900C-9B70E1157B66}"/>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Freeform 1071">
                  <a:extLst>
                    <a:ext uri="{FF2B5EF4-FFF2-40B4-BE49-F238E27FC236}">
                      <a16:creationId xmlns:a16="http://schemas.microsoft.com/office/drawing/2014/main" id="{C5D9D658-9614-1742-AB00-E2054CAFE96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Freeform 1072">
                  <a:extLst>
                    <a:ext uri="{FF2B5EF4-FFF2-40B4-BE49-F238E27FC236}">
                      <a16:creationId xmlns:a16="http://schemas.microsoft.com/office/drawing/2014/main" id="{8B12B60D-C967-7E4B-ABD2-EECD78DE807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Freeform 1073">
                  <a:extLst>
                    <a:ext uri="{FF2B5EF4-FFF2-40B4-BE49-F238E27FC236}">
                      <a16:creationId xmlns:a16="http://schemas.microsoft.com/office/drawing/2014/main" id="{00F04A25-9A1B-9A45-8292-95FD39BD81D6}"/>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1074">
                  <a:extLst>
                    <a:ext uri="{FF2B5EF4-FFF2-40B4-BE49-F238E27FC236}">
                      <a16:creationId xmlns:a16="http://schemas.microsoft.com/office/drawing/2014/main" id="{7343CC63-4C49-DF43-B04D-5C92EE58C397}"/>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2" name="Group 1075">
                  <a:extLst>
                    <a:ext uri="{FF2B5EF4-FFF2-40B4-BE49-F238E27FC236}">
                      <a16:creationId xmlns:a16="http://schemas.microsoft.com/office/drawing/2014/main" id="{A1611E4C-3D36-D143-B0F3-18119ACBFF7D}"/>
                    </a:ext>
                  </a:extLst>
                </p:cNvPr>
                <p:cNvGrpSpPr>
                  <a:grpSpLocks/>
                </p:cNvGrpSpPr>
                <p:nvPr/>
              </p:nvGrpSpPr>
              <p:grpSpPr bwMode="auto">
                <a:xfrm>
                  <a:off x="1709" y="3008"/>
                  <a:ext cx="507" cy="234"/>
                  <a:chOff x="1740" y="2642"/>
                  <a:chExt cx="752" cy="327"/>
                </a:xfrm>
              </p:grpSpPr>
              <p:sp>
                <p:nvSpPr>
                  <p:cNvPr id="69" name="Freeform 1076">
                    <a:extLst>
                      <a:ext uri="{FF2B5EF4-FFF2-40B4-BE49-F238E27FC236}">
                        <a16:creationId xmlns:a16="http://schemas.microsoft.com/office/drawing/2014/main" id="{840B177A-3876-5941-994B-C44B9E716A5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Freeform 1077">
                    <a:extLst>
                      <a:ext uri="{FF2B5EF4-FFF2-40B4-BE49-F238E27FC236}">
                        <a16:creationId xmlns:a16="http://schemas.microsoft.com/office/drawing/2014/main" id="{88287812-641F-F848-94D2-F3C8FBEBDE1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Freeform 1078">
                    <a:extLst>
                      <a:ext uri="{FF2B5EF4-FFF2-40B4-BE49-F238E27FC236}">
                        <a16:creationId xmlns:a16="http://schemas.microsoft.com/office/drawing/2014/main" id="{71948FD8-CAE9-BE4E-8C26-795FB4F9A4C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Freeform 1079">
                    <a:extLst>
                      <a:ext uri="{FF2B5EF4-FFF2-40B4-BE49-F238E27FC236}">
                        <a16:creationId xmlns:a16="http://schemas.microsoft.com/office/drawing/2014/main" id="{D4851747-FA92-224C-9DC0-0422C43AA60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Freeform 1080">
                    <a:extLst>
                      <a:ext uri="{FF2B5EF4-FFF2-40B4-BE49-F238E27FC236}">
                        <a16:creationId xmlns:a16="http://schemas.microsoft.com/office/drawing/2014/main" id="{759A0A8C-7B70-9344-BF93-434BAE35220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Freeform 1081">
                    <a:extLst>
                      <a:ext uri="{FF2B5EF4-FFF2-40B4-BE49-F238E27FC236}">
                        <a16:creationId xmlns:a16="http://schemas.microsoft.com/office/drawing/2014/main" id="{64BD824F-8180-9742-B59D-1B19297FAFD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 name="Freeform 1082">
                  <a:extLst>
                    <a:ext uri="{FF2B5EF4-FFF2-40B4-BE49-F238E27FC236}">
                      <a16:creationId xmlns:a16="http://schemas.microsoft.com/office/drawing/2014/main" id="{099FC39A-A8ED-2546-A5BD-EA6AA5C1E880}"/>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Freeform 1083">
                  <a:extLst>
                    <a:ext uri="{FF2B5EF4-FFF2-40B4-BE49-F238E27FC236}">
                      <a16:creationId xmlns:a16="http://schemas.microsoft.com/office/drawing/2014/main" id="{9C3BBB91-FB0E-B649-96CA-24DC6FE469E6}"/>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Freeform 1084">
                  <a:extLst>
                    <a:ext uri="{FF2B5EF4-FFF2-40B4-BE49-F238E27FC236}">
                      <a16:creationId xmlns:a16="http://schemas.microsoft.com/office/drawing/2014/main" id="{1683C636-0965-9F48-8867-AA5B5A65F15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Freeform 1085">
                  <a:extLst>
                    <a:ext uri="{FF2B5EF4-FFF2-40B4-BE49-F238E27FC236}">
                      <a16:creationId xmlns:a16="http://schemas.microsoft.com/office/drawing/2014/main" id="{42D5A579-8CEA-0547-B6D0-A9CA4F30610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Freeform 1086">
                  <a:extLst>
                    <a:ext uri="{FF2B5EF4-FFF2-40B4-BE49-F238E27FC236}">
                      <a16:creationId xmlns:a16="http://schemas.microsoft.com/office/drawing/2014/main" id="{9FC0742A-B0AC-FA44-B994-6EC2606D5A17}"/>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 name="Freeform 1087">
                  <a:extLst>
                    <a:ext uri="{FF2B5EF4-FFF2-40B4-BE49-F238E27FC236}">
                      <a16:creationId xmlns:a16="http://schemas.microsoft.com/office/drawing/2014/main" id="{8EDF095E-C3F2-024B-9B48-1EAEC24FE94D}"/>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 name="Group 590">
                <a:extLst>
                  <a:ext uri="{FF2B5EF4-FFF2-40B4-BE49-F238E27FC236}">
                    <a16:creationId xmlns:a16="http://schemas.microsoft.com/office/drawing/2014/main" id="{F3C41C71-9279-C047-B7CE-AACB3871450B}"/>
                  </a:ext>
                </a:extLst>
              </p:cNvPr>
              <p:cNvGrpSpPr>
                <a:grpSpLocks/>
              </p:cNvGrpSpPr>
              <p:nvPr/>
            </p:nvGrpSpPr>
            <p:grpSpPr bwMode="auto">
              <a:xfrm flipH="1">
                <a:off x="5139088" y="4243681"/>
                <a:ext cx="345630" cy="320302"/>
                <a:chOff x="2839" y="3501"/>
                <a:chExt cx="755" cy="803"/>
              </a:xfrm>
            </p:grpSpPr>
            <p:pic>
              <p:nvPicPr>
                <p:cNvPr id="79" name="Picture 591" descr="desktop_computer_stylized_medium">
                  <a:extLst>
                    <a:ext uri="{FF2B5EF4-FFF2-40B4-BE49-F238E27FC236}">
                      <a16:creationId xmlns:a16="http://schemas.microsoft.com/office/drawing/2014/main" id="{CE293E13-9B92-C54E-9898-E896A6E84E7C}"/>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592">
                  <a:extLst>
                    <a:ext uri="{FF2B5EF4-FFF2-40B4-BE49-F238E27FC236}">
                      <a16:creationId xmlns:a16="http://schemas.microsoft.com/office/drawing/2014/main" id="{52C330C8-A417-994A-8FB3-C5362F47B37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 name="Group 950">
                <a:extLst>
                  <a:ext uri="{FF2B5EF4-FFF2-40B4-BE49-F238E27FC236}">
                    <a16:creationId xmlns:a16="http://schemas.microsoft.com/office/drawing/2014/main" id="{542DBF0B-0632-7F4E-AA71-D07515080F31}"/>
                  </a:ext>
                </a:extLst>
              </p:cNvPr>
              <p:cNvGrpSpPr>
                <a:grpSpLocks/>
              </p:cNvGrpSpPr>
              <p:nvPr/>
            </p:nvGrpSpPr>
            <p:grpSpPr bwMode="auto">
              <a:xfrm>
                <a:off x="6854798" y="4517975"/>
                <a:ext cx="177192" cy="330833"/>
                <a:chOff x="4140" y="429"/>
                <a:chExt cx="1425" cy="2396"/>
              </a:xfrm>
            </p:grpSpPr>
            <p:sp>
              <p:nvSpPr>
                <p:cNvPr id="140" name="Freeform 951">
                  <a:extLst>
                    <a:ext uri="{FF2B5EF4-FFF2-40B4-BE49-F238E27FC236}">
                      <a16:creationId xmlns:a16="http://schemas.microsoft.com/office/drawing/2014/main" id="{B078C543-2BD2-B54F-8F10-35293D6B83D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Rectangle 952">
                  <a:extLst>
                    <a:ext uri="{FF2B5EF4-FFF2-40B4-BE49-F238E27FC236}">
                      <a16:creationId xmlns:a16="http://schemas.microsoft.com/office/drawing/2014/main" id="{0978E20E-A7C2-1942-BAE0-7EC64420312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2" name="Freeform 953">
                  <a:extLst>
                    <a:ext uri="{FF2B5EF4-FFF2-40B4-BE49-F238E27FC236}">
                      <a16:creationId xmlns:a16="http://schemas.microsoft.com/office/drawing/2014/main" id="{0E4A3FA0-5882-B545-9E23-2AC5EA5BB6B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 name="Freeform 954">
                  <a:extLst>
                    <a:ext uri="{FF2B5EF4-FFF2-40B4-BE49-F238E27FC236}">
                      <a16:creationId xmlns:a16="http://schemas.microsoft.com/office/drawing/2014/main" id="{A7DB97B4-361E-664D-87C5-346CBF2268B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 name="Rectangle 955">
                  <a:extLst>
                    <a:ext uri="{FF2B5EF4-FFF2-40B4-BE49-F238E27FC236}">
                      <a16:creationId xmlns:a16="http://schemas.microsoft.com/office/drawing/2014/main" id="{342C9D01-B372-2B41-BD78-284193B9C0B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5" name="Group 956">
                  <a:extLst>
                    <a:ext uri="{FF2B5EF4-FFF2-40B4-BE49-F238E27FC236}">
                      <a16:creationId xmlns:a16="http://schemas.microsoft.com/office/drawing/2014/main" id="{E02E9DCC-13BA-D94B-9D09-721C8D2AC9D2}"/>
                    </a:ext>
                  </a:extLst>
                </p:cNvPr>
                <p:cNvGrpSpPr>
                  <a:grpSpLocks/>
                </p:cNvGrpSpPr>
                <p:nvPr/>
              </p:nvGrpSpPr>
              <p:grpSpPr bwMode="auto">
                <a:xfrm>
                  <a:off x="4749" y="668"/>
                  <a:ext cx="581" cy="145"/>
                  <a:chOff x="614" y="2568"/>
                  <a:chExt cx="725" cy="139"/>
                </a:xfrm>
              </p:grpSpPr>
              <p:sp>
                <p:nvSpPr>
                  <p:cNvPr id="170" name="AutoShape 957">
                    <a:extLst>
                      <a:ext uri="{FF2B5EF4-FFF2-40B4-BE49-F238E27FC236}">
                        <a16:creationId xmlns:a16="http://schemas.microsoft.com/office/drawing/2014/main" id="{E634E4DC-0754-904F-84D2-7EE1DD3831D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1" name="AutoShape 958">
                    <a:extLst>
                      <a:ext uri="{FF2B5EF4-FFF2-40B4-BE49-F238E27FC236}">
                        <a16:creationId xmlns:a16="http://schemas.microsoft.com/office/drawing/2014/main" id="{27C14747-DE16-9049-99AC-75BBD5555ED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6" name="Rectangle 959">
                  <a:extLst>
                    <a:ext uri="{FF2B5EF4-FFF2-40B4-BE49-F238E27FC236}">
                      <a16:creationId xmlns:a16="http://schemas.microsoft.com/office/drawing/2014/main" id="{5BA83178-EBBE-064B-A37C-7E07581C7BE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7" name="Group 960">
                  <a:extLst>
                    <a:ext uri="{FF2B5EF4-FFF2-40B4-BE49-F238E27FC236}">
                      <a16:creationId xmlns:a16="http://schemas.microsoft.com/office/drawing/2014/main" id="{6EA4F2ED-C2B6-7049-8678-C45D84D978D1}"/>
                    </a:ext>
                  </a:extLst>
                </p:cNvPr>
                <p:cNvGrpSpPr>
                  <a:grpSpLocks/>
                </p:cNvGrpSpPr>
                <p:nvPr/>
              </p:nvGrpSpPr>
              <p:grpSpPr bwMode="auto">
                <a:xfrm>
                  <a:off x="4747" y="994"/>
                  <a:ext cx="581" cy="134"/>
                  <a:chOff x="614" y="2568"/>
                  <a:chExt cx="725" cy="139"/>
                </a:xfrm>
              </p:grpSpPr>
              <p:sp>
                <p:nvSpPr>
                  <p:cNvPr id="168" name="AutoShape 961">
                    <a:extLst>
                      <a:ext uri="{FF2B5EF4-FFF2-40B4-BE49-F238E27FC236}">
                        <a16:creationId xmlns:a16="http://schemas.microsoft.com/office/drawing/2014/main" id="{24413292-655D-FB4E-840E-E0F73771DD8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9" name="AutoShape 962">
                    <a:extLst>
                      <a:ext uri="{FF2B5EF4-FFF2-40B4-BE49-F238E27FC236}">
                        <a16:creationId xmlns:a16="http://schemas.microsoft.com/office/drawing/2014/main" id="{F87B8DA2-A9A9-7D46-8CFB-A9A809CBAE01}"/>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8" name="Rectangle 963">
                  <a:extLst>
                    <a:ext uri="{FF2B5EF4-FFF2-40B4-BE49-F238E27FC236}">
                      <a16:creationId xmlns:a16="http://schemas.microsoft.com/office/drawing/2014/main" id="{9232CD1E-FDEA-2F4E-B250-10D493DADF4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9" name="Rectangle 964">
                  <a:extLst>
                    <a:ext uri="{FF2B5EF4-FFF2-40B4-BE49-F238E27FC236}">
                      <a16:creationId xmlns:a16="http://schemas.microsoft.com/office/drawing/2014/main" id="{17DAEEAC-89BA-2648-B50C-C9F890197D6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50" name="Group 965">
                  <a:extLst>
                    <a:ext uri="{FF2B5EF4-FFF2-40B4-BE49-F238E27FC236}">
                      <a16:creationId xmlns:a16="http://schemas.microsoft.com/office/drawing/2014/main" id="{0E657424-09FE-A842-9A30-B8B91C7F2331}"/>
                    </a:ext>
                  </a:extLst>
                </p:cNvPr>
                <p:cNvGrpSpPr>
                  <a:grpSpLocks/>
                </p:cNvGrpSpPr>
                <p:nvPr/>
              </p:nvGrpSpPr>
              <p:grpSpPr bwMode="auto">
                <a:xfrm>
                  <a:off x="4735" y="1627"/>
                  <a:ext cx="582" cy="151"/>
                  <a:chOff x="614" y="2568"/>
                  <a:chExt cx="725" cy="139"/>
                </a:xfrm>
              </p:grpSpPr>
              <p:sp>
                <p:nvSpPr>
                  <p:cNvPr id="166" name="AutoShape 966">
                    <a:extLst>
                      <a:ext uri="{FF2B5EF4-FFF2-40B4-BE49-F238E27FC236}">
                        <a16:creationId xmlns:a16="http://schemas.microsoft.com/office/drawing/2014/main" id="{19B478B6-4194-6A48-9FD0-C25AC062CCE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967">
                    <a:extLst>
                      <a:ext uri="{FF2B5EF4-FFF2-40B4-BE49-F238E27FC236}">
                        <a16:creationId xmlns:a16="http://schemas.microsoft.com/office/drawing/2014/main" id="{43944112-BF13-8C4E-90E1-D420DBE2ED3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1" name="Freeform 968">
                  <a:extLst>
                    <a:ext uri="{FF2B5EF4-FFF2-40B4-BE49-F238E27FC236}">
                      <a16:creationId xmlns:a16="http://schemas.microsoft.com/office/drawing/2014/main" id="{5E2AAEDB-0EA1-2742-9D83-8B8D6662F3C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2" name="Group 969">
                  <a:extLst>
                    <a:ext uri="{FF2B5EF4-FFF2-40B4-BE49-F238E27FC236}">
                      <a16:creationId xmlns:a16="http://schemas.microsoft.com/office/drawing/2014/main" id="{C2EF8BCA-FFE7-BD41-A974-78E2EF18E942}"/>
                    </a:ext>
                  </a:extLst>
                </p:cNvPr>
                <p:cNvGrpSpPr>
                  <a:grpSpLocks/>
                </p:cNvGrpSpPr>
                <p:nvPr/>
              </p:nvGrpSpPr>
              <p:grpSpPr bwMode="auto">
                <a:xfrm>
                  <a:off x="4739" y="1327"/>
                  <a:ext cx="582" cy="139"/>
                  <a:chOff x="614" y="2568"/>
                  <a:chExt cx="725" cy="139"/>
                </a:xfrm>
              </p:grpSpPr>
              <p:sp>
                <p:nvSpPr>
                  <p:cNvPr id="164" name="AutoShape 970">
                    <a:extLst>
                      <a:ext uri="{FF2B5EF4-FFF2-40B4-BE49-F238E27FC236}">
                        <a16:creationId xmlns:a16="http://schemas.microsoft.com/office/drawing/2014/main" id="{894D31A3-D90A-514B-8F53-6EB788DE9F8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5" name="AutoShape 971">
                    <a:extLst>
                      <a:ext uri="{FF2B5EF4-FFF2-40B4-BE49-F238E27FC236}">
                        <a16:creationId xmlns:a16="http://schemas.microsoft.com/office/drawing/2014/main" id="{F9166E59-6BD3-5947-B071-75589F1A757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3" name="Rectangle 972">
                  <a:extLst>
                    <a:ext uri="{FF2B5EF4-FFF2-40B4-BE49-F238E27FC236}">
                      <a16:creationId xmlns:a16="http://schemas.microsoft.com/office/drawing/2014/main" id="{83779335-116D-1641-BE18-FEAB92595FC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4" name="Freeform 973">
                  <a:extLst>
                    <a:ext uri="{FF2B5EF4-FFF2-40B4-BE49-F238E27FC236}">
                      <a16:creationId xmlns:a16="http://schemas.microsoft.com/office/drawing/2014/main" id="{D9DDD13F-7B48-AA45-A481-BF5C497C0FF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 name="Freeform 974">
                  <a:extLst>
                    <a:ext uri="{FF2B5EF4-FFF2-40B4-BE49-F238E27FC236}">
                      <a16:creationId xmlns:a16="http://schemas.microsoft.com/office/drawing/2014/main" id="{3C3AF9D9-6868-1F45-B17E-A469373237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 name="Oval 975">
                  <a:extLst>
                    <a:ext uri="{FF2B5EF4-FFF2-40B4-BE49-F238E27FC236}">
                      <a16:creationId xmlns:a16="http://schemas.microsoft.com/office/drawing/2014/main" id="{CF59D35F-3973-8946-9A9A-31E1FC7741C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7" name="Freeform 976">
                  <a:extLst>
                    <a:ext uri="{FF2B5EF4-FFF2-40B4-BE49-F238E27FC236}">
                      <a16:creationId xmlns:a16="http://schemas.microsoft.com/office/drawing/2014/main" id="{62310795-AA79-C041-88F0-475F6ACA03B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 name="AutoShape 977">
                  <a:extLst>
                    <a:ext uri="{FF2B5EF4-FFF2-40B4-BE49-F238E27FC236}">
                      <a16:creationId xmlns:a16="http://schemas.microsoft.com/office/drawing/2014/main" id="{18FF6D1A-EF39-F74B-85CF-166C7B900E5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9" name="AutoShape 978">
                  <a:extLst>
                    <a:ext uri="{FF2B5EF4-FFF2-40B4-BE49-F238E27FC236}">
                      <a16:creationId xmlns:a16="http://schemas.microsoft.com/office/drawing/2014/main" id="{80CED463-EB84-0741-A46A-B09679EA671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Oval 979">
                  <a:extLst>
                    <a:ext uri="{FF2B5EF4-FFF2-40B4-BE49-F238E27FC236}">
                      <a16:creationId xmlns:a16="http://schemas.microsoft.com/office/drawing/2014/main" id="{DC0B7F79-8C9A-3145-BF5D-E462F688C06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1" name="Oval 980">
                  <a:extLst>
                    <a:ext uri="{FF2B5EF4-FFF2-40B4-BE49-F238E27FC236}">
                      <a16:creationId xmlns:a16="http://schemas.microsoft.com/office/drawing/2014/main" id="{C15D9582-9E6A-9F49-8B76-D0344B0D7CD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2" name="Oval 981">
                  <a:extLst>
                    <a:ext uri="{FF2B5EF4-FFF2-40B4-BE49-F238E27FC236}">
                      <a16:creationId xmlns:a16="http://schemas.microsoft.com/office/drawing/2014/main" id="{ED898252-C5A0-F541-A5EF-E5AF5120A567}"/>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3" name="Rectangle 982">
                  <a:extLst>
                    <a:ext uri="{FF2B5EF4-FFF2-40B4-BE49-F238E27FC236}">
                      <a16:creationId xmlns:a16="http://schemas.microsoft.com/office/drawing/2014/main" id="{2E9768A3-2942-EE49-8DF7-47FEAA9B126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21" name="Group 950">
                <a:extLst>
                  <a:ext uri="{FF2B5EF4-FFF2-40B4-BE49-F238E27FC236}">
                    <a16:creationId xmlns:a16="http://schemas.microsoft.com/office/drawing/2014/main" id="{91489ACE-F74D-9444-AC8E-15F95E65C828}"/>
                  </a:ext>
                </a:extLst>
              </p:cNvPr>
              <p:cNvGrpSpPr>
                <a:grpSpLocks/>
              </p:cNvGrpSpPr>
              <p:nvPr/>
            </p:nvGrpSpPr>
            <p:grpSpPr bwMode="auto">
              <a:xfrm>
                <a:off x="5095271" y="2910847"/>
                <a:ext cx="177192" cy="330833"/>
                <a:chOff x="4140" y="429"/>
                <a:chExt cx="1425" cy="2396"/>
              </a:xfrm>
            </p:grpSpPr>
            <p:sp>
              <p:nvSpPr>
                <p:cNvPr id="222" name="Freeform 951">
                  <a:extLst>
                    <a:ext uri="{FF2B5EF4-FFF2-40B4-BE49-F238E27FC236}">
                      <a16:creationId xmlns:a16="http://schemas.microsoft.com/office/drawing/2014/main" id="{7AD5F196-17B1-3248-9071-F025CEDD6B9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Rectangle 952">
                  <a:extLst>
                    <a:ext uri="{FF2B5EF4-FFF2-40B4-BE49-F238E27FC236}">
                      <a16:creationId xmlns:a16="http://schemas.microsoft.com/office/drawing/2014/main" id="{B3C2BEA0-0C70-F143-8206-DFCEAFC829F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53">
                  <a:extLst>
                    <a:ext uri="{FF2B5EF4-FFF2-40B4-BE49-F238E27FC236}">
                      <a16:creationId xmlns:a16="http://schemas.microsoft.com/office/drawing/2014/main" id="{18AFA248-FA71-9845-AA48-78D9531EC3B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 name="Freeform 954">
                  <a:extLst>
                    <a:ext uri="{FF2B5EF4-FFF2-40B4-BE49-F238E27FC236}">
                      <a16:creationId xmlns:a16="http://schemas.microsoft.com/office/drawing/2014/main" id="{217B9456-5160-7042-83A8-58892AC66A4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 name="Rectangle 955">
                  <a:extLst>
                    <a:ext uri="{FF2B5EF4-FFF2-40B4-BE49-F238E27FC236}">
                      <a16:creationId xmlns:a16="http://schemas.microsoft.com/office/drawing/2014/main" id="{74342DF3-EF39-714A-B7C7-AAC0061C3CC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7" name="Group 956">
                  <a:extLst>
                    <a:ext uri="{FF2B5EF4-FFF2-40B4-BE49-F238E27FC236}">
                      <a16:creationId xmlns:a16="http://schemas.microsoft.com/office/drawing/2014/main" id="{3FBE50DE-9F73-B446-AEF2-C1BEE678F9D8}"/>
                    </a:ext>
                  </a:extLst>
                </p:cNvPr>
                <p:cNvGrpSpPr>
                  <a:grpSpLocks/>
                </p:cNvGrpSpPr>
                <p:nvPr/>
              </p:nvGrpSpPr>
              <p:grpSpPr bwMode="auto">
                <a:xfrm>
                  <a:off x="4749" y="668"/>
                  <a:ext cx="581" cy="145"/>
                  <a:chOff x="614" y="2568"/>
                  <a:chExt cx="725" cy="139"/>
                </a:xfrm>
              </p:grpSpPr>
              <p:sp>
                <p:nvSpPr>
                  <p:cNvPr id="252" name="AutoShape 957">
                    <a:extLst>
                      <a:ext uri="{FF2B5EF4-FFF2-40B4-BE49-F238E27FC236}">
                        <a16:creationId xmlns:a16="http://schemas.microsoft.com/office/drawing/2014/main" id="{E89F9596-24E2-8B40-AF1D-206EFF749E5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3" name="AutoShape 958">
                    <a:extLst>
                      <a:ext uri="{FF2B5EF4-FFF2-40B4-BE49-F238E27FC236}">
                        <a16:creationId xmlns:a16="http://schemas.microsoft.com/office/drawing/2014/main" id="{4750CBA8-0463-944E-872F-BB09BF290C5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8" name="Rectangle 959">
                  <a:extLst>
                    <a:ext uri="{FF2B5EF4-FFF2-40B4-BE49-F238E27FC236}">
                      <a16:creationId xmlns:a16="http://schemas.microsoft.com/office/drawing/2014/main" id="{DFF7678F-2CB6-3B46-A877-D92B66A5BDA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9" name="Group 960">
                  <a:extLst>
                    <a:ext uri="{FF2B5EF4-FFF2-40B4-BE49-F238E27FC236}">
                      <a16:creationId xmlns:a16="http://schemas.microsoft.com/office/drawing/2014/main" id="{2682A202-4446-D941-A18F-4F61348EE4FA}"/>
                    </a:ext>
                  </a:extLst>
                </p:cNvPr>
                <p:cNvGrpSpPr>
                  <a:grpSpLocks/>
                </p:cNvGrpSpPr>
                <p:nvPr/>
              </p:nvGrpSpPr>
              <p:grpSpPr bwMode="auto">
                <a:xfrm>
                  <a:off x="4747" y="994"/>
                  <a:ext cx="581" cy="134"/>
                  <a:chOff x="614" y="2568"/>
                  <a:chExt cx="725" cy="139"/>
                </a:xfrm>
              </p:grpSpPr>
              <p:sp>
                <p:nvSpPr>
                  <p:cNvPr id="250" name="AutoShape 961">
                    <a:extLst>
                      <a:ext uri="{FF2B5EF4-FFF2-40B4-BE49-F238E27FC236}">
                        <a16:creationId xmlns:a16="http://schemas.microsoft.com/office/drawing/2014/main" id="{F3958EF7-13C4-7D4A-9650-3779EE208638}"/>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1" name="AutoShape 962">
                    <a:extLst>
                      <a:ext uri="{FF2B5EF4-FFF2-40B4-BE49-F238E27FC236}">
                        <a16:creationId xmlns:a16="http://schemas.microsoft.com/office/drawing/2014/main" id="{1DFF2DCD-31F0-8146-9C28-AA7E9760F7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0" name="Rectangle 963">
                  <a:extLst>
                    <a:ext uri="{FF2B5EF4-FFF2-40B4-BE49-F238E27FC236}">
                      <a16:creationId xmlns:a16="http://schemas.microsoft.com/office/drawing/2014/main" id="{EC3749E8-9840-2949-B81B-2DE74F0DB40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1" name="Rectangle 964">
                  <a:extLst>
                    <a:ext uri="{FF2B5EF4-FFF2-40B4-BE49-F238E27FC236}">
                      <a16:creationId xmlns:a16="http://schemas.microsoft.com/office/drawing/2014/main" id="{304D5AFE-3D5D-9A4F-9BD2-044DE5CCD61E}"/>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32" name="Group 965">
                  <a:extLst>
                    <a:ext uri="{FF2B5EF4-FFF2-40B4-BE49-F238E27FC236}">
                      <a16:creationId xmlns:a16="http://schemas.microsoft.com/office/drawing/2014/main" id="{556A5914-F2E3-3944-9367-0B75D45A5257}"/>
                    </a:ext>
                  </a:extLst>
                </p:cNvPr>
                <p:cNvGrpSpPr>
                  <a:grpSpLocks/>
                </p:cNvGrpSpPr>
                <p:nvPr/>
              </p:nvGrpSpPr>
              <p:grpSpPr bwMode="auto">
                <a:xfrm>
                  <a:off x="4735" y="1627"/>
                  <a:ext cx="582" cy="151"/>
                  <a:chOff x="614" y="2568"/>
                  <a:chExt cx="725" cy="139"/>
                </a:xfrm>
              </p:grpSpPr>
              <p:sp>
                <p:nvSpPr>
                  <p:cNvPr id="248" name="AutoShape 966">
                    <a:extLst>
                      <a:ext uri="{FF2B5EF4-FFF2-40B4-BE49-F238E27FC236}">
                        <a16:creationId xmlns:a16="http://schemas.microsoft.com/office/drawing/2014/main" id="{3FEB26EB-9A5D-0E48-B6C1-A2D98812324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9" name="AutoShape 967">
                    <a:extLst>
                      <a:ext uri="{FF2B5EF4-FFF2-40B4-BE49-F238E27FC236}">
                        <a16:creationId xmlns:a16="http://schemas.microsoft.com/office/drawing/2014/main" id="{AF569F74-F7F9-BE4C-BF03-1E52EE7584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3" name="Freeform 968">
                  <a:extLst>
                    <a:ext uri="{FF2B5EF4-FFF2-40B4-BE49-F238E27FC236}">
                      <a16:creationId xmlns:a16="http://schemas.microsoft.com/office/drawing/2014/main" id="{D5868140-9C82-FE44-93B5-3A3996436C3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34" name="Group 969">
                  <a:extLst>
                    <a:ext uri="{FF2B5EF4-FFF2-40B4-BE49-F238E27FC236}">
                      <a16:creationId xmlns:a16="http://schemas.microsoft.com/office/drawing/2014/main" id="{93BEF8B9-7E9C-0640-B68F-4D77EA621EBE}"/>
                    </a:ext>
                  </a:extLst>
                </p:cNvPr>
                <p:cNvGrpSpPr>
                  <a:grpSpLocks/>
                </p:cNvGrpSpPr>
                <p:nvPr/>
              </p:nvGrpSpPr>
              <p:grpSpPr bwMode="auto">
                <a:xfrm>
                  <a:off x="4739" y="1327"/>
                  <a:ext cx="582" cy="139"/>
                  <a:chOff x="614" y="2568"/>
                  <a:chExt cx="725" cy="139"/>
                </a:xfrm>
              </p:grpSpPr>
              <p:sp>
                <p:nvSpPr>
                  <p:cNvPr id="246" name="AutoShape 970">
                    <a:extLst>
                      <a:ext uri="{FF2B5EF4-FFF2-40B4-BE49-F238E27FC236}">
                        <a16:creationId xmlns:a16="http://schemas.microsoft.com/office/drawing/2014/main" id="{C9843710-68DC-F74A-A1F8-90596810E86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7" name="AutoShape 971">
                    <a:extLst>
                      <a:ext uri="{FF2B5EF4-FFF2-40B4-BE49-F238E27FC236}">
                        <a16:creationId xmlns:a16="http://schemas.microsoft.com/office/drawing/2014/main" id="{8CFC8578-F7C5-224A-99DC-0C3BF3AD49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5" name="Rectangle 972">
                  <a:extLst>
                    <a:ext uri="{FF2B5EF4-FFF2-40B4-BE49-F238E27FC236}">
                      <a16:creationId xmlns:a16="http://schemas.microsoft.com/office/drawing/2014/main" id="{66AB9037-CE55-3C49-9F9D-46EBEE3D199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Freeform 973">
                  <a:extLst>
                    <a:ext uri="{FF2B5EF4-FFF2-40B4-BE49-F238E27FC236}">
                      <a16:creationId xmlns:a16="http://schemas.microsoft.com/office/drawing/2014/main" id="{6199D8D6-9C57-2A4E-B13E-21EE5AE90A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 name="Freeform 974">
                  <a:extLst>
                    <a:ext uri="{FF2B5EF4-FFF2-40B4-BE49-F238E27FC236}">
                      <a16:creationId xmlns:a16="http://schemas.microsoft.com/office/drawing/2014/main" id="{5F53B0DF-EF52-4B4C-AA89-EAC182C5BB99}"/>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 name="Oval 975">
                  <a:extLst>
                    <a:ext uri="{FF2B5EF4-FFF2-40B4-BE49-F238E27FC236}">
                      <a16:creationId xmlns:a16="http://schemas.microsoft.com/office/drawing/2014/main" id="{DF2DB579-42C5-5F42-9CEA-D3B077F594C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9" name="Freeform 976">
                  <a:extLst>
                    <a:ext uri="{FF2B5EF4-FFF2-40B4-BE49-F238E27FC236}">
                      <a16:creationId xmlns:a16="http://schemas.microsoft.com/office/drawing/2014/main" id="{FA4B37FE-CB58-9140-B521-CDFE8A2CED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 name="AutoShape 977">
                  <a:extLst>
                    <a:ext uri="{FF2B5EF4-FFF2-40B4-BE49-F238E27FC236}">
                      <a16:creationId xmlns:a16="http://schemas.microsoft.com/office/drawing/2014/main" id="{0BECCFBC-D041-7A4F-81C2-2D2FEBC51B2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1" name="AutoShape 978">
                  <a:extLst>
                    <a:ext uri="{FF2B5EF4-FFF2-40B4-BE49-F238E27FC236}">
                      <a16:creationId xmlns:a16="http://schemas.microsoft.com/office/drawing/2014/main" id="{BE325C75-7B14-D042-A7AF-2E82BE7A0C4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2" name="Oval 979">
                  <a:extLst>
                    <a:ext uri="{FF2B5EF4-FFF2-40B4-BE49-F238E27FC236}">
                      <a16:creationId xmlns:a16="http://schemas.microsoft.com/office/drawing/2014/main" id="{7FE0D127-AFE1-2948-91C6-3E97443A4A1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3" name="Oval 980">
                  <a:extLst>
                    <a:ext uri="{FF2B5EF4-FFF2-40B4-BE49-F238E27FC236}">
                      <a16:creationId xmlns:a16="http://schemas.microsoft.com/office/drawing/2014/main" id="{5B45ED47-B949-C043-94D0-CA73BDCC0F8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4" name="Oval 981">
                  <a:extLst>
                    <a:ext uri="{FF2B5EF4-FFF2-40B4-BE49-F238E27FC236}">
                      <a16:creationId xmlns:a16="http://schemas.microsoft.com/office/drawing/2014/main" id="{EF9901B3-5F00-4C44-99D9-A647A34CD09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5" name="Rectangle 982">
                  <a:extLst>
                    <a:ext uri="{FF2B5EF4-FFF2-40B4-BE49-F238E27FC236}">
                      <a16:creationId xmlns:a16="http://schemas.microsoft.com/office/drawing/2014/main" id="{15E35167-5BC0-854F-85BA-D7DF4C8B745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87" name="Group 590">
                <a:extLst>
                  <a:ext uri="{FF2B5EF4-FFF2-40B4-BE49-F238E27FC236}">
                    <a16:creationId xmlns:a16="http://schemas.microsoft.com/office/drawing/2014/main" id="{ADEA4567-F33F-2F41-BDEB-22CAF0ED73D9}"/>
                  </a:ext>
                </a:extLst>
              </p:cNvPr>
              <p:cNvGrpSpPr>
                <a:grpSpLocks/>
              </p:cNvGrpSpPr>
              <p:nvPr/>
            </p:nvGrpSpPr>
            <p:grpSpPr bwMode="auto">
              <a:xfrm flipH="1">
                <a:off x="5509918" y="2398512"/>
                <a:ext cx="345630" cy="320302"/>
                <a:chOff x="2839" y="3501"/>
                <a:chExt cx="755" cy="803"/>
              </a:xfrm>
            </p:grpSpPr>
            <p:pic>
              <p:nvPicPr>
                <p:cNvPr id="288" name="Picture 591" descr="desktop_computer_stylized_medium">
                  <a:extLst>
                    <a:ext uri="{FF2B5EF4-FFF2-40B4-BE49-F238E27FC236}">
                      <a16:creationId xmlns:a16="http://schemas.microsoft.com/office/drawing/2014/main" id="{C198F99E-D2F2-0A47-97C4-377DACCE75D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592">
                  <a:extLst>
                    <a:ext uri="{FF2B5EF4-FFF2-40B4-BE49-F238E27FC236}">
                      <a16:creationId xmlns:a16="http://schemas.microsoft.com/office/drawing/2014/main" id="{4D83D635-5036-1248-88DC-A2D64CE4DA9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0" name="Group 950">
                <a:extLst>
                  <a:ext uri="{FF2B5EF4-FFF2-40B4-BE49-F238E27FC236}">
                    <a16:creationId xmlns:a16="http://schemas.microsoft.com/office/drawing/2014/main" id="{F16501C5-2549-4E4B-A17B-50108CF65B61}"/>
                  </a:ext>
                </a:extLst>
              </p:cNvPr>
              <p:cNvGrpSpPr>
                <a:grpSpLocks/>
              </p:cNvGrpSpPr>
              <p:nvPr/>
            </p:nvGrpSpPr>
            <p:grpSpPr bwMode="auto">
              <a:xfrm>
                <a:off x="6937925" y="4379430"/>
                <a:ext cx="177192" cy="330833"/>
                <a:chOff x="4140" y="429"/>
                <a:chExt cx="1425" cy="2396"/>
              </a:xfrm>
            </p:grpSpPr>
            <p:sp>
              <p:nvSpPr>
                <p:cNvPr id="291" name="Freeform 951">
                  <a:extLst>
                    <a:ext uri="{FF2B5EF4-FFF2-40B4-BE49-F238E27FC236}">
                      <a16:creationId xmlns:a16="http://schemas.microsoft.com/office/drawing/2014/main" id="{B570265D-729B-AB42-9ABA-F9CBA7668FE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Rectangle 952">
                  <a:extLst>
                    <a:ext uri="{FF2B5EF4-FFF2-40B4-BE49-F238E27FC236}">
                      <a16:creationId xmlns:a16="http://schemas.microsoft.com/office/drawing/2014/main" id="{D609724C-F484-6249-B4FB-9AC61582122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Freeform 953">
                  <a:extLst>
                    <a:ext uri="{FF2B5EF4-FFF2-40B4-BE49-F238E27FC236}">
                      <a16:creationId xmlns:a16="http://schemas.microsoft.com/office/drawing/2014/main" id="{1669EB94-CAA6-414A-ABB1-33F81F707CE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954">
                  <a:extLst>
                    <a:ext uri="{FF2B5EF4-FFF2-40B4-BE49-F238E27FC236}">
                      <a16:creationId xmlns:a16="http://schemas.microsoft.com/office/drawing/2014/main" id="{66A9354C-511D-A04E-B8F7-6DB7458E9DB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Rectangle 955">
                  <a:extLst>
                    <a:ext uri="{FF2B5EF4-FFF2-40B4-BE49-F238E27FC236}">
                      <a16:creationId xmlns:a16="http://schemas.microsoft.com/office/drawing/2014/main" id="{43C5724B-40A1-0343-BC6B-7EF5993D36F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6" name="Group 956">
                  <a:extLst>
                    <a:ext uri="{FF2B5EF4-FFF2-40B4-BE49-F238E27FC236}">
                      <a16:creationId xmlns:a16="http://schemas.microsoft.com/office/drawing/2014/main" id="{8193FF4D-EBBA-DD4B-86EC-7EAFB0AA34A5}"/>
                    </a:ext>
                  </a:extLst>
                </p:cNvPr>
                <p:cNvGrpSpPr>
                  <a:grpSpLocks/>
                </p:cNvGrpSpPr>
                <p:nvPr/>
              </p:nvGrpSpPr>
              <p:grpSpPr bwMode="auto">
                <a:xfrm>
                  <a:off x="4749" y="668"/>
                  <a:ext cx="581" cy="145"/>
                  <a:chOff x="614" y="2568"/>
                  <a:chExt cx="725" cy="139"/>
                </a:xfrm>
              </p:grpSpPr>
              <p:sp>
                <p:nvSpPr>
                  <p:cNvPr id="321" name="AutoShape 957">
                    <a:extLst>
                      <a:ext uri="{FF2B5EF4-FFF2-40B4-BE49-F238E27FC236}">
                        <a16:creationId xmlns:a16="http://schemas.microsoft.com/office/drawing/2014/main" id="{7F2BD02C-44B7-1949-8E91-4960069F4E9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2" name="AutoShape 958">
                    <a:extLst>
                      <a:ext uri="{FF2B5EF4-FFF2-40B4-BE49-F238E27FC236}">
                        <a16:creationId xmlns:a16="http://schemas.microsoft.com/office/drawing/2014/main" id="{454B9703-F865-7F45-9D63-E2521C49263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7" name="Rectangle 959">
                  <a:extLst>
                    <a:ext uri="{FF2B5EF4-FFF2-40B4-BE49-F238E27FC236}">
                      <a16:creationId xmlns:a16="http://schemas.microsoft.com/office/drawing/2014/main" id="{D776F292-9112-2D46-89FC-08F5C391ACB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8" name="Group 960">
                  <a:extLst>
                    <a:ext uri="{FF2B5EF4-FFF2-40B4-BE49-F238E27FC236}">
                      <a16:creationId xmlns:a16="http://schemas.microsoft.com/office/drawing/2014/main" id="{2B58145F-0D05-C44D-907D-9749D77A1007}"/>
                    </a:ext>
                  </a:extLst>
                </p:cNvPr>
                <p:cNvGrpSpPr>
                  <a:grpSpLocks/>
                </p:cNvGrpSpPr>
                <p:nvPr/>
              </p:nvGrpSpPr>
              <p:grpSpPr bwMode="auto">
                <a:xfrm>
                  <a:off x="4747" y="994"/>
                  <a:ext cx="581" cy="134"/>
                  <a:chOff x="614" y="2568"/>
                  <a:chExt cx="725" cy="139"/>
                </a:xfrm>
              </p:grpSpPr>
              <p:sp>
                <p:nvSpPr>
                  <p:cNvPr id="319" name="AutoShape 961">
                    <a:extLst>
                      <a:ext uri="{FF2B5EF4-FFF2-40B4-BE49-F238E27FC236}">
                        <a16:creationId xmlns:a16="http://schemas.microsoft.com/office/drawing/2014/main" id="{AF610CEE-F497-BA4F-9982-DCDABB4D749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0" name="AutoShape 962">
                    <a:extLst>
                      <a:ext uri="{FF2B5EF4-FFF2-40B4-BE49-F238E27FC236}">
                        <a16:creationId xmlns:a16="http://schemas.microsoft.com/office/drawing/2014/main" id="{9B91359E-5E9C-4148-8CBF-C70D62FB183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9" name="Rectangle 963">
                  <a:extLst>
                    <a:ext uri="{FF2B5EF4-FFF2-40B4-BE49-F238E27FC236}">
                      <a16:creationId xmlns:a16="http://schemas.microsoft.com/office/drawing/2014/main" id="{4FAD4082-9B3B-C64F-919B-695F2F77727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Rectangle 964">
                  <a:extLst>
                    <a:ext uri="{FF2B5EF4-FFF2-40B4-BE49-F238E27FC236}">
                      <a16:creationId xmlns:a16="http://schemas.microsoft.com/office/drawing/2014/main" id="{E0DF052F-E371-6941-89B3-606452AC3D7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01" name="Group 965">
                  <a:extLst>
                    <a:ext uri="{FF2B5EF4-FFF2-40B4-BE49-F238E27FC236}">
                      <a16:creationId xmlns:a16="http://schemas.microsoft.com/office/drawing/2014/main" id="{08F0494E-A600-5D40-AF83-E888FB48FB4D}"/>
                    </a:ext>
                  </a:extLst>
                </p:cNvPr>
                <p:cNvGrpSpPr>
                  <a:grpSpLocks/>
                </p:cNvGrpSpPr>
                <p:nvPr/>
              </p:nvGrpSpPr>
              <p:grpSpPr bwMode="auto">
                <a:xfrm>
                  <a:off x="4735" y="1627"/>
                  <a:ext cx="582" cy="151"/>
                  <a:chOff x="614" y="2568"/>
                  <a:chExt cx="725" cy="139"/>
                </a:xfrm>
              </p:grpSpPr>
              <p:sp>
                <p:nvSpPr>
                  <p:cNvPr id="317" name="AutoShape 966">
                    <a:extLst>
                      <a:ext uri="{FF2B5EF4-FFF2-40B4-BE49-F238E27FC236}">
                        <a16:creationId xmlns:a16="http://schemas.microsoft.com/office/drawing/2014/main" id="{EB35F210-3489-8F44-90EA-FFF1431CEF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8" name="AutoShape 967">
                    <a:extLst>
                      <a:ext uri="{FF2B5EF4-FFF2-40B4-BE49-F238E27FC236}">
                        <a16:creationId xmlns:a16="http://schemas.microsoft.com/office/drawing/2014/main" id="{C05BCF02-CD5D-B64E-B309-7350E319FB7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2" name="Freeform 968">
                  <a:extLst>
                    <a:ext uri="{FF2B5EF4-FFF2-40B4-BE49-F238E27FC236}">
                      <a16:creationId xmlns:a16="http://schemas.microsoft.com/office/drawing/2014/main" id="{AC5C9674-E8DC-0A44-9283-1CE6423206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03" name="Group 969">
                  <a:extLst>
                    <a:ext uri="{FF2B5EF4-FFF2-40B4-BE49-F238E27FC236}">
                      <a16:creationId xmlns:a16="http://schemas.microsoft.com/office/drawing/2014/main" id="{F5F16710-2CF3-584A-974D-FE33BC2C2FB0}"/>
                    </a:ext>
                  </a:extLst>
                </p:cNvPr>
                <p:cNvGrpSpPr>
                  <a:grpSpLocks/>
                </p:cNvGrpSpPr>
                <p:nvPr/>
              </p:nvGrpSpPr>
              <p:grpSpPr bwMode="auto">
                <a:xfrm>
                  <a:off x="4739" y="1327"/>
                  <a:ext cx="582" cy="139"/>
                  <a:chOff x="614" y="2568"/>
                  <a:chExt cx="725" cy="139"/>
                </a:xfrm>
              </p:grpSpPr>
              <p:sp>
                <p:nvSpPr>
                  <p:cNvPr id="315" name="AutoShape 970">
                    <a:extLst>
                      <a:ext uri="{FF2B5EF4-FFF2-40B4-BE49-F238E27FC236}">
                        <a16:creationId xmlns:a16="http://schemas.microsoft.com/office/drawing/2014/main" id="{93A671B1-ED69-414D-8BF0-08C6480C972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6" name="AutoShape 971">
                    <a:extLst>
                      <a:ext uri="{FF2B5EF4-FFF2-40B4-BE49-F238E27FC236}">
                        <a16:creationId xmlns:a16="http://schemas.microsoft.com/office/drawing/2014/main" id="{FF5ECD93-5EA4-E647-9D4F-768520CED83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4" name="Rectangle 972">
                  <a:extLst>
                    <a:ext uri="{FF2B5EF4-FFF2-40B4-BE49-F238E27FC236}">
                      <a16:creationId xmlns:a16="http://schemas.microsoft.com/office/drawing/2014/main" id="{4A949178-5FF4-E049-B567-E93A0A336D8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5" name="Freeform 973">
                  <a:extLst>
                    <a:ext uri="{FF2B5EF4-FFF2-40B4-BE49-F238E27FC236}">
                      <a16:creationId xmlns:a16="http://schemas.microsoft.com/office/drawing/2014/main" id="{BB83D618-F6FA-FB46-9B8C-BCF7C68AAD1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974">
                  <a:extLst>
                    <a:ext uri="{FF2B5EF4-FFF2-40B4-BE49-F238E27FC236}">
                      <a16:creationId xmlns:a16="http://schemas.microsoft.com/office/drawing/2014/main" id="{BEECD3D3-EB91-8B4F-9686-8AA2A6ACBA8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Oval 975">
                  <a:extLst>
                    <a:ext uri="{FF2B5EF4-FFF2-40B4-BE49-F238E27FC236}">
                      <a16:creationId xmlns:a16="http://schemas.microsoft.com/office/drawing/2014/main" id="{F0E4C83E-DA16-5A4A-B553-0BDF8C3E9DD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8" name="Freeform 976">
                  <a:extLst>
                    <a:ext uri="{FF2B5EF4-FFF2-40B4-BE49-F238E27FC236}">
                      <a16:creationId xmlns:a16="http://schemas.microsoft.com/office/drawing/2014/main" id="{B1828449-6CF1-9F45-90E9-ACF3668EFAD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AutoShape 977">
                  <a:extLst>
                    <a:ext uri="{FF2B5EF4-FFF2-40B4-BE49-F238E27FC236}">
                      <a16:creationId xmlns:a16="http://schemas.microsoft.com/office/drawing/2014/main" id="{3D66B3BC-8F73-3D48-98E5-F4929D667EB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0" name="AutoShape 978">
                  <a:extLst>
                    <a:ext uri="{FF2B5EF4-FFF2-40B4-BE49-F238E27FC236}">
                      <a16:creationId xmlns:a16="http://schemas.microsoft.com/office/drawing/2014/main" id="{DAE5842D-3645-DB46-87BE-F7B0A16BA1E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1" name="Oval 979">
                  <a:extLst>
                    <a:ext uri="{FF2B5EF4-FFF2-40B4-BE49-F238E27FC236}">
                      <a16:creationId xmlns:a16="http://schemas.microsoft.com/office/drawing/2014/main" id="{CD42D633-BF0F-9349-BA8D-C1703C856864}"/>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2" name="Oval 980">
                  <a:extLst>
                    <a:ext uri="{FF2B5EF4-FFF2-40B4-BE49-F238E27FC236}">
                      <a16:creationId xmlns:a16="http://schemas.microsoft.com/office/drawing/2014/main" id="{90C35DED-0E7B-1541-AFBB-C17927C1683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3" name="Oval 981">
                  <a:extLst>
                    <a:ext uri="{FF2B5EF4-FFF2-40B4-BE49-F238E27FC236}">
                      <a16:creationId xmlns:a16="http://schemas.microsoft.com/office/drawing/2014/main" id="{02EC5E4C-D6D0-994D-BF22-91641AB52C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4" name="Rectangle 982">
                  <a:extLst>
                    <a:ext uri="{FF2B5EF4-FFF2-40B4-BE49-F238E27FC236}">
                      <a16:creationId xmlns:a16="http://schemas.microsoft.com/office/drawing/2014/main" id="{B960993A-96C8-184B-B037-08FBE81E0A0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23" name="Group 950">
                <a:extLst>
                  <a:ext uri="{FF2B5EF4-FFF2-40B4-BE49-F238E27FC236}">
                    <a16:creationId xmlns:a16="http://schemas.microsoft.com/office/drawing/2014/main" id="{5744B4CF-85C1-9943-BB0F-8B421896E9E0}"/>
                  </a:ext>
                </a:extLst>
              </p:cNvPr>
              <p:cNvGrpSpPr>
                <a:grpSpLocks/>
              </p:cNvGrpSpPr>
              <p:nvPr/>
            </p:nvGrpSpPr>
            <p:grpSpPr bwMode="auto">
              <a:xfrm>
                <a:off x="6965634" y="2509067"/>
                <a:ext cx="177192" cy="330833"/>
                <a:chOff x="4140" y="429"/>
                <a:chExt cx="1425" cy="2396"/>
              </a:xfrm>
            </p:grpSpPr>
            <p:sp>
              <p:nvSpPr>
                <p:cNvPr id="324" name="Freeform 951">
                  <a:extLst>
                    <a:ext uri="{FF2B5EF4-FFF2-40B4-BE49-F238E27FC236}">
                      <a16:creationId xmlns:a16="http://schemas.microsoft.com/office/drawing/2014/main" id="{0601E446-A064-FE46-8BB8-D2BF4DEAF59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B848BDEF-CFDA-6647-BF44-D3600F06ECA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F4D08E22-B065-C44B-9DBA-C4723FA5DE8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76EA55B7-EE5A-8749-B71D-6CAF7C1C682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963412D7-1A38-F147-87EE-AF5092812A3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EEB6DD7A-8CE4-ED47-904A-E5A283D87D31}"/>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5290AA5F-1688-354E-AB22-3F2A676C2AB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A8CD80BA-A105-124E-8366-979C9E52F32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0FE17837-58BE-6149-AC59-E45D2609F50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A2B79071-BD42-D94A-8562-6EDC32E81340}"/>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75A6C71A-10F5-024F-8BA2-8DE55E94E9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751CFDBC-354D-E14C-95F0-F6F38B2E60B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5B93E6AB-4D78-0B4D-8D0E-E04C33FEE7F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6A268A3B-C105-1C45-932E-E4676CFD1C6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7B75C14A-8F30-BA42-BAA7-CAEFE33EB428}"/>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2B7A94CC-A276-CB4E-8F42-D4F16B799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6DAF1738-D850-7A40-98FF-2CDB05EDA9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6865C6D6-627C-5B47-8AC5-167CDA2A4FF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29EB9D3A-F61B-D84F-9CC6-0DF6F6D9D9B8}"/>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8BA27CC9-F505-DC45-A037-DC66EB1852C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52F90B83-69CF-0D4F-8FFD-E32BE68109B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2084224-6475-5549-B0AD-9A2E2AD0F00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7A9E727A-F37D-AC41-98E5-EC41A63C98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8D46FF2A-D982-7142-B416-32A0718B835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FD5A52BB-6064-6145-B2AE-F57EDB57C14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A438D908-303F-3F40-9532-2A85CE24E38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BC4911C2-5393-3240-9A8F-A912529122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5BA7F910-B65D-E84D-98ED-A514DCFA59A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D4516C2E-796E-F047-9696-9AE0E3D6F1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BA171EE6-9D6A-0B45-9B80-E904706204C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65B86270-8441-0C4D-AEAF-4E2DA24C729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B115F241-21D0-7F47-BCCC-BE5E8C4E6B64}"/>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56" name="Group 590">
                <a:extLst>
                  <a:ext uri="{FF2B5EF4-FFF2-40B4-BE49-F238E27FC236}">
                    <a16:creationId xmlns:a16="http://schemas.microsoft.com/office/drawing/2014/main" id="{1E460CD6-F9D6-B047-8AEE-6B869BD691EF}"/>
                  </a:ext>
                </a:extLst>
              </p:cNvPr>
              <p:cNvGrpSpPr>
                <a:grpSpLocks/>
              </p:cNvGrpSpPr>
              <p:nvPr/>
            </p:nvGrpSpPr>
            <p:grpSpPr bwMode="auto">
              <a:xfrm flipH="1">
                <a:off x="6829342" y="3343136"/>
                <a:ext cx="345630" cy="320302"/>
                <a:chOff x="2839" y="3501"/>
                <a:chExt cx="755" cy="803"/>
              </a:xfrm>
            </p:grpSpPr>
            <p:pic>
              <p:nvPicPr>
                <p:cNvPr id="357" name="Picture 591" descr="desktop_computer_stylized_medium">
                  <a:extLst>
                    <a:ext uri="{FF2B5EF4-FFF2-40B4-BE49-F238E27FC236}">
                      <a16:creationId xmlns:a16="http://schemas.microsoft.com/office/drawing/2014/main" id="{DBABF000-9F84-944E-9CFB-1033E1461D3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ABAC9DDA-5443-5344-AF49-0F6126B521E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24" name="Picture 1023" descr="A close up of a logo&#10;&#10;Description automatically generated">
                <a:extLst>
                  <a:ext uri="{FF2B5EF4-FFF2-40B4-BE49-F238E27FC236}">
                    <a16:creationId xmlns:a16="http://schemas.microsoft.com/office/drawing/2014/main" id="{90F34CF2-6498-F945-903D-5FC9ACD31F5C}"/>
                  </a:ext>
                </a:extLst>
              </p:cNvPr>
              <p:cNvPicPr>
                <a:picLocks noChangeAspect="1"/>
              </p:cNvPicPr>
              <p:nvPr/>
            </p:nvPicPr>
            <p:blipFill>
              <a:blip r:embed="rId10"/>
              <a:stretch>
                <a:fillRect/>
              </a:stretch>
            </p:blipFill>
            <p:spPr>
              <a:xfrm>
                <a:off x="4426457" y="3527648"/>
                <a:ext cx="429108" cy="419677"/>
              </a:xfrm>
              <a:prstGeom prst="rect">
                <a:avLst/>
              </a:prstGeom>
            </p:spPr>
          </p:pic>
          <p:pic>
            <p:nvPicPr>
              <p:cNvPr id="361" name="Picture 360" descr="A close up of a logo&#10;&#10;Description automatically generated">
                <a:extLst>
                  <a:ext uri="{FF2B5EF4-FFF2-40B4-BE49-F238E27FC236}">
                    <a16:creationId xmlns:a16="http://schemas.microsoft.com/office/drawing/2014/main" id="{6C3B7928-CCBC-8145-97C7-C619EC74681E}"/>
                  </a:ext>
                </a:extLst>
              </p:cNvPr>
              <p:cNvPicPr>
                <a:picLocks noChangeAspect="1"/>
              </p:cNvPicPr>
              <p:nvPr/>
            </p:nvPicPr>
            <p:blipFill>
              <a:blip r:embed="rId10"/>
              <a:stretch>
                <a:fillRect/>
              </a:stretch>
            </p:blipFill>
            <p:spPr>
              <a:xfrm>
                <a:off x="4931884" y="4096736"/>
                <a:ext cx="429108" cy="419677"/>
              </a:xfrm>
              <a:prstGeom prst="rect">
                <a:avLst/>
              </a:prstGeom>
            </p:spPr>
          </p:pic>
          <p:pic>
            <p:nvPicPr>
              <p:cNvPr id="362" name="Picture 361" descr="A close up of a logo&#10;&#10;Description automatically generated">
                <a:extLst>
                  <a:ext uri="{FF2B5EF4-FFF2-40B4-BE49-F238E27FC236}">
                    <a16:creationId xmlns:a16="http://schemas.microsoft.com/office/drawing/2014/main" id="{0A9412CB-373B-D244-97C4-EC4CC2E52393}"/>
                  </a:ext>
                </a:extLst>
              </p:cNvPr>
              <p:cNvPicPr>
                <a:picLocks noChangeAspect="1"/>
              </p:cNvPicPr>
              <p:nvPr/>
            </p:nvPicPr>
            <p:blipFill>
              <a:blip r:embed="rId10"/>
              <a:stretch>
                <a:fillRect/>
              </a:stretch>
            </p:blipFill>
            <p:spPr>
              <a:xfrm>
                <a:off x="4833500" y="2632539"/>
                <a:ext cx="429108" cy="419677"/>
              </a:xfrm>
              <a:prstGeom prst="rect">
                <a:avLst/>
              </a:prstGeom>
            </p:spPr>
          </p:pic>
          <p:pic>
            <p:nvPicPr>
              <p:cNvPr id="363" name="Picture 362" descr="A close up of a logo&#10;&#10;Description automatically generated">
                <a:extLst>
                  <a:ext uri="{FF2B5EF4-FFF2-40B4-BE49-F238E27FC236}">
                    <a16:creationId xmlns:a16="http://schemas.microsoft.com/office/drawing/2014/main" id="{F5038283-3874-0540-A309-F80019D7E16C}"/>
                  </a:ext>
                </a:extLst>
              </p:cNvPr>
              <p:cNvPicPr>
                <a:picLocks noChangeAspect="1"/>
              </p:cNvPicPr>
              <p:nvPr/>
            </p:nvPicPr>
            <p:blipFill>
              <a:blip r:embed="rId10"/>
              <a:stretch>
                <a:fillRect/>
              </a:stretch>
            </p:blipFill>
            <p:spPr>
              <a:xfrm>
                <a:off x="5385227" y="2119394"/>
                <a:ext cx="429108" cy="419677"/>
              </a:xfrm>
              <a:prstGeom prst="rect">
                <a:avLst/>
              </a:prstGeom>
            </p:spPr>
          </p:pic>
          <p:pic>
            <p:nvPicPr>
              <p:cNvPr id="364" name="Picture 363" descr="A close up of a logo&#10;&#10;Description automatically generated">
                <a:extLst>
                  <a:ext uri="{FF2B5EF4-FFF2-40B4-BE49-F238E27FC236}">
                    <a16:creationId xmlns:a16="http://schemas.microsoft.com/office/drawing/2014/main" id="{77D32DDA-E7A6-F84B-80F3-47365859BE49}"/>
                  </a:ext>
                </a:extLst>
              </p:cNvPr>
              <p:cNvPicPr>
                <a:picLocks noChangeAspect="1"/>
              </p:cNvPicPr>
              <p:nvPr/>
            </p:nvPicPr>
            <p:blipFill>
              <a:blip r:embed="rId10"/>
              <a:stretch>
                <a:fillRect/>
              </a:stretch>
            </p:blipFill>
            <p:spPr>
              <a:xfrm>
                <a:off x="6695095" y="2213920"/>
                <a:ext cx="429108" cy="419677"/>
              </a:xfrm>
              <a:prstGeom prst="rect">
                <a:avLst/>
              </a:prstGeom>
            </p:spPr>
          </p:pic>
          <p:pic>
            <p:nvPicPr>
              <p:cNvPr id="365" name="Picture 364" descr="A close up of a logo&#10;&#10;Description automatically generated">
                <a:extLst>
                  <a:ext uri="{FF2B5EF4-FFF2-40B4-BE49-F238E27FC236}">
                    <a16:creationId xmlns:a16="http://schemas.microsoft.com/office/drawing/2014/main" id="{48235216-26B5-E744-A300-CE480727FBCE}"/>
                  </a:ext>
                </a:extLst>
              </p:cNvPr>
              <p:cNvPicPr>
                <a:picLocks noChangeAspect="1"/>
              </p:cNvPicPr>
              <p:nvPr/>
            </p:nvPicPr>
            <p:blipFill>
              <a:blip r:embed="rId10"/>
              <a:stretch>
                <a:fillRect/>
              </a:stretch>
            </p:blipFill>
            <p:spPr>
              <a:xfrm>
                <a:off x="6922731" y="3136036"/>
                <a:ext cx="429108" cy="419677"/>
              </a:xfrm>
              <a:prstGeom prst="rect">
                <a:avLst/>
              </a:prstGeom>
            </p:spPr>
          </p:pic>
          <p:pic>
            <p:nvPicPr>
              <p:cNvPr id="366" name="Picture 365" descr="A close up of a logo&#10;&#10;Description automatically generated">
                <a:extLst>
                  <a:ext uri="{FF2B5EF4-FFF2-40B4-BE49-F238E27FC236}">
                    <a16:creationId xmlns:a16="http://schemas.microsoft.com/office/drawing/2014/main" id="{47438370-7F0B-434D-B2B2-AED5EC1C2A9B}"/>
                  </a:ext>
                </a:extLst>
              </p:cNvPr>
              <p:cNvPicPr>
                <a:picLocks noChangeAspect="1"/>
              </p:cNvPicPr>
              <p:nvPr/>
            </p:nvPicPr>
            <p:blipFill>
              <a:blip r:embed="rId10"/>
              <a:stretch>
                <a:fillRect/>
              </a:stretch>
            </p:blipFill>
            <p:spPr>
              <a:xfrm>
                <a:off x="6872575" y="4168111"/>
                <a:ext cx="429108" cy="419677"/>
              </a:xfrm>
              <a:prstGeom prst="rect">
                <a:avLst/>
              </a:prstGeom>
            </p:spPr>
          </p:pic>
          <p:sp>
            <p:nvSpPr>
              <p:cNvPr id="368" name="TextBox 367">
                <a:extLst>
                  <a:ext uri="{FF2B5EF4-FFF2-40B4-BE49-F238E27FC236}">
                    <a16:creationId xmlns:a16="http://schemas.microsoft.com/office/drawing/2014/main" id="{CC3F1933-E947-7741-B7C2-3D6557CDAFC1}"/>
                  </a:ext>
                </a:extLst>
              </p:cNvPr>
              <p:cNvSpPr txBox="1"/>
              <p:nvPr/>
            </p:nvSpPr>
            <p:spPr>
              <a:xfrm>
                <a:off x="4538652" y="5366732"/>
                <a:ext cx="3248035"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(pre-2005)</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at edge</a:t>
                </a:r>
              </a:p>
            </p:txBody>
          </p:sp>
        </p:grpSp>
        <p:pic>
          <p:nvPicPr>
            <p:cNvPr id="12" name="Picture 11" descr="A picture containing artifact, building, brick, cake&#10;&#10;Description automatically generated">
              <a:extLst>
                <a:ext uri="{FF2B5EF4-FFF2-40B4-BE49-F238E27FC236}">
                  <a16:creationId xmlns:a16="http://schemas.microsoft.com/office/drawing/2014/main" id="{D5DBDCF7-93E3-A64C-B5F7-2DF60C317322}"/>
                </a:ext>
              </a:extLst>
            </p:cNvPr>
            <p:cNvPicPr>
              <a:picLocks noChangeAspect="1"/>
            </p:cNvPicPr>
            <p:nvPr/>
          </p:nvPicPr>
          <p:blipFill>
            <a:blip r:embed="rId4"/>
            <a:stretch>
              <a:fillRect/>
            </a:stretch>
          </p:blipFill>
          <p:spPr>
            <a:xfrm>
              <a:off x="5686424" y="3033711"/>
              <a:ext cx="914401" cy="914401"/>
            </a:xfrm>
            <a:prstGeom prst="rect">
              <a:avLst/>
            </a:prstGeom>
          </p:spPr>
        </p:pic>
      </p:grpSp>
      <p:grpSp>
        <p:nvGrpSpPr>
          <p:cNvPr id="28" name="Group 27">
            <a:extLst>
              <a:ext uri="{FF2B5EF4-FFF2-40B4-BE49-F238E27FC236}">
                <a16:creationId xmlns:a16="http://schemas.microsoft.com/office/drawing/2014/main" id="{A3C3B93E-F70A-2E40-95C8-98ED17B7C41A}"/>
              </a:ext>
            </a:extLst>
          </p:cNvPr>
          <p:cNvGrpSpPr/>
          <p:nvPr/>
        </p:nvGrpSpPr>
        <p:grpSpPr>
          <a:xfrm>
            <a:off x="7800957" y="1848355"/>
            <a:ext cx="4085350" cy="4354493"/>
            <a:chOff x="8272461" y="2105539"/>
            <a:chExt cx="4085350" cy="4354493"/>
          </a:xfrm>
        </p:grpSpPr>
        <p:grpSp>
          <p:nvGrpSpPr>
            <p:cNvPr id="27" name="Group 26">
              <a:extLst>
                <a:ext uri="{FF2B5EF4-FFF2-40B4-BE49-F238E27FC236}">
                  <a16:creationId xmlns:a16="http://schemas.microsoft.com/office/drawing/2014/main" id="{F07C6226-1CDB-DF46-B138-4695D3DA4865}"/>
                </a:ext>
              </a:extLst>
            </p:cNvPr>
            <p:cNvGrpSpPr/>
            <p:nvPr/>
          </p:nvGrpSpPr>
          <p:grpSpPr>
            <a:xfrm>
              <a:off x="8272461" y="2105539"/>
              <a:ext cx="4085350" cy="4354493"/>
              <a:chOff x="8272461" y="2105539"/>
              <a:chExt cx="4085350" cy="4354493"/>
            </a:xfrm>
          </p:grpSpPr>
          <p:sp>
            <p:nvSpPr>
              <p:cNvPr id="518" name="Freeform 417">
                <a:extLst>
                  <a:ext uri="{FF2B5EF4-FFF2-40B4-BE49-F238E27FC236}">
                    <a16:creationId xmlns:a16="http://schemas.microsoft.com/office/drawing/2014/main" id="{82200F7D-F9FE-3D4F-A807-B0247CCA190A}"/>
                  </a:ext>
                </a:extLst>
              </p:cNvPr>
              <p:cNvSpPr>
                <a:spLocks/>
              </p:cNvSpPr>
              <p:nvPr/>
            </p:nvSpPr>
            <p:spPr bwMode="auto">
              <a:xfrm>
                <a:off x="8728353"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9" name="Group 1064">
                <a:extLst>
                  <a:ext uri="{FF2B5EF4-FFF2-40B4-BE49-F238E27FC236}">
                    <a16:creationId xmlns:a16="http://schemas.microsoft.com/office/drawing/2014/main" id="{8F8AE214-66CC-534E-A4A8-7AD252F4EF0C}"/>
                  </a:ext>
                </a:extLst>
              </p:cNvPr>
              <p:cNvGrpSpPr>
                <a:grpSpLocks/>
              </p:cNvGrpSpPr>
              <p:nvPr/>
            </p:nvGrpSpPr>
            <p:grpSpPr bwMode="auto">
              <a:xfrm>
                <a:off x="8545689" y="3697522"/>
                <a:ext cx="310186" cy="307808"/>
                <a:chOff x="877" y="1008"/>
                <a:chExt cx="2747" cy="2591"/>
              </a:xfrm>
            </p:grpSpPr>
            <p:pic>
              <p:nvPicPr>
                <p:cNvPr id="520" name="Picture 1065" descr="antenna_stylized">
                  <a:extLst>
                    <a:ext uri="{FF2B5EF4-FFF2-40B4-BE49-F238E27FC236}">
                      <a16:creationId xmlns:a16="http://schemas.microsoft.com/office/drawing/2014/main" id="{F2A1FE23-77AD-B443-AC9A-1486F120DBF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1" name="Picture 1066" descr="laptop_keyboard">
                  <a:extLst>
                    <a:ext uri="{FF2B5EF4-FFF2-40B4-BE49-F238E27FC236}">
                      <a16:creationId xmlns:a16="http://schemas.microsoft.com/office/drawing/2014/main" id="{66B97B56-4875-6E49-86E4-1ABC3EDE87A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 name="Freeform 1067">
                  <a:extLst>
                    <a:ext uri="{FF2B5EF4-FFF2-40B4-BE49-F238E27FC236}">
                      <a16:creationId xmlns:a16="http://schemas.microsoft.com/office/drawing/2014/main" id="{54B0FE67-EF79-C74C-8E70-16A3A0CC05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23" name="Picture 1068" descr="screen">
                  <a:extLst>
                    <a:ext uri="{FF2B5EF4-FFF2-40B4-BE49-F238E27FC236}">
                      <a16:creationId xmlns:a16="http://schemas.microsoft.com/office/drawing/2014/main" id="{2E211DFC-C6AC-0343-9B1D-7DD44B35070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4" name="Freeform 1069">
                  <a:extLst>
                    <a:ext uri="{FF2B5EF4-FFF2-40B4-BE49-F238E27FC236}">
                      <a16:creationId xmlns:a16="http://schemas.microsoft.com/office/drawing/2014/main" id="{AD7475E1-AEE4-9F4B-86BA-1B96E37FF2DB}"/>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 name="Freeform 1070">
                  <a:extLst>
                    <a:ext uri="{FF2B5EF4-FFF2-40B4-BE49-F238E27FC236}">
                      <a16:creationId xmlns:a16="http://schemas.microsoft.com/office/drawing/2014/main" id="{49912454-F951-794B-A78A-EB2E408180C4}"/>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6" name="Freeform 1071">
                  <a:extLst>
                    <a:ext uri="{FF2B5EF4-FFF2-40B4-BE49-F238E27FC236}">
                      <a16:creationId xmlns:a16="http://schemas.microsoft.com/office/drawing/2014/main" id="{67147AC0-C8AC-4349-81C8-33FD90BD274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7" name="Freeform 1072">
                  <a:extLst>
                    <a:ext uri="{FF2B5EF4-FFF2-40B4-BE49-F238E27FC236}">
                      <a16:creationId xmlns:a16="http://schemas.microsoft.com/office/drawing/2014/main" id="{5A1F66D7-4C31-9C4C-833E-5D78B526D4F1}"/>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8" name="Freeform 1073">
                  <a:extLst>
                    <a:ext uri="{FF2B5EF4-FFF2-40B4-BE49-F238E27FC236}">
                      <a16:creationId xmlns:a16="http://schemas.microsoft.com/office/drawing/2014/main" id="{25786705-371B-A542-A625-0C2D65776A8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9" name="Freeform 1074">
                  <a:extLst>
                    <a:ext uri="{FF2B5EF4-FFF2-40B4-BE49-F238E27FC236}">
                      <a16:creationId xmlns:a16="http://schemas.microsoft.com/office/drawing/2014/main" id="{782E7CE1-FF34-B94F-BC31-38860EFAB7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30" name="Group 1075">
                  <a:extLst>
                    <a:ext uri="{FF2B5EF4-FFF2-40B4-BE49-F238E27FC236}">
                      <a16:creationId xmlns:a16="http://schemas.microsoft.com/office/drawing/2014/main" id="{55504359-59E1-9745-9CB8-80EC5EA0E408}"/>
                    </a:ext>
                  </a:extLst>
                </p:cNvPr>
                <p:cNvGrpSpPr>
                  <a:grpSpLocks/>
                </p:cNvGrpSpPr>
                <p:nvPr/>
              </p:nvGrpSpPr>
              <p:grpSpPr bwMode="auto">
                <a:xfrm>
                  <a:off x="1709" y="3008"/>
                  <a:ext cx="507" cy="234"/>
                  <a:chOff x="1740" y="2642"/>
                  <a:chExt cx="752" cy="327"/>
                </a:xfrm>
              </p:grpSpPr>
              <p:sp>
                <p:nvSpPr>
                  <p:cNvPr id="537" name="Freeform 1076">
                    <a:extLst>
                      <a:ext uri="{FF2B5EF4-FFF2-40B4-BE49-F238E27FC236}">
                        <a16:creationId xmlns:a16="http://schemas.microsoft.com/office/drawing/2014/main" id="{DFDC70A0-D7E3-024B-B04F-3FFC222A006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8" name="Freeform 1077">
                    <a:extLst>
                      <a:ext uri="{FF2B5EF4-FFF2-40B4-BE49-F238E27FC236}">
                        <a16:creationId xmlns:a16="http://schemas.microsoft.com/office/drawing/2014/main" id="{404F5EF9-AA92-884D-B8A6-1A022C97EB5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9" name="Freeform 1078">
                    <a:extLst>
                      <a:ext uri="{FF2B5EF4-FFF2-40B4-BE49-F238E27FC236}">
                        <a16:creationId xmlns:a16="http://schemas.microsoft.com/office/drawing/2014/main" id="{05F7B74A-C1C2-6241-9FD2-D9E08A12C5A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0" name="Freeform 1079">
                    <a:extLst>
                      <a:ext uri="{FF2B5EF4-FFF2-40B4-BE49-F238E27FC236}">
                        <a16:creationId xmlns:a16="http://schemas.microsoft.com/office/drawing/2014/main" id="{34D2C3E0-9FE5-704F-BED4-3FF0BC4074B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1" name="Freeform 1080">
                    <a:extLst>
                      <a:ext uri="{FF2B5EF4-FFF2-40B4-BE49-F238E27FC236}">
                        <a16:creationId xmlns:a16="http://schemas.microsoft.com/office/drawing/2014/main" id="{B3F0D0F3-F43D-784C-BF72-89DBBF808BC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2" name="Freeform 1081">
                    <a:extLst>
                      <a:ext uri="{FF2B5EF4-FFF2-40B4-BE49-F238E27FC236}">
                        <a16:creationId xmlns:a16="http://schemas.microsoft.com/office/drawing/2014/main" id="{0935C4EA-843B-B449-AAC8-0F185CA0E3D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1" name="Freeform 1082">
                  <a:extLst>
                    <a:ext uri="{FF2B5EF4-FFF2-40B4-BE49-F238E27FC236}">
                      <a16:creationId xmlns:a16="http://schemas.microsoft.com/office/drawing/2014/main" id="{D8328DE1-14C9-544C-ABD7-C1A3BFD058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2" name="Freeform 1083">
                  <a:extLst>
                    <a:ext uri="{FF2B5EF4-FFF2-40B4-BE49-F238E27FC236}">
                      <a16:creationId xmlns:a16="http://schemas.microsoft.com/office/drawing/2014/main" id="{3B8997E6-1679-704E-9386-E4168B570DF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3" name="Freeform 1084">
                  <a:extLst>
                    <a:ext uri="{FF2B5EF4-FFF2-40B4-BE49-F238E27FC236}">
                      <a16:creationId xmlns:a16="http://schemas.microsoft.com/office/drawing/2014/main" id="{C96C9C83-0562-144A-A2CF-703D061C8CE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4" name="Freeform 1085">
                  <a:extLst>
                    <a:ext uri="{FF2B5EF4-FFF2-40B4-BE49-F238E27FC236}">
                      <a16:creationId xmlns:a16="http://schemas.microsoft.com/office/drawing/2014/main" id="{AC9E4A82-F50C-1647-809C-A4D065306BBC}"/>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5" name="Freeform 1086">
                  <a:extLst>
                    <a:ext uri="{FF2B5EF4-FFF2-40B4-BE49-F238E27FC236}">
                      <a16:creationId xmlns:a16="http://schemas.microsoft.com/office/drawing/2014/main" id="{7C5A9FB6-1F48-CC4E-978B-09B959E758FB}"/>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6" name="Freeform 1087">
                  <a:extLst>
                    <a:ext uri="{FF2B5EF4-FFF2-40B4-BE49-F238E27FC236}">
                      <a16:creationId xmlns:a16="http://schemas.microsoft.com/office/drawing/2014/main" id="{0D14BE16-C64F-DF46-8CC3-28BF4A2B0669}"/>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3" name="Group 590">
                <a:extLst>
                  <a:ext uri="{FF2B5EF4-FFF2-40B4-BE49-F238E27FC236}">
                    <a16:creationId xmlns:a16="http://schemas.microsoft.com/office/drawing/2014/main" id="{31737F18-1383-3649-9017-3F59116293A8}"/>
                  </a:ext>
                </a:extLst>
              </p:cNvPr>
              <p:cNvGrpSpPr>
                <a:grpSpLocks/>
              </p:cNvGrpSpPr>
              <p:nvPr/>
            </p:nvGrpSpPr>
            <p:grpSpPr bwMode="auto">
              <a:xfrm flipH="1">
                <a:off x="9059924" y="4229826"/>
                <a:ext cx="345630" cy="320302"/>
                <a:chOff x="2839" y="3501"/>
                <a:chExt cx="755" cy="803"/>
              </a:xfrm>
            </p:grpSpPr>
            <p:pic>
              <p:nvPicPr>
                <p:cNvPr id="544" name="Picture 591" descr="desktop_computer_stylized_medium">
                  <a:extLst>
                    <a:ext uri="{FF2B5EF4-FFF2-40B4-BE49-F238E27FC236}">
                      <a16:creationId xmlns:a16="http://schemas.microsoft.com/office/drawing/2014/main" id="{10A2A7B0-3EA8-F141-B98B-9FA69AD0CF0B}"/>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592">
                  <a:extLst>
                    <a:ext uri="{FF2B5EF4-FFF2-40B4-BE49-F238E27FC236}">
                      <a16:creationId xmlns:a16="http://schemas.microsoft.com/office/drawing/2014/main" id="{58103E73-8614-B842-B354-01CCD071EDE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6" name="Group 950">
                <a:extLst>
                  <a:ext uri="{FF2B5EF4-FFF2-40B4-BE49-F238E27FC236}">
                    <a16:creationId xmlns:a16="http://schemas.microsoft.com/office/drawing/2014/main" id="{3B021286-3DBD-A247-ABA3-1B586C561295}"/>
                  </a:ext>
                </a:extLst>
              </p:cNvPr>
              <p:cNvGrpSpPr>
                <a:grpSpLocks/>
              </p:cNvGrpSpPr>
              <p:nvPr/>
            </p:nvGrpSpPr>
            <p:grpSpPr bwMode="auto">
              <a:xfrm>
                <a:off x="10775634" y="4504120"/>
                <a:ext cx="177192" cy="330833"/>
                <a:chOff x="4140" y="429"/>
                <a:chExt cx="1425" cy="2396"/>
              </a:xfrm>
            </p:grpSpPr>
            <p:sp>
              <p:nvSpPr>
                <p:cNvPr id="547" name="Freeform 951">
                  <a:extLst>
                    <a:ext uri="{FF2B5EF4-FFF2-40B4-BE49-F238E27FC236}">
                      <a16:creationId xmlns:a16="http://schemas.microsoft.com/office/drawing/2014/main" id="{302D315B-3DD5-2141-B57E-AB9685459E3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8" name="Rectangle 952">
                  <a:extLst>
                    <a:ext uri="{FF2B5EF4-FFF2-40B4-BE49-F238E27FC236}">
                      <a16:creationId xmlns:a16="http://schemas.microsoft.com/office/drawing/2014/main" id="{380079D7-EF27-9A41-A910-E777052C4F2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49" name="Freeform 953">
                  <a:extLst>
                    <a:ext uri="{FF2B5EF4-FFF2-40B4-BE49-F238E27FC236}">
                      <a16:creationId xmlns:a16="http://schemas.microsoft.com/office/drawing/2014/main" id="{863322AF-4640-0D45-A293-5F395708BDA7}"/>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0" name="Freeform 954">
                  <a:extLst>
                    <a:ext uri="{FF2B5EF4-FFF2-40B4-BE49-F238E27FC236}">
                      <a16:creationId xmlns:a16="http://schemas.microsoft.com/office/drawing/2014/main" id="{BAB59CD7-97E9-6742-9EF0-C66D46698FC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1" name="Rectangle 955">
                  <a:extLst>
                    <a:ext uri="{FF2B5EF4-FFF2-40B4-BE49-F238E27FC236}">
                      <a16:creationId xmlns:a16="http://schemas.microsoft.com/office/drawing/2014/main" id="{0BFDCC20-DC16-D649-968E-5B560F4200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2" name="Group 956">
                  <a:extLst>
                    <a:ext uri="{FF2B5EF4-FFF2-40B4-BE49-F238E27FC236}">
                      <a16:creationId xmlns:a16="http://schemas.microsoft.com/office/drawing/2014/main" id="{80FAE3EE-1C73-294D-BF70-63A65574632F}"/>
                    </a:ext>
                  </a:extLst>
                </p:cNvPr>
                <p:cNvGrpSpPr>
                  <a:grpSpLocks/>
                </p:cNvGrpSpPr>
                <p:nvPr/>
              </p:nvGrpSpPr>
              <p:grpSpPr bwMode="auto">
                <a:xfrm>
                  <a:off x="4749" y="668"/>
                  <a:ext cx="581" cy="145"/>
                  <a:chOff x="614" y="2568"/>
                  <a:chExt cx="725" cy="139"/>
                </a:xfrm>
              </p:grpSpPr>
              <p:sp>
                <p:nvSpPr>
                  <p:cNvPr id="577" name="AutoShape 957">
                    <a:extLst>
                      <a:ext uri="{FF2B5EF4-FFF2-40B4-BE49-F238E27FC236}">
                        <a16:creationId xmlns:a16="http://schemas.microsoft.com/office/drawing/2014/main" id="{BA39E38C-E848-2A4D-B0C6-01F69A007F0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8" name="AutoShape 958">
                    <a:extLst>
                      <a:ext uri="{FF2B5EF4-FFF2-40B4-BE49-F238E27FC236}">
                        <a16:creationId xmlns:a16="http://schemas.microsoft.com/office/drawing/2014/main" id="{0E8946AA-BD83-E94A-9BD3-44FFAB810804}"/>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3" name="Rectangle 959">
                  <a:extLst>
                    <a:ext uri="{FF2B5EF4-FFF2-40B4-BE49-F238E27FC236}">
                      <a16:creationId xmlns:a16="http://schemas.microsoft.com/office/drawing/2014/main" id="{BBE8D0FA-14CD-4C4E-BD86-0D866535D361}"/>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4" name="Group 960">
                  <a:extLst>
                    <a:ext uri="{FF2B5EF4-FFF2-40B4-BE49-F238E27FC236}">
                      <a16:creationId xmlns:a16="http://schemas.microsoft.com/office/drawing/2014/main" id="{709F3ACF-B110-7B4E-8228-316D3CD3ED47}"/>
                    </a:ext>
                  </a:extLst>
                </p:cNvPr>
                <p:cNvGrpSpPr>
                  <a:grpSpLocks/>
                </p:cNvGrpSpPr>
                <p:nvPr/>
              </p:nvGrpSpPr>
              <p:grpSpPr bwMode="auto">
                <a:xfrm>
                  <a:off x="4747" y="994"/>
                  <a:ext cx="581" cy="134"/>
                  <a:chOff x="614" y="2568"/>
                  <a:chExt cx="725" cy="139"/>
                </a:xfrm>
              </p:grpSpPr>
              <p:sp>
                <p:nvSpPr>
                  <p:cNvPr id="575" name="AutoShape 961">
                    <a:extLst>
                      <a:ext uri="{FF2B5EF4-FFF2-40B4-BE49-F238E27FC236}">
                        <a16:creationId xmlns:a16="http://schemas.microsoft.com/office/drawing/2014/main" id="{780DACF7-42E8-DB47-AA26-C1EEAE3D21A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6" name="AutoShape 962">
                    <a:extLst>
                      <a:ext uri="{FF2B5EF4-FFF2-40B4-BE49-F238E27FC236}">
                        <a16:creationId xmlns:a16="http://schemas.microsoft.com/office/drawing/2014/main" id="{49DD0E61-8CEF-D84C-B7DC-9DC0C89BC6E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5" name="Rectangle 963">
                  <a:extLst>
                    <a:ext uri="{FF2B5EF4-FFF2-40B4-BE49-F238E27FC236}">
                      <a16:creationId xmlns:a16="http://schemas.microsoft.com/office/drawing/2014/main" id="{3E7A072F-B6F4-6E44-9F7E-48EFFE39D81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56" name="Rectangle 964">
                  <a:extLst>
                    <a:ext uri="{FF2B5EF4-FFF2-40B4-BE49-F238E27FC236}">
                      <a16:creationId xmlns:a16="http://schemas.microsoft.com/office/drawing/2014/main" id="{1713A256-7764-D544-9B2D-D3A29FC1FEAF}"/>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7" name="Group 965">
                  <a:extLst>
                    <a:ext uri="{FF2B5EF4-FFF2-40B4-BE49-F238E27FC236}">
                      <a16:creationId xmlns:a16="http://schemas.microsoft.com/office/drawing/2014/main" id="{5BF58475-E99C-A149-8CE6-EBC46798CBCF}"/>
                    </a:ext>
                  </a:extLst>
                </p:cNvPr>
                <p:cNvGrpSpPr>
                  <a:grpSpLocks/>
                </p:cNvGrpSpPr>
                <p:nvPr/>
              </p:nvGrpSpPr>
              <p:grpSpPr bwMode="auto">
                <a:xfrm>
                  <a:off x="4735" y="1627"/>
                  <a:ext cx="582" cy="151"/>
                  <a:chOff x="614" y="2568"/>
                  <a:chExt cx="725" cy="139"/>
                </a:xfrm>
              </p:grpSpPr>
              <p:sp>
                <p:nvSpPr>
                  <p:cNvPr id="573" name="AutoShape 966">
                    <a:extLst>
                      <a:ext uri="{FF2B5EF4-FFF2-40B4-BE49-F238E27FC236}">
                        <a16:creationId xmlns:a16="http://schemas.microsoft.com/office/drawing/2014/main" id="{6AAD6D8A-6D84-4D4E-A6FD-5F8C4432253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4" name="AutoShape 967">
                    <a:extLst>
                      <a:ext uri="{FF2B5EF4-FFF2-40B4-BE49-F238E27FC236}">
                        <a16:creationId xmlns:a16="http://schemas.microsoft.com/office/drawing/2014/main" id="{955F481B-7198-F647-9D10-68DE84E3E2F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8" name="Freeform 968">
                  <a:extLst>
                    <a:ext uri="{FF2B5EF4-FFF2-40B4-BE49-F238E27FC236}">
                      <a16:creationId xmlns:a16="http://schemas.microsoft.com/office/drawing/2014/main" id="{F8A1E1C8-99D7-1848-865B-338E4038527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59" name="Group 969">
                  <a:extLst>
                    <a:ext uri="{FF2B5EF4-FFF2-40B4-BE49-F238E27FC236}">
                      <a16:creationId xmlns:a16="http://schemas.microsoft.com/office/drawing/2014/main" id="{0F04C73C-1934-3F4F-8DB3-F5AE33445515}"/>
                    </a:ext>
                  </a:extLst>
                </p:cNvPr>
                <p:cNvGrpSpPr>
                  <a:grpSpLocks/>
                </p:cNvGrpSpPr>
                <p:nvPr/>
              </p:nvGrpSpPr>
              <p:grpSpPr bwMode="auto">
                <a:xfrm>
                  <a:off x="4739" y="1327"/>
                  <a:ext cx="582" cy="139"/>
                  <a:chOff x="614" y="2568"/>
                  <a:chExt cx="725" cy="139"/>
                </a:xfrm>
              </p:grpSpPr>
              <p:sp>
                <p:nvSpPr>
                  <p:cNvPr id="571" name="AutoShape 970">
                    <a:extLst>
                      <a:ext uri="{FF2B5EF4-FFF2-40B4-BE49-F238E27FC236}">
                        <a16:creationId xmlns:a16="http://schemas.microsoft.com/office/drawing/2014/main" id="{DBC09A27-072B-D041-90AF-66252DB43F8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2" name="AutoShape 971">
                    <a:extLst>
                      <a:ext uri="{FF2B5EF4-FFF2-40B4-BE49-F238E27FC236}">
                        <a16:creationId xmlns:a16="http://schemas.microsoft.com/office/drawing/2014/main" id="{4CCACE7D-E337-0345-85E4-E359C5B345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60" name="Rectangle 972">
                  <a:extLst>
                    <a:ext uri="{FF2B5EF4-FFF2-40B4-BE49-F238E27FC236}">
                      <a16:creationId xmlns:a16="http://schemas.microsoft.com/office/drawing/2014/main" id="{8D2C41BD-F13B-ED47-B885-902083692A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1" name="Freeform 973">
                  <a:extLst>
                    <a:ext uri="{FF2B5EF4-FFF2-40B4-BE49-F238E27FC236}">
                      <a16:creationId xmlns:a16="http://schemas.microsoft.com/office/drawing/2014/main" id="{61671684-C64E-2046-9F22-2B0C690FF1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2" name="Freeform 974">
                  <a:extLst>
                    <a:ext uri="{FF2B5EF4-FFF2-40B4-BE49-F238E27FC236}">
                      <a16:creationId xmlns:a16="http://schemas.microsoft.com/office/drawing/2014/main" id="{4FE1E04E-FA5F-F643-9166-A722A3A12F8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 name="Oval 975">
                  <a:extLst>
                    <a:ext uri="{FF2B5EF4-FFF2-40B4-BE49-F238E27FC236}">
                      <a16:creationId xmlns:a16="http://schemas.microsoft.com/office/drawing/2014/main" id="{F815B791-9FC0-A14B-A86E-6DFEA3E58E9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4" name="Freeform 976">
                  <a:extLst>
                    <a:ext uri="{FF2B5EF4-FFF2-40B4-BE49-F238E27FC236}">
                      <a16:creationId xmlns:a16="http://schemas.microsoft.com/office/drawing/2014/main" id="{81FD85F4-E308-B34D-ACA8-C39575DEA6E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5" name="AutoShape 977">
                  <a:extLst>
                    <a:ext uri="{FF2B5EF4-FFF2-40B4-BE49-F238E27FC236}">
                      <a16:creationId xmlns:a16="http://schemas.microsoft.com/office/drawing/2014/main" id="{F0B2FC74-D66D-0649-B7F2-A1EC69A6756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6" name="AutoShape 978">
                  <a:extLst>
                    <a:ext uri="{FF2B5EF4-FFF2-40B4-BE49-F238E27FC236}">
                      <a16:creationId xmlns:a16="http://schemas.microsoft.com/office/drawing/2014/main" id="{A6693D19-28A0-9447-AFE6-F37BD8DB03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7" name="Oval 979">
                  <a:extLst>
                    <a:ext uri="{FF2B5EF4-FFF2-40B4-BE49-F238E27FC236}">
                      <a16:creationId xmlns:a16="http://schemas.microsoft.com/office/drawing/2014/main" id="{A9FE2CB2-F4FB-F744-9989-68F2E78DA4E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8" name="Oval 980">
                  <a:extLst>
                    <a:ext uri="{FF2B5EF4-FFF2-40B4-BE49-F238E27FC236}">
                      <a16:creationId xmlns:a16="http://schemas.microsoft.com/office/drawing/2014/main" id="{13659656-E138-B84C-9790-5707E41F708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9" name="Oval 981">
                  <a:extLst>
                    <a:ext uri="{FF2B5EF4-FFF2-40B4-BE49-F238E27FC236}">
                      <a16:creationId xmlns:a16="http://schemas.microsoft.com/office/drawing/2014/main" id="{075CE57E-7DF4-044F-AD54-D82688BEE12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0" name="Rectangle 982">
                  <a:extLst>
                    <a:ext uri="{FF2B5EF4-FFF2-40B4-BE49-F238E27FC236}">
                      <a16:creationId xmlns:a16="http://schemas.microsoft.com/office/drawing/2014/main" id="{F81A626A-67C2-A64C-9C7B-0F8CB566514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79" name="Group 950">
                <a:extLst>
                  <a:ext uri="{FF2B5EF4-FFF2-40B4-BE49-F238E27FC236}">
                    <a16:creationId xmlns:a16="http://schemas.microsoft.com/office/drawing/2014/main" id="{E59972EF-F2BB-0E4C-9028-85D98FA23628}"/>
                  </a:ext>
                </a:extLst>
              </p:cNvPr>
              <p:cNvGrpSpPr>
                <a:grpSpLocks/>
              </p:cNvGrpSpPr>
              <p:nvPr/>
            </p:nvGrpSpPr>
            <p:grpSpPr bwMode="auto">
              <a:xfrm>
                <a:off x="9016107" y="2896992"/>
                <a:ext cx="177192" cy="330833"/>
                <a:chOff x="4140" y="429"/>
                <a:chExt cx="1425" cy="2396"/>
              </a:xfrm>
            </p:grpSpPr>
            <p:sp>
              <p:nvSpPr>
                <p:cNvPr id="580" name="Freeform 951">
                  <a:extLst>
                    <a:ext uri="{FF2B5EF4-FFF2-40B4-BE49-F238E27FC236}">
                      <a16:creationId xmlns:a16="http://schemas.microsoft.com/office/drawing/2014/main" id="{96D8DE1C-58E9-AE45-AC03-6B069C73823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1" name="Rectangle 952">
                  <a:extLst>
                    <a:ext uri="{FF2B5EF4-FFF2-40B4-BE49-F238E27FC236}">
                      <a16:creationId xmlns:a16="http://schemas.microsoft.com/office/drawing/2014/main" id="{8CBD5230-EDD1-5A47-90F4-E8B814E78C4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2" name="Freeform 953">
                  <a:extLst>
                    <a:ext uri="{FF2B5EF4-FFF2-40B4-BE49-F238E27FC236}">
                      <a16:creationId xmlns:a16="http://schemas.microsoft.com/office/drawing/2014/main" id="{EDBE20FD-D810-EE4E-BED5-3B9641C291C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3" name="Freeform 954">
                  <a:extLst>
                    <a:ext uri="{FF2B5EF4-FFF2-40B4-BE49-F238E27FC236}">
                      <a16:creationId xmlns:a16="http://schemas.microsoft.com/office/drawing/2014/main" id="{E4B6B967-4F35-734D-9A4F-C89AE656913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4" name="Rectangle 955">
                  <a:extLst>
                    <a:ext uri="{FF2B5EF4-FFF2-40B4-BE49-F238E27FC236}">
                      <a16:creationId xmlns:a16="http://schemas.microsoft.com/office/drawing/2014/main" id="{45245B37-671E-B44D-B7D3-0F100B202E3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5" name="Group 956">
                  <a:extLst>
                    <a:ext uri="{FF2B5EF4-FFF2-40B4-BE49-F238E27FC236}">
                      <a16:creationId xmlns:a16="http://schemas.microsoft.com/office/drawing/2014/main" id="{5F3E64CE-C4F8-1342-A63B-176C1F61F14D}"/>
                    </a:ext>
                  </a:extLst>
                </p:cNvPr>
                <p:cNvGrpSpPr>
                  <a:grpSpLocks/>
                </p:cNvGrpSpPr>
                <p:nvPr/>
              </p:nvGrpSpPr>
              <p:grpSpPr bwMode="auto">
                <a:xfrm>
                  <a:off x="4749" y="668"/>
                  <a:ext cx="581" cy="145"/>
                  <a:chOff x="614" y="2568"/>
                  <a:chExt cx="725" cy="139"/>
                </a:xfrm>
              </p:grpSpPr>
              <p:sp>
                <p:nvSpPr>
                  <p:cNvPr id="610" name="AutoShape 957">
                    <a:extLst>
                      <a:ext uri="{FF2B5EF4-FFF2-40B4-BE49-F238E27FC236}">
                        <a16:creationId xmlns:a16="http://schemas.microsoft.com/office/drawing/2014/main" id="{1511252E-AE75-0C45-983A-DC906EBE73B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1" name="AutoShape 958">
                    <a:extLst>
                      <a:ext uri="{FF2B5EF4-FFF2-40B4-BE49-F238E27FC236}">
                        <a16:creationId xmlns:a16="http://schemas.microsoft.com/office/drawing/2014/main" id="{EB323F84-3A16-7949-AA61-6AF1E659EAB5}"/>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6" name="Rectangle 959">
                  <a:extLst>
                    <a:ext uri="{FF2B5EF4-FFF2-40B4-BE49-F238E27FC236}">
                      <a16:creationId xmlns:a16="http://schemas.microsoft.com/office/drawing/2014/main" id="{8840469E-B20E-934D-B092-36D8C1133F1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7" name="Group 960">
                  <a:extLst>
                    <a:ext uri="{FF2B5EF4-FFF2-40B4-BE49-F238E27FC236}">
                      <a16:creationId xmlns:a16="http://schemas.microsoft.com/office/drawing/2014/main" id="{08F34266-48CB-F443-8255-7F7A71DAB3D8}"/>
                    </a:ext>
                  </a:extLst>
                </p:cNvPr>
                <p:cNvGrpSpPr>
                  <a:grpSpLocks/>
                </p:cNvGrpSpPr>
                <p:nvPr/>
              </p:nvGrpSpPr>
              <p:grpSpPr bwMode="auto">
                <a:xfrm>
                  <a:off x="4747" y="994"/>
                  <a:ext cx="581" cy="134"/>
                  <a:chOff x="614" y="2568"/>
                  <a:chExt cx="725" cy="139"/>
                </a:xfrm>
              </p:grpSpPr>
              <p:sp>
                <p:nvSpPr>
                  <p:cNvPr id="608" name="AutoShape 961">
                    <a:extLst>
                      <a:ext uri="{FF2B5EF4-FFF2-40B4-BE49-F238E27FC236}">
                        <a16:creationId xmlns:a16="http://schemas.microsoft.com/office/drawing/2014/main" id="{D650ECDB-1462-0943-B24E-2FB3A818A61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9" name="AutoShape 962">
                    <a:extLst>
                      <a:ext uri="{FF2B5EF4-FFF2-40B4-BE49-F238E27FC236}">
                        <a16:creationId xmlns:a16="http://schemas.microsoft.com/office/drawing/2014/main" id="{0E291713-4891-0E4A-A881-38870365B23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8" name="Rectangle 963">
                  <a:extLst>
                    <a:ext uri="{FF2B5EF4-FFF2-40B4-BE49-F238E27FC236}">
                      <a16:creationId xmlns:a16="http://schemas.microsoft.com/office/drawing/2014/main" id="{A10DE747-CF93-5449-A13E-B5273D2C472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9" name="Rectangle 964">
                  <a:extLst>
                    <a:ext uri="{FF2B5EF4-FFF2-40B4-BE49-F238E27FC236}">
                      <a16:creationId xmlns:a16="http://schemas.microsoft.com/office/drawing/2014/main" id="{13FCB4D3-6EC2-4C44-9A8D-718DF58B49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90" name="Group 965">
                  <a:extLst>
                    <a:ext uri="{FF2B5EF4-FFF2-40B4-BE49-F238E27FC236}">
                      <a16:creationId xmlns:a16="http://schemas.microsoft.com/office/drawing/2014/main" id="{9268F9BB-EF2B-EE44-A8E9-EB495C8765A1}"/>
                    </a:ext>
                  </a:extLst>
                </p:cNvPr>
                <p:cNvGrpSpPr>
                  <a:grpSpLocks/>
                </p:cNvGrpSpPr>
                <p:nvPr/>
              </p:nvGrpSpPr>
              <p:grpSpPr bwMode="auto">
                <a:xfrm>
                  <a:off x="4735" y="1627"/>
                  <a:ext cx="582" cy="151"/>
                  <a:chOff x="614" y="2568"/>
                  <a:chExt cx="725" cy="139"/>
                </a:xfrm>
              </p:grpSpPr>
              <p:sp>
                <p:nvSpPr>
                  <p:cNvPr id="606" name="AutoShape 966">
                    <a:extLst>
                      <a:ext uri="{FF2B5EF4-FFF2-40B4-BE49-F238E27FC236}">
                        <a16:creationId xmlns:a16="http://schemas.microsoft.com/office/drawing/2014/main" id="{315F418A-A021-E047-AE17-ADF7884A4F4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7" name="AutoShape 967">
                    <a:extLst>
                      <a:ext uri="{FF2B5EF4-FFF2-40B4-BE49-F238E27FC236}">
                        <a16:creationId xmlns:a16="http://schemas.microsoft.com/office/drawing/2014/main" id="{621373F4-43AF-8F41-B363-24C310C6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1" name="Freeform 968">
                  <a:extLst>
                    <a:ext uri="{FF2B5EF4-FFF2-40B4-BE49-F238E27FC236}">
                      <a16:creationId xmlns:a16="http://schemas.microsoft.com/office/drawing/2014/main" id="{199C5F71-A860-D146-8BF6-911A5B84B99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92" name="Group 969">
                  <a:extLst>
                    <a:ext uri="{FF2B5EF4-FFF2-40B4-BE49-F238E27FC236}">
                      <a16:creationId xmlns:a16="http://schemas.microsoft.com/office/drawing/2014/main" id="{845A75E7-F950-8A46-A1F5-BBB17910CE08}"/>
                    </a:ext>
                  </a:extLst>
                </p:cNvPr>
                <p:cNvGrpSpPr>
                  <a:grpSpLocks/>
                </p:cNvGrpSpPr>
                <p:nvPr/>
              </p:nvGrpSpPr>
              <p:grpSpPr bwMode="auto">
                <a:xfrm>
                  <a:off x="4739" y="1327"/>
                  <a:ext cx="582" cy="139"/>
                  <a:chOff x="614" y="2568"/>
                  <a:chExt cx="725" cy="139"/>
                </a:xfrm>
              </p:grpSpPr>
              <p:sp>
                <p:nvSpPr>
                  <p:cNvPr id="604" name="AutoShape 970">
                    <a:extLst>
                      <a:ext uri="{FF2B5EF4-FFF2-40B4-BE49-F238E27FC236}">
                        <a16:creationId xmlns:a16="http://schemas.microsoft.com/office/drawing/2014/main" id="{7289C114-8C82-6D40-A77B-0F9BF7D6CE3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5" name="AutoShape 971">
                    <a:extLst>
                      <a:ext uri="{FF2B5EF4-FFF2-40B4-BE49-F238E27FC236}">
                        <a16:creationId xmlns:a16="http://schemas.microsoft.com/office/drawing/2014/main" id="{44B764D8-189B-0A47-AFE9-16DF72FA4BD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3" name="Rectangle 972">
                  <a:extLst>
                    <a:ext uri="{FF2B5EF4-FFF2-40B4-BE49-F238E27FC236}">
                      <a16:creationId xmlns:a16="http://schemas.microsoft.com/office/drawing/2014/main" id="{BA8115BB-B0F1-2D4A-AD47-2DABF24B024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4" name="Freeform 973">
                  <a:extLst>
                    <a:ext uri="{FF2B5EF4-FFF2-40B4-BE49-F238E27FC236}">
                      <a16:creationId xmlns:a16="http://schemas.microsoft.com/office/drawing/2014/main" id="{DBD3144D-C39E-CC4E-86A5-C58E26CC59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 name="Freeform 974">
                  <a:extLst>
                    <a:ext uri="{FF2B5EF4-FFF2-40B4-BE49-F238E27FC236}">
                      <a16:creationId xmlns:a16="http://schemas.microsoft.com/office/drawing/2014/main" id="{3F36A876-6D58-824B-A346-F47920E52FC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 name="Oval 975">
                  <a:extLst>
                    <a:ext uri="{FF2B5EF4-FFF2-40B4-BE49-F238E27FC236}">
                      <a16:creationId xmlns:a16="http://schemas.microsoft.com/office/drawing/2014/main" id="{35F624CA-F9DE-8647-902D-1768748FD67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7" name="Freeform 976">
                  <a:extLst>
                    <a:ext uri="{FF2B5EF4-FFF2-40B4-BE49-F238E27FC236}">
                      <a16:creationId xmlns:a16="http://schemas.microsoft.com/office/drawing/2014/main" id="{9F658958-89AF-AE4F-8456-31BD9BF5588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8" name="AutoShape 977">
                  <a:extLst>
                    <a:ext uri="{FF2B5EF4-FFF2-40B4-BE49-F238E27FC236}">
                      <a16:creationId xmlns:a16="http://schemas.microsoft.com/office/drawing/2014/main" id="{B19C22E2-C3E0-FF43-A3C9-86BCAFC6EACC}"/>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9" name="AutoShape 978">
                  <a:extLst>
                    <a:ext uri="{FF2B5EF4-FFF2-40B4-BE49-F238E27FC236}">
                      <a16:creationId xmlns:a16="http://schemas.microsoft.com/office/drawing/2014/main" id="{5F7D4AA6-339E-4F4B-8240-93F0DF751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0" name="Oval 979">
                  <a:extLst>
                    <a:ext uri="{FF2B5EF4-FFF2-40B4-BE49-F238E27FC236}">
                      <a16:creationId xmlns:a16="http://schemas.microsoft.com/office/drawing/2014/main" id="{D1E22C36-F3F0-3C40-95D3-2B2CCDD01E8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1" name="Oval 980">
                  <a:extLst>
                    <a:ext uri="{FF2B5EF4-FFF2-40B4-BE49-F238E27FC236}">
                      <a16:creationId xmlns:a16="http://schemas.microsoft.com/office/drawing/2014/main" id="{C7716872-46FF-0743-A9B5-32486D7DCB6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2" name="Oval 981">
                  <a:extLst>
                    <a:ext uri="{FF2B5EF4-FFF2-40B4-BE49-F238E27FC236}">
                      <a16:creationId xmlns:a16="http://schemas.microsoft.com/office/drawing/2014/main" id="{0E7BD21C-7715-7A48-9C0C-31507A74CB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3" name="Rectangle 982">
                  <a:extLst>
                    <a:ext uri="{FF2B5EF4-FFF2-40B4-BE49-F238E27FC236}">
                      <a16:creationId xmlns:a16="http://schemas.microsoft.com/office/drawing/2014/main" id="{A2EA7C20-03FC-EC44-B3A2-F066D8F48D9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12" name="Group 590">
                <a:extLst>
                  <a:ext uri="{FF2B5EF4-FFF2-40B4-BE49-F238E27FC236}">
                    <a16:creationId xmlns:a16="http://schemas.microsoft.com/office/drawing/2014/main" id="{1ABAE9D8-6B4A-444C-B935-75C9F1BE484C}"/>
                  </a:ext>
                </a:extLst>
              </p:cNvPr>
              <p:cNvGrpSpPr>
                <a:grpSpLocks/>
              </p:cNvGrpSpPr>
              <p:nvPr/>
            </p:nvGrpSpPr>
            <p:grpSpPr bwMode="auto">
              <a:xfrm flipH="1">
                <a:off x="9430754" y="2384657"/>
                <a:ext cx="345630" cy="320302"/>
                <a:chOff x="2839" y="3501"/>
                <a:chExt cx="755" cy="803"/>
              </a:xfrm>
            </p:grpSpPr>
            <p:pic>
              <p:nvPicPr>
                <p:cNvPr id="613" name="Picture 591" descr="desktop_computer_stylized_medium">
                  <a:extLst>
                    <a:ext uri="{FF2B5EF4-FFF2-40B4-BE49-F238E27FC236}">
                      <a16:creationId xmlns:a16="http://schemas.microsoft.com/office/drawing/2014/main" id="{035EB86C-48E6-5E41-8D54-749F50641DC3}"/>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 name="Freeform 592">
                  <a:extLst>
                    <a:ext uri="{FF2B5EF4-FFF2-40B4-BE49-F238E27FC236}">
                      <a16:creationId xmlns:a16="http://schemas.microsoft.com/office/drawing/2014/main" id="{5CFC3B15-F3AC-4B4F-8732-87224F9E39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5" name="Group 950">
                <a:extLst>
                  <a:ext uri="{FF2B5EF4-FFF2-40B4-BE49-F238E27FC236}">
                    <a16:creationId xmlns:a16="http://schemas.microsoft.com/office/drawing/2014/main" id="{B5197017-354B-DC41-AF79-47262EDD9931}"/>
                  </a:ext>
                </a:extLst>
              </p:cNvPr>
              <p:cNvGrpSpPr>
                <a:grpSpLocks/>
              </p:cNvGrpSpPr>
              <p:nvPr/>
            </p:nvGrpSpPr>
            <p:grpSpPr bwMode="auto">
              <a:xfrm>
                <a:off x="10858761" y="4365575"/>
                <a:ext cx="177192" cy="330833"/>
                <a:chOff x="4140" y="429"/>
                <a:chExt cx="1425" cy="2396"/>
              </a:xfrm>
            </p:grpSpPr>
            <p:sp>
              <p:nvSpPr>
                <p:cNvPr id="616" name="Freeform 951">
                  <a:extLst>
                    <a:ext uri="{FF2B5EF4-FFF2-40B4-BE49-F238E27FC236}">
                      <a16:creationId xmlns:a16="http://schemas.microsoft.com/office/drawing/2014/main" id="{C146CFBA-CA7B-AD43-86E6-B6E0CEF4D9C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7" name="Rectangle 952">
                  <a:extLst>
                    <a:ext uri="{FF2B5EF4-FFF2-40B4-BE49-F238E27FC236}">
                      <a16:creationId xmlns:a16="http://schemas.microsoft.com/office/drawing/2014/main" id="{92458972-9EAE-B24E-84C0-895B5FCC4E8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8" name="Freeform 953">
                  <a:extLst>
                    <a:ext uri="{FF2B5EF4-FFF2-40B4-BE49-F238E27FC236}">
                      <a16:creationId xmlns:a16="http://schemas.microsoft.com/office/drawing/2014/main" id="{464EBD31-786A-D542-A346-159E9E728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9" name="Freeform 954">
                  <a:extLst>
                    <a:ext uri="{FF2B5EF4-FFF2-40B4-BE49-F238E27FC236}">
                      <a16:creationId xmlns:a16="http://schemas.microsoft.com/office/drawing/2014/main" id="{75D4F4C5-7A39-3F46-B518-B36DED0F7F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0" name="Rectangle 955">
                  <a:extLst>
                    <a:ext uri="{FF2B5EF4-FFF2-40B4-BE49-F238E27FC236}">
                      <a16:creationId xmlns:a16="http://schemas.microsoft.com/office/drawing/2014/main" id="{9DE21AF2-8A4D-9544-95FC-A4B4AC95DD79}"/>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1" name="Group 956">
                  <a:extLst>
                    <a:ext uri="{FF2B5EF4-FFF2-40B4-BE49-F238E27FC236}">
                      <a16:creationId xmlns:a16="http://schemas.microsoft.com/office/drawing/2014/main" id="{F50A8BBD-1A01-9743-9114-BADB4504A8DA}"/>
                    </a:ext>
                  </a:extLst>
                </p:cNvPr>
                <p:cNvGrpSpPr>
                  <a:grpSpLocks/>
                </p:cNvGrpSpPr>
                <p:nvPr/>
              </p:nvGrpSpPr>
              <p:grpSpPr bwMode="auto">
                <a:xfrm>
                  <a:off x="4749" y="668"/>
                  <a:ext cx="581" cy="145"/>
                  <a:chOff x="614" y="2568"/>
                  <a:chExt cx="725" cy="139"/>
                </a:xfrm>
              </p:grpSpPr>
              <p:sp>
                <p:nvSpPr>
                  <p:cNvPr id="646" name="AutoShape 957">
                    <a:extLst>
                      <a:ext uri="{FF2B5EF4-FFF2-40B4-BE49-F238E27FC236}">
                        <a16:creationId xmlns:a16="http://schemas.microsoft.com/office/drawing/2014/main" id="{DF8B7E88-A309-1045-9F2E-2EEB731A307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7" name="AutoShape 958">
                    <a:extLst>
                      <a:ext uri="{FF2B5EF4-FFF2-40B4-BE49-F238E27FC236}">
                        <a16:creationId xmlns:a16="http://schemas.microsoft.com/office/drawing/2014/main" id="{3347506C-C117-9549-9AB7-ECB354749CA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2" name="Rectangle 959">
                  <a:extLst>
                    <a:ext uri="{FF2B5EF4-FFF2-40B4-BE49-F238E27FC236}">
                      <a16:creationId xmlns:a16="http://schemas.microsoft.com/office/drawing/2014/main" id="{F9E79AAE-0690-4048-986E-5C9E5F6E95C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3" name="Group 960">
                  <a:extLst>
                    <a:ext uri="{FF2B5EF4-FFF2-40B4-BE49-F238E27FC236}">
                      <a16:creationId xmlns:a16="http://schemas.microsoft.com/office/drawing/2014/main" id="{33AE3782-623B-CC43-9033-CFC7AABDB696}"/>
                    </a:ext>
                  </a:extLst>
                </p:cNvPr>
                <p:cNvGrpSpPr>
                  <a:grpSpLocks/>
                </p:cNvGrpSpPr>
                <p:nvPr/>
              </p:nvGrpSpPr>
              <p:grpSpPr bwMode="auto">
                <a:xfrm>
                  <a:off x="4747" y="994"/>
                  <a:ext cx="581" cy="134"/>
                  <a:chOff x="614" y="2568"/>
                  <a:chExt cx="725" cy="139"/>
                </a:xfrm>
              </p:grpSpPr>
              <p:sp>
                <p:nvSpPr>
                  <p:cNvPr id="644" name="AutoShape 961">
                    <a:extLst>
                      <a:ext uri="{FF2B5EF4-FFF2-40B4-BE49-F238E27FC236}">
                        <a16:creationId xmlns:a16="http://schemas.microsoft.com/office/drawing/2014/main" id="{30CFC9AB-925B-D249-AD30-8FDBA20730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5" name="AutoShape 962">
                    <a:extLst>
                      <a:ext uri="{FF2B5EF4-FFF2-40B4-BE49-F238E27FC236}">
                        <a16:creationId xmlns:a16="http://schemas.microsoft.com/office/drawing/2014/main" id="{FC2B6367-9665-2046-924D-1337797F8F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4" name="Rectangle 963">
                  <a:extLst>
                    <a:ext uri="{FF2B5EF4-FFF2-40B4-BE49-F238E27FC236}">
                      <a16:creationId xmlns:a16="http://schemas.microsoft.com/office/drawing/2014/main" id="{9E37F2F9-6C56-1E46-923E-B207226275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25" name="Rectangle 964">
                  <a:extLst>
                    <a:ext uri="{FF2B5EF4-FFF2-40B4-BE49-F238E27FC236}">
                      <a16:creationId xmlns:a16="http://schemas.microsoft.com/office/drawing/2014/main" id="{52E17519-2A3E-444F-8A5F-1CF5AA039F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6" name="Group 965">
                  <a:extLst>
                    <a:ext uri="{FF2B5EF4-FFF2-40B4-BE49-F238E27FC236}">
                      <a16:creationId xmlns:a16="http://schemas.microsoft.com/office/drawing/2014/main" id="{39A5FC64-7B5F-974C-893E-993E21F70C06}"/>
                    </a:ext>
                  </a:extLst>
                </p:cNvPr>
                <p:cNvGrpSpPr>
                  <a:grpSpLocks/>
                </p:cNvGrpSpPr>
                <p:nvPr/>
              </p:nvGrpSpPr>
              <p:grpSpPr bwMode="auto">
                <a:xfrm>
                  <a:off x="4735" y="1627"/>
                  <a:ext cx="582" cy="151"/>
                  <a:chOff x="614" y="2568"/>
                  <a:chExt cx="725" cy="139"/>
                </a:xfrm>
              </p:grpSpPr>
              <p:sp>
                <p:nvSpPr>
                  <p:cNvPr id="642" name="AutoShape 966">
                    <a:extLst>
                      <a:ext uri="{FF2B5EF4-FFF2-40B4-BE49-F238E27FC236}">
                        <a16:creationId xmlns:a16="http://schemas.microsoft.com/office/drawing/2014/main" id="{F22B05AC-7859-1F45-9DB5-A1598056EAA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3" name="AutoShape 967">
                    <a:extLst>
                      <a:ext uri="{FF2B5EF4-FFF2-40B4-BE49-F238E27FC236}">
                        <a16:creationId xmlns:a16="http://schemas.microsoft.com/office/drawing/2014/main" id="{DB163549-8CA7-584A-9E92-6112B679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7" name="Freeform 968">
                  <a:extLst>
                    <a:ext uri="{FF2B5EF4-FFF2-40B4-BE49-F238E27FC236}">
                      <a16:creationId xmlns:a16="http://schemas.microsoft.com/office/drawing/2014/main" id="{672100A7-D228-644D-A7A9-D57BAF705E7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28" name="Group 969">
                  <a:extLst>
                    <a:ext uri="{FF2B5EF4-FFF2-40B4-BE49-F238E27FC236}">
                      <a16:creationId xmlns:a16="http://schemas.microsoft.com/office/drawing/2014/main" id="{820BDCA6-E7BF-6D4B-BC5D-98AB3B2FDBE3}"/>
                    </a:ext>
                  </a:extLst>
                </p:cNvPr>
                <p:cNvGrpSpPr>
                  <a:grpSpLocks/>
                </p:cNvGrpSpPr>
                <p:nvPr/>
              </p:nvGrpSpPr>
              <p:grpSpPr bwMode="auto">
                <a:xfrm>
                  <a:off x="4739" y="1327"/>
                  <a:ext cx="582" cy="139"/>
                  <a:chOff x="614" y="2568"/>
                  <a:chExt cx="725" cy="139"/>
                </a:xfrm>
              </p:grpSpPr>
              <p:sp>
                <p:nvSpPr>
                  <p:cNvPr id="640" name="AutoShape 970">
                    <a:extLst>
                      <a:ext uri="{FF2B5EF4-FFF2-40B4-BE49-F238E27FC236}">
                        <a16:creationId xmlns:a16="http://schemas.microsoft.com/office/drawing/2014/main" id="{712B6BF7-2587-5C42-988F-D7DA878A825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1" name="AutoShape 971">
                    <a:extLst>
                      <a:ext uri="{FF2B5EF4-FFF2-40B4-BE49-F238E27FC236}">
                        <a16:creationId xmlns:a16="http://schemas.microsoft.com/office/drawing/2014/main" id="{CAE777B9-CD33-344F-8EE5-A44B2A60017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9" name="Rectangle 972">
                  <a:extLst>
                    <a:ext uri="{FF2B5EF4-FFF2-40B4-BE49-F238E27FC236}">
                      <a16:creationId xmlns:a16="http://schemas.microsoft.com/office/drawing/2014/main" id="{973FFADA-99BF-B947-A09B-9D4C29F5628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0" name="Freeform 973">
                  <a:extLst>
                    <a:ext uri="{FF2B5EF4-FFF2-40B4-BE49-F238E27FC236}">
                      <a16:creationId xmlns:a16="http://schemas.microsoft.com/office/drawing/2014/main" id="{A999183F-9671-B44F-B6FE-E27C62224257}"/>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1" name="Freeform 974">
                  <a:extLst>
                    <a:ext uri="{FF2B5EF4-FFF2-40B4-BE49-F238E27FC236}">
                      <a16:creationId xmlns:a16="http://schemas.microsoft.com/office/drawing/2014/main" id="{603F9CDC-0828-2942-A878-247392528C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2" name="Oval 975">
                  <a:extLst>
                    <a:ext uri="{FF2B5EF4-FFF2-40B4-BE49-F238E27FC236}">
                      <a16:creationId xmlns:a16="http://schemas.microsoft.com/office/drawing/2014/main" id="{AA09C282-E77F-CA44-93DB-264C5015771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3" name="Freeform 976">
                  <a:extLst>
                    <a:ext uri="{FF2B5EF4-FFF2-40B4-BE49-F238E27FC236}">
                      <a16:creationId xmlns:a16="http://schemas.microsoft.com/office/drawing/2014/main" id="{18954702-739D-5F40-B896-9DC05B53E16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4" name="AutoShape 977">
                  <a:extLst>
                    <a:ext uri="{FF2B5EF4-FFF2-40B4-BE49-F238E27FC236}">
                      <a16:creationId xmlns:a16="http://schemas.microsoft.com/office/drawing/2014/main" id="{F5B38299-3FA6-264F-BAA5-79C2464A560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5" name="AutoShape 978">
                  <a:extLst>
                    <a:ext uri="{FF2B5EF4-FFF2-40B4-BE49-F238E27FC236}">
                      <a16:creationId xmlns:a16="http://schemas.microsoft.com/office/drawing/2014/main" id="{B3E5E3A4-8481-5C4E-B38D-A67A6995C41F}"/>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6" name="Oval 979">
                  <a:extLst>
                    <a:ext uri="{FF2B5EF4-FFF2-40B4-BE49-F238E27FC236}">
                      <a16:creationId xmlns:a16="http://schemas.microsoft.com/office/drawing/2014/main" id="{1FF69F4E-8786-EB4D-924A-74C7EA3998C7}"/>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7" name="Oval 980">
                  <a:extLst>
                    <a:ext uri="{FF2B5EF4-FFF2-40B4-BE49-F238E27FC236}">
                      <a16:creationId xmlns:a16="http://schemas.microsoft.com/office/drawing/2014/main" id="{CE88E36E-B87F-1547-9BE4-ED4827F0F80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8" name="Oval 981">
                  <a:extLst>
                    <a:ext uri="{FF2B5EF4-FFF2-40B4-BE49-F238E27FC236}">
                      <a16:creationId xmlns:a16="http://schemas.microsoft.com/office/drawing/2014/main" id="{8BBBA34B-EFA2-4A4B-B81E-ADFB7F02484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9" name="Rectangle 982">
                  <a:extLst>
                    <a:ext uri="{FF2B5EF4-FFF2-40B4-BE49-F238E27FC236}">
                      <a16:creationId xmlns:a16="http://schemas.microsoft.com/office/drawing/2014/main" id="{84EA8819-04F9-0D49-9115-7F4B110FFF3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48" name="Group 950">
                <a:extLst>
                  <a:ext uri="{FF2B5EF4-FFF2-40B4-BE49-F238E27FC236}">
                    <a16:creationId xmlns:a16="http://schemas.microsoft.com/office/drawing/2014/main" id="{A1D32F46-2976-B24A-A79D-9FE4D1E69C6D}"/>
                  </a:ext>
                </a:extLst>
              </p:cNvPr>
              <p:cNvGrpSpPr>
                <a:grpSpLocks/>
              </p:cNvGrpSpPr>
              <p:nvPr/>
            </p:nvGrpSpPr>
            <p:grpSpPr bwMode="auto">
              <a:xfrm>
                <a:off x="10886470" y="2495212"/>
                <a:ext cx="177192" cy="330833"/>
                <a:chOff x="4140" y="429"/>
                <a:chExt cx="1425" cy="2396"/>
              </a:xfrm>
            </p:grpSpPr>
            <p:sp>
              <p:nvSpPr>
                <p:cNvPr id="649" name="Freeform 951">
                  <a:extLst>
                    <a:ext uri="{FF2B5EF4-FFF2-40B4-BE49-F238E27FC236}">
                      <a16:creationId xmlns:a16="http://schemas.microsoft.com/office/drawing/2014/main" id="{CC3A4EF2-1CFB-BB48-AE35-4A35B2CF96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0" name="Rectangle 952">
                  <a:extLst>
                    <a:ext uri="{FF2B5EF4-FFF2-40B4-BE49-F238E27FC236}">
                      <a16:creationId xmlns:a16="http://schemas.microsoft.com/office/drawing/2014/main" id="{59B857B7-967F-2F4A-B969-11FE37EC421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1" name="Freeform 953">
                  <a:extLst>
                    <a:ext uri="{FF2B5EF4-FFF2-40B4-BE49-F238E27FC236}">
                      <a16:creationId xmlns:a16="http://schemas.microsoft.com/office/drawing/2014/main" id="{C4D1578B-FDB0-B949-BE14-93937B7F93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2" name="Freeform 954">
                  <a:extLst>
                    <a:ext uri="{FF2B5EF4-FFF2-40B4-BE49-F238E27FC236}">
                      <a16:creationId xmlns:a16="http://schemas.microsoft.com/office/drawing/2014/main" id="{253EBD10-DE98-7344-B6A3-53012F8D45E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3" name="Rectangle 955">
                  <a:extLst>
                    <a:ext uri="{FF2B5EF4-FFF2-40B4-BE49-F238E27FC236}">
                      <a16:creationId xmlns:a16="http://schemas.microsoft.com/office/drawing/2014/main" id="{1034D44D-D48F-DC4F-993F-5264D07E1CD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4" name="Group 956">
                  <a:extLst>
                    <a:ext uri="{FF2B5EF4-FFF2-40B4-BE49-F238E27FC236}">
                      <a16:creationId xmlns:a16="http://schemas.microsoft.com/office/drawing/2014/main" id="{5FC7971F-0B74-9248-A556-D06C2F467662}"/>
                    </a:ext>
                  </a:extLst>
                </p:cNvPr>
                <p:cNvGrpSpPr>
                  <a:grpSpLocks/>
                </p:cNvGrpSpPr>
                <p:nvPr/>
              </p:nvGrpSpPr>
              <p:grpSpPr bwMode="auto">
                <a:xfrm>
                  <a:off x="4749" y="668"/>
                  <a:ext cx="581" cy="145"/>
                  <a:chOff x="614" y="2568"/>
                  <a:chExt cx="725" cy="139"/>
                </a:xfrm>
              </p:grpSpPr>
              <p:sp>
                <p:nvSpPr>
                  <p:cNvPr id="679" name="AutoShape 957">
                    <a:extLst>
                      <a:ext uri="{FF2B5EF4-FFF2-40B4-BE49-F238E27FC236}">
                        <a16:creationId xmlns:a16="http://schemas.microsoft.com/office/drawing/2014/main" id="{B39E40F8-0C53-544E-886E-74D89A550F9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0" name="AutoShape 958">
                    <a:extLst>
                      <a:ext uri="{FF2B5EF4-FFF2-40B4-BE49-F238E27FC236}">
                        <a16:creationId xmlns:a16="http://schemas.microsoft.com/office/drawing/2014/main" id="{F756FC90-7652-2043-8CB6-ED144B0FA6D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5" name="Rectangle 959">
                  <a:extLst>
                    <a:ext uri="{FF2B5EF4-FFF2-40B4-BE49-F238E27FC236}">
                      <a16:creationId xmlns:a16="http://schemas.microsoft.com/office/drawing/2014/main" id="{6513A0A9-F1E3-5F48-85B0-5BEFF69EED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6" name="Group 960">
                  <a:extLst>
                    <a:ext uri="{FF2B5EF4-FFF2-40B4-BE49-F238E27FC236}">
                      <a16:creationId xmlns:a16="http://schemas.microsoft.com/office/drawing/2014/main" id="{6541073A-804F-214B-BF34-73DEA0C29015}"/>
                    </a:ext>
                  </a:extLst>
                </p:cNvPr>
                <p:cNvGrpSpPr>
                  <a:grpSpLocks/>
                </p:cNvGrpSpPr>
                <p:nvPr/>
              </p:nvGrpSpPr>
              <p:grpSpPr bwMode="auto">
                <a:xfrm>
                  <a:off x="4747" y="994"/>
                  <a:ext cx="581" cy="134"/>
                  <a:chOff x="614" y="2568"/>
                  <a:chExt cx="725" cy="139"/>
                </a:xfrm>
              </p:grpSpPr>
              <p:sp>
                <p:nvSpPr>
                  <p:cNvPr id="677" name="AutoShape 961">
                    <a:extLst>
                      <a:ext uri="{FF2B5EF4-FFF2-40B4-BE49-F238E27FC236}">
                        <a16:creationId xmlns:a16="http://schemas.microsoft.com/office/drawing/2014/main" id="{BEE2DE69-B75C-4545-B2F7-205D6AE0FA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8" name="AutoShape 962">
                    <a:extLst>
                      <a:ext uri="{FF2B5EF4-FFF2-40B4-BE49-F238E27FC236}">
                        <a16:creationId xmlns:a16="http://schemas.microsoft.com/office/drawing/2014/main" id="{F61EA37E-E2B5-7B44-BF9B-9710DFFC0B3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7" name="Rectangle 963">
                  <a:extLst>
                    <a:ext uri="{FF2B5EF4-FFF2-40B4-BE49-F238E27FC236}">
                      <a16:creationId xmlns:a16="http://schemas.microsoft.com/office/drawing/2014/main" id="{A6F4DA99-ACF1-7343-95DB-8B6C3413A88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8" name="Rectangle 964">
                  <a:extLst>
                    <a:ext uri="{FF2B5EF4-FFF2-40B4-BE49-F238E27FC236}">
                      <a16:creationId xmlns:a16="http://schemas.microsoft.com/office/drawing/2014/main" id="{E56BE9F6-59BA-D74A-9AD9-0AC433035C9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9" name="Group 965">
                  <a:extLst>
                    <a:ext uri="{FF2B5EF4-FFF2-40B4-BE49-F238E27FC236}">
                      <a16:creationId xmlns:a16="http://schemas.microsoft.com/office/drawing/2014/main" id="{DE8984F9-BB16-514A-A2AD-3B2DA6F673D5}"/>
                    </a:ext>
                  </a:extLst>
                </p:cNvPr>
                <p:cNvGrpSpPr>
                  <a:grpSpLocks/>
                </p:cNvGrpSpPr>
                <p:nvPr/>
              </p:nvGrpSpPr>
              <p:grpSpPr bwMode="auto">
                <a:xfrm>
                  <a:off x="4735" y="1627"/>
                  <a:ext cx="582" cy="151"/>
                  <a:chOff x="614" y="2568"/>
                  <a:chExt cx="725" cy="139"/>
                </a:xfrm>
              </p:grpSpPr>
              <p:sp>
                <p:nvSpPr>
                  <p:cNvPr id="675" name="AutoShape 966">
                    <a:extLst>
                      <a:ext uri="{FF2B5EF4-FFF2-40B4-BE49-F238E27FC236}">
                        <a16:creationId xmlns:a16="http://schemas.microsoft.com/office/drawing/2014/main" id="{50EF9130-6738-0642-A3DE-4F1BA29407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AutoShape 967">
                    <a:extLst>
                      <a:ext uri="{FF2B5EF4-FFF2-40B4-BE49-F238E27FC236}">
                        <a16:creationId xmlns:a16="http://schemas.microsoft.com/office/drawing/2014/main" id="{F653020A-0F2E-CC45-BB8C-01BBFFDB89AF}"/>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0" name="Freeform 968">
                  <a:extLst>
                    <a:ext uri="{FF2B5EF4-FFF2-40B4-BE49-F238E27FC236}">
                      <a16:creationId xmlns:a16="http://schemas.microsoft.com/office/drawing/2014/main" id="{05CE57AF-DB07-FC42-9B20-5625DB02649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61" name="Group 969">
                  <a:extLst>
                    <a:ext uri="{FF2B5EF4-FFF2-40B4-BE49-F238E27FC236}">
                      <a16:creationId xmlns:a16="http://schemas.microsoft.com/office/drawing/2014/main" id="{D85FBC39-C61C-CF47-809B-55520B92BB03}"/>
                    </a:ext>
                  </a:extLst>
                </p:cNvPr>
                <p:cNvGrpSpPr>
                  <a:grpSpLocks/>
                </p:cNvGrpSpPr>
                <p:nvPr/>
              </p:nvGrpSpPr>
              <p:grpSpPr bwMode="auto">
                <a:xfrm>
                  <a:off x="4739" y="1327"/>
                  <a:ext cx="582" cy="139"/>
                  <a:chOff x="614" y="2568"/>
                  <a:chExt cx="725" cy="139"/>
                </a:xfrm>
              </p:grpSpPr>
              <p:sp>
                <p:nvSpPr>
                  <p:cNvPr id="673" name="AutoShape 970">
                    <a:extLst>
                      <a:ext uri="{FF2B5EF4-FFF2-40B4-BE49-F238E27FC236}">
                        <a16:creationId xmlns:a16="http://schemas.microsoft.com/office/drawing/2014/main" id="{98688A37-254B-E544-8277-BB0C0262A8F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4" name="AutoShape 971">
                    <a:extLst>
                      <a:ext uri="{FF2B5EF4-FFF2-40B4-BE49-F238E27FC236}">
                        <a16:creationId xmlns:a16="http://schemas.microsoft.com/office/drawing/2014/main" id="{C00394CD-1D38-724C-AE8B-CF83D46BD1A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2" name="Rectangle 972">
                  <a:extLst>
                    <a:ext uri="{FF2B5EF4-FFF2-40B4-BE49-F238E27FC236}">
                      <a16:creationId xmlns:a16="http://schemas.microsoft.com/office/drawing/2014/main" id="{7A65FD60-E5EA-AA47-927E-8661B99FAD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3" name="Freeform 973">
                  <a:extLst>
                    <a:ext uri="{FF2B5EF4-FFF2-40B4-BE49-F238E27FC236}">
                      <a16:creationId xmlns:a16="http://schemas.microsoft.com/office/drawing/2014/main" id="{1E045DCA-2AB8-E84B-B8DA-23D1C749FF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4" name="Freeform 974">
                  <a:extLst>
                    <a:ext uri="{FF2B5EF4-FFF2-40B4-BE49-F238E27FC236}">
                      <a16:creationId xmlns:a16="http://schemas.microsoft.com/office/drawing/2014/main" id="{12C2B220-C4B4-7241-94AE-C6FC2F8E8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5" name="Oval 975">
                  <a:extLst>
                    <a:ext uri="{FF2B5EF4-FFF2-40B4-BE49-F238E27FC236}">
                      <a16:creationId xmlns:a16="http://schemas.microsoft.com/office/drawing/2014/main" id="{A306C156-7401-9143-BFD8-61A66BD18C3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6" name="Freeform 976">
                  <a:extLst>
                    <a:ext uri="{FF2B5EF4-FFF2-40B4-BE49-F238E27FC236}">
                      <a16:creationId xmlns:a16="http://schemas.microsoft.com/office/drawing/2014/main" id="{5B247522-BC4F-B241-886E-9981B9223E5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7" name="AutoShape 977">
                  <a:extLst>
                    <a:ext uri="{FF2B5EF4-FFF2-40B4-BE49-F238E27FC236}">
                      <a16:creationId xmlns:a16="http://schemas.microsoft.com/office/drawing/2014/main" id="{31F9BE66-AC0A-AE43-8DAE-E9EF67B67EE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8" name="AutoShape 978">
                  <a:extLst>
                    <a:ext uri="{FF2B5EF4-FFF2-40B4-BE49-F238E27FC236}">
                      <a16:creationId xmlns:a16="http://schemas.microsoft.com/office/drawing/2014/main" id="{AC5FCB85-1D65-FA45-BF9A-A701F2DDD4A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9" name="Oval 979">
                  <a:extLst>
                    <a:ext uri="{FF2B5EF4-FFF2-40B4-BE49-F238E27FC236}">
                      <a16:creationId xmlns:a16="http://schemas.microsoft.com/office/drawing/2014/main" id="{AD8797D8-C48B-3C46-B3B0-856FC2D60D0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0" name="Oval 980">
                  <a:extLst>
                    <a:ext uri="{FF2B5EF4-FFF2-40B4-BE49-F238E27FC236}">
                      <a16:creationId xmlns:a16="http://schemas.microsoft.com/office/drawing/2014/main" id="{A33209E9-5CAB-A942-9FE2-043B87EC378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Oval 981">
                  <a:extLst>
                    <a:ext uri="{FF2B5EF4-FFF2-40B4-BE49-F238E27FC236}">
                      <a16:creationId xmlns:a16="http://schemas.microsoft.com/office/drawing/2014/main" id="{14EFB3EC-F5A4-3840-871B-D821A556F8E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2" name="Rectangle 982">
                  <a:extLst>
                    <a:ext uri="{FF2B5EF4-FFF2-40B4-BE49-F238E27FC236}">
                      <a16:creationId xmlns:a16="http://schemas.microsoft.com/office/drawing/2014/main" id="{E54C41F9-836D-3A4F-BE2B-4C1231874A0D}"/>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pic>
            <p:nvPicPr>
              <p:cNvPr id="684" name="Picture 683" descr="A close up of a logo&#10;&#10;Description automatically generated">
                <a:extLst>
                  <a:ext uri="{FF2B5EF4-FFF2-40B4-BE49-F238E27FC236}">
                    <a16:creationId xmlns:a16="http://schemas.microsoft.com/office/drawing/2014/main" id="{E223AA2F-C621-1F45-83F2-DF1D9F649C72}"/>
                  </a:ext>
                </a:extLst>
              </p:cNvPr>
              <p:cNvPicPr>
                <a:picLocks noChangeAspect="1"/>
              </p:cNvPicPr>
              <p:nvPr/>
            </p:nvPicPr>
            <p:blipFill>
              <a:blip r:embed="rId10"/>
              <a:stretch>
                <a:fillRect/>
              </a:stretch>
            </p:blipFill>
            <p:spPr>
              <a:xfrm>
                <a:off x="8347293" y="3513793"/>
                <a:ext cx="429108" cy="419677"/>
              </a:xfrm>
              <a:prstGeom prst="rect">
                <a:avLst/>
              </a:prstGeom>
            </p:spPr>
          </p:pic>
          <p:pic>
            <p:nvPicPr>
              <p:cNvPr id="685" name="Picture 684" descr="A close up of a logo&#10;&#10;Description automatically generated">
                <a:extLst>
                  <a:ext uri="{FF2B5EF4-FFF2-40B4-BE49-F238E27FC236}">
                    <a16:creationId xmlns:a16="http://schemas.microsoft.com/office/drawing/2014/main" id="{E4F7FF18-477F-264F-AD7D-16BA848CDFC5}"/>
                  </a:ext>
                </a:extLst>
              </p:cNvPr>
              <p:cNvPicPr>
                <a:picLocks noChangeAspect="1"/>
              </p:cNvPicPr>
              <p:nvPr/>
            </p:nvPicPr>
            <p:blipFill>
              <a:blip r:embed="rId10"/>
              <a:stretch>
                <a:fillRect/>
              </a:stretch>
            </p:blipFill>
            <p:spPr>
              <a:xfrm>
                <a:off x="8852720" y="4082881"/>
                <a:ext cx="429108" cy="419677"/>
              </a:xfrm>
              <a:prstGeom prst="rect">
                <a:avLst/>
              </a:prstGeom>
            </p:spPr>
          </p:pic>
          <p:pic>
            <p:nvPicPr>
              <p:cNvPr id="686" name="Picture 685" descr="A close up of a logo&#10;&#10;Description automatically generated">
                <a:extLst>
                  <a:ext uri="{FF2B5EF4-FFF2-40B4-BE49-F238E27FC236}">
                    <a16:creationId xmlns:a16="http://schemas.microsoft.com/office/drawing/2014/main" id="{99A597C4-B9DF-AE49-BEC3-589F5CA7E955}"/>
                  </a:ext>
                </a:extLst>
              </p:cNvPr>
              <p:cNvPicPr>
                <a:picLocks noChangeAspect="1"/>
              </p:cNvPicPr>
              <p:nvPr/>
            </p:nvPicPr>
            <p:blipFill>
              <a:blip r:embed="rId10"/>
              <a:stretch>
                <a:fillRect/>
              </a:stretch>
            </p:blipFill>
            <p:spPr>
              <a:xfrm>
                <a:off x="8754336" y="2618684"/>
                <a:ext cx="429108" cy="419677"/>
              </a:xfrm>
              <a:prstGeom prst="rect">
                <a:avLst/>
              </a:prstGeom>
            </p:spPr>
          </p:pic>
          <p:pic>
            <p:nvPicPr>
              <p:cNvPr id="687" name="Picture 686" descr="A close up of a logo&#10;&#10;Description automatically generated">
                <a:extLst>
                  <a:ext uri="{FF2B5EF4-FFF2-40B4-BE49-F238E27FC236}">
                    <a16:creationId xmlns:a16="http://schemas.microsoft.com/office/drawing/2014/main" id="{7442A3F6-9A2F-D54B-BE14-79E4F57B832C}"/>
                  </a:ext>
                </a:extLst>
              </p:cNvPr>
              <p:cNvPicPr>
                <a:picLocks noChangeAspect="1"/>
              </p:cNvPicPr>
              <p:nvPr/>
            </p:nvPicPr>
            <p:blipFill>
              <a:blip r:embed="rId10"/>
              <a:stretch>
                <a:fillRect/>
              </a:stretch>
            </p:blipFill>
            <p:spPr>
              <a:xfrm>
                <a:off x="9306063" y="2105539"/>
                <a:ext cx="429108" cy="419677"/>
              </a:xfrm>
              <a:prstGeom prst="rect">
                <a:avLst/>
              </a:prstGeom>
            </p:spPr>
          </p:pic>
          <p:pic>
            <p:nvPicPr>
              <p:cNvPr id="688" name="Picture 687" descr="A close up of a logo&#10;&#10;Description automatically generated">
                <a:extLst>
                  <a:ext uri="{FF2B5EF4-FFF2-40B4-BE49-F238E27FC236}">
                    <a16:creationId xmlns:a16="http://schemas.microsoft.com/office/drawing/2014/main" id="{7250BCF6-23C3-DC4F-A113-39F09B04C273}"/>
                  </a:ext>
                </a:extLst>
              </p:cNvPr>
              <p:cNvPicPr>
                <a:picLocks noChangeAspect="1"/>
              </p:cNvPicPr>
              <p:nvPr/>
            </p:nvPicPr>
            <p:blipFill>
              <a:blip r:embed="rId10"/>
              <a:stretch>
                <a:fillRect/>
              </a:stretch>
            </p:blipFill>
            <p:spPr>
              <a:xfrm>
                <a:off x="10615931" y="2200065"/>
                <a:ext cx="429108" cy="419677"/>
              </a:xfrm>
              <a:prstGeom prst="rect">
                <a:avLst/>
              </a:prstGeom>
            </p:spPr>
          </p:pic>
          <p:pic>
            <p:nvPicPr>
              <p:cNvPr id="690" name="Picture 689" descr="A close up of a logo&#10;&#10;Description automatically generated">
                <a:extLst>
                  <a:ext uri="{FF2B5EF4-FFF2-40B4-BE49-F238E27FC236}">
                    <a16:creationId xmlns:a16="http://schemas.microsoft.com/office/drawing/2014/main" id="{BAE4C093-264A-AB49-AC25-81D7ABFC2FD7}"/>
                  </a:ext>
                </a:extLst>
              </p:cNvPr>
              <p:cNvPicPr>
                <a:picLocks noChangeAspect="1"/>
              </p:cNvPicPr>
              <p:nvPr/>
            </p:nvPicPr>
            <p:blipFill>
              <a:blip r:embed="rId10"/>
              <a:stretch>
                <a:fillRect/>
              </a:stretch>
            </p:blipFill>
            <p:spPr>
              <a:xfrm>
                <a:off x="10793411" y="4154256"/>
                <a:ext cx="429108" cy="419677"/>
              </a:xfrm>
              <a:prstGeom prst="rect">
                <a:avLst/>
              </a:prstGeom>
            </p:spPr>
          </p:pic>
          <p:sp>
            <p:nvSpPr>
              <p:cNvPr id="691" name="TextBox 690">
                <a:extLst>
                  <a:ext uri="{FF2B5EF4-FFF2-40B4-BE49-F238E27FC236}">
                    <a16:creationId xmlns:a16="http://schemas.microsoft.com/office/drawing/2014/main" id="{DF58BD25-B547-2744-8A4C-5015050B2359}"/>
                  </a:ext>
                </a:extLst>
              </p:cNvPr>
              <p:cNvSpPr txBox="1"/>
              <p:nvPr/>
            </p:nvSpPr>
            <p:spPr>
              <a:xfrm>
                <a:off x="8272461" y="5287403"/>
                <a:ext cx="4085350" cy="11726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(post-2005)</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programmable network devices</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massive application-level infrastructure at edge</a:t>
                </a:r>
              </a:p>
            </p:txBody>
          </p:sp>
          <p:grpSp>
            <p:nvGrpSpPr>
              <p:cNvPr id="1030" name="Group 1029">
                <a:extLst>
                  <a:ext uri="{FF2B5EF4-FFF2-40B4-BE49-F238E27FC236}">
                    <a16:creationId xmlns:a16="http://schemas.microsoft.com/office/drawing/2014/main" id="{B2C4AA23-7830-824D-9903-C2F924E8A891}"/>
                  </a:ext>
                </a:extLst>
              </p:cNvPr>
              <p:cNvGrpSpPr/>
              <p:nvPr/>
            </p:nvGrpSpPr>
            <p:grpSpPr>
              <a:xfrm>
                <a:off x="8678469" y="3231324"/>
                <a:ext cx="415925" cy="454737"/>
                <a:chOff x="8221279" y="806779"/>
                <a:chExt cx="415925" cy="454737"/>
              </a:xfrm>
            </p:grpSpPr>
            <p:grpSp>
              <p:nvGrpSpPr>
                <p:cNvPr id="726" name="Group 652">
                  <a:extLst>
                    <a:ext uri="{FF2B5EF4-FFF2-40B4-BE49-F238E27FC236}">
                      <a16:creationId xmlns:a16="http://schemas.microsoft.com/office/drawing/2014/main" id="{9187982E-9787-9B4A-B8B5-7624E744392B}"/>
                    </a:ext>
                  </a:extLst>
                </p:cNvPr>
                <p:cNvGrpSpPr>
                  <a:grpSpLocks/>
                </p:cNvGrpSpPr>
                <p:nvPr/>
              </p:nvGrpSpPr>
              <p:grpSpPr bwMode="auto">
                <a:xfrm>
                  <a:off x="8221279" y="806779"/>
                  <a:ext cx="415925" cy="385763"/>
                  <a:chOff x="2751" y="1851"/>
                  <a:chExt cx="462" cy="478"/>
                </a:xfrm>
              </p:grpSpPr>
              <p:pic>
                <p:nvPicPr>
                  <p:cNvPr id="727" name="Picture 653" descr="iphone_stylized_small">
                    <a:extLst>
                      <a:ext uri="{FF2B5EF4-FFF2-40B4-BE49-F238E27FC236}">
                        <a16:creationId xmlns:a16="http://schemas.microsoft.com/office/drawing/2014/main" id="{F217D216-3D85-494F-BA98-C3B192773A6C}"/>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8" name="Picture 654" descr="antenna_radiation_stylized">
                    <a:extLst>
                      <a:ext uri="{FF2B5EF4-FFF2-40B4-BE49-F238E27FC236}">
                        <a16:creationId xmlns:a16="http://schemas.microsoft.com/office/drawing/2014/main" id="{F8761B83-D6CB-5C4C-9410-230FD983BE7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29" name="Picture 728" descr="A close up of a logo&#10;&#10;Description automatically generated">
                  <a:extLst>
                    <a:ext uri="{FF2B5EF4-FFF2-40B4-BE49-F238E27FC236}">
                      <a16:creationId xmlns:a16="http://schemas.microsoft.com/office/drawing/2014/main" id="{7B691201-F940-B445-8FF7-AD3E604A4880}"/>
                    </a:ext>
                  </a:extLst>
                </p:cNvPr>
                <p:cNvPicPr>
                  <a:picLocks noChangeAspect="1"/>
                </p:cNvPicPr>
                <p:nvPr/>
              </p:nvPicPr>
              <p:blipFill>
                <a:blip r:embed="rId10"/>
                <a:stretch>
                  <a:fillRect/>
                </a:stretch>
              </p:blipFill>
              <p:spPr>
                <a:xfrm>
                  <a:off x="8319654" y="999354"/>
                  <a:ext cx="268053" cy="262162"/>
                </a:xfrm>
                <a:prstGeom prst="rect">
                  <a:avLst/>
                </a:prstGeom>
              </p:spPr>
            </p:pic>
          </p:grpSp>
          <p:grpSp>
            <p:nvGrpSpPr>
              <p:cNvPr id="731" name="Group 730">
                <a:extLst>
                  <a:ext uri="{FF2B5EF4-FFF2-40B4-BE49-F238E27FC236}">
                    <a16:creationId xmlns:a16="http://schemas.microsoft.com/office/drawing/2014/main" id="{D661E4A8-EE57-FF4E-B047-705BFDDB0265}"/>
                  </a:ext>
                </a:extLst>
              </p:cNvPr>
              <p:cNvGrpSpPr/>
              <p:nvPr/>
            </p:nvGrpSpPr>
            <p:grpSpPr>
              <a:xfrm>
                <a:off x="9135670" y="2455469"/>
                <a:ext cx="415925" cy="454737"/>
                <a:chOff x="8221279" y="806779"/>
                <a:chExt cx="415925" cy="454737"/>
              </a:xfrm>
            </p:grpSpPr>
            <p:grpSp>
              <p:nvGrpSpPr>
                <p:cNvPr id="732" name="Group 652">
                  <a:extLst>
                    <a:ext uri="{FF2B5EF4-FFF2-40B4-BE49-F238E27FC236}">
                      <a16:creationId xmlns:a16="http://schemas.microsoft.com/office/drawing/2014/main" id="{67111EF2-4D3F-954F-91BC-CE9414BF46C1}"/>
                    </a:ext>
                  </a:extLst>
                </p:cNvPr>
                <p:cNvGrpSpPr>
                  <a:grpSpLocks/>
                </p:cNvGrpSpPr>
                <p:nvPr/>
              </p:nvGrpSpPr>
              <p:grpSpPr bwMode="auto">
                <a:xfrm>
                  <a:off x="8221279" y="806779"/>
                  <a:ext cx="415925" cy="385763"/>
                  <a:chOff x="2751" y="1851"/>
                  <a:chExt cx="462" cy="478"/>
                </a:xfrm>
              </p:grpSpPr>
              <p:pic>
                <p:nvPicPr>
                  <p:cNvPr id="734" name="Picture 653" descr="iphone_stylized_small">
                    <a:extLst>
                      <a:ext uri="{FF2B5EF4-FFF2-40B4-BE49-F238E27FC236}">
                        <a16:creationId xmlns:a16="http://schemas.microsoft.com/office/drawing/2014/main" id="{F617EC63-5DED-0545-BE3D-63CE40182246}"/>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 name="Picture 654" descr="antenna_radiation_stylized">
                    <a:extLst>
                      <a:ext uri="{FF2B5EF4-FFF2-40B4-BE49-F238E27FC236}">
                        <a16:creationId xmlns:a16="http://schemas.microsoft.com/office/drawing/2014/main" id="{761CB5F9-4CD2-634A-8713-90129C8199D9}"/>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33" name="Picture 732" descr="A close up of a logo&#10;&#10;Description automatically generated">
                  <a:extLst>
                    <a:ext uri="{FF2B5EF4-FFF2-40B4-BE49-F238E27FC236}">
                      <a16:creationId xmlns:a16="http://schemas.microsoft.com/office/drawing/2014/main" id="{E8DE0869-90BE-BB4A-B1DD-77C9666D716F}"/>
                    </a:ext>
                  </a:extLst>
                </p:cNvPr>
                <p:cNvPicPr>
                  <a:picLocks noChangeAspect="1"/>
                </p:cNvPicPr>
                <p:nvPr/>
              </p:nvPicPr>
              <p:blipFill>
                <a:blip r:embed="rId10"/>
                <a:stretch>
                  <a:fillRect/>
                </a:stretch>
              </p:blipFill>
              <p:spPr>
                <a:xfrm>
                  <a:off x="8319654" y="999354"/>
                  <a:ext cx="268053" cy="262162"/>
                </a:xfrm>
                <a:prstGeom prst="rect">
                  <a:avLst/>
                </a:prstGeom>
              </p:spPr>
            </p:pic>
          </p:grpSp>
        </p:grpSp>
        <p:pic>
          <p:nvPicPr>
            <p:cNvPr id="22" name="Picture 21" descr="A picture containing artifact, building, brick, cake&#10;&#10;Description automatically generated">
              <a:extLst>
                <a:ext uri="{FF2B5EF4-FFF2-40B4-BE49-F238E27FC236}">
                  <a16:creationId xmlns:a16="http://schemas.microsoft.com/office/drawing/2014/main" id="{10559274-7DA1-2A49-B361-54F159401A19}"/>
                </a:ext>
              </a:extLst>
            </p:cNvPr>
            <p:cNvPicPr>
              <a:picLocks noChangeAspect="1"/>
            </p:cNvPicPr>
            <p:nvPr/>
          </p:nvPicPr>
          <p:blipFill>
            <a:blip r:embed="rId4"/>
            <a:stretch>
              <a:fillRect/>
            </a:stretch>
          </p:blipFill>
          <p:spPr>
            <a:xfrm>
              <a:off x="9686925" y="3148013"/>
              <a:ext cx="895350" cy="895350"/>
            </a:xfrm>
            <a:prstGeom prst="rect">
              <a:avLst/>
            </a:prstGeom>
          </p:spPr>
        </p:pic>
      </p:grpSp>
      <p:pic>
        <p:nvPicPr>
          <p:cNvPr id="448" name="Picture 447" descr="A close up of a logo&#10;&#10;Description automatically generated">
            <a:extLst>
              <a:ext uri="{FF2B5EF4-FFF2-40B4-BE49-F238E27FC236}">
                <a16:creationId xmlns:a16="http://schemas.microsoft.com/office/drawing/2014/main" id="{29A1D3DC-7853-C04E-8640-4812EE92F589}"/>
              </a:ext>
            </a:extLst>
          </p:cNvPr>
          <p:cNvPicPr>
            <a:picLocks noChangeAspect="1"/>
          </p:cNvPicPr>
          <p:nvPr/>
        </p:nvPicPr>
        <p:blipFill>
          <a:blip r:embed="rId10"/>
          <a:stretch>
            <a:fillRect/>
          </a:stretch>
        </p:blipFill>
        <p:spPr>
          <a:xfrm>
            <a:off x="9125079" y="2572464"/>
            <a:ext cx="797421" cy="779895"/>
          </a:xfrm>
          <a:prstGeom prst="rect">
            <a:avLst/>
          </a:prstGeom>
        </p:spPr>
      </p:pic>
      <p:grpSp>
        <p:nvGrpSpPr>
          <p:cNvPr id="26" name="Group 25">
            <a:extLst>
              <a:ext uri="{FF2B5EF4-FFF2-40B4-BE49-F238E27FC236}">
                <a16:creationId xmlns:a16="http://schemas.microsoft.com/office/drawing/2014/main" id="{CFB76737-306F-0242-8A9E-69735A8DC47D}"/>
              </a:ext>
            </a:extLst>
          </p:cNvPr>
          <p:cNvGrpSpPr/>
          <p:nvPr/>
        </p:nvGrpSpPr>
        <p:grpSpPr>
          <a:xfrm>
            <a:off x="9029832" y="1319926"/>
            <a:ext cx="2039235" cy="3523095"/>
            <a:chOff x="9458462" y="1519960"/>
            <a:chExt cx="2039235" cy="3523095"/>
          </a:xfrm>
        </p:grpSpPr>
        <p:grpSp>
          <p:nvGrpSpPr>
            <p:cNvPr id="1029" name="Group 1028">
              <a:extLst>
                <a:ext uri="{FF2B5EF4-FFF2-40B4-BE49-F238E27FC236}">
                  <a16:creationId xmlns:a16="http://schemas.microsoft.com/office/drawing/2014/main" id="{485D5354-EB6F-2A40-8135-869A7D5E4A14}"/>
                </a:ext>
              </a:extLst>
            </p:cNvPr>
            <p:cNvGrpSpPr/>
            <p:nvPr/>
          </p:nvGrpSpPr>
          <p:grpSpPr>
            <a:xfrm>
              <a:off x="9458462" y="1519960"/>
              <a:ext cx="1110980" cy="932295"/>
              <a:chOff x="8253126" y="-932295"/>
              <a:chExt cx="1110980" cy="932295"/>
            </a:xfrm>
          </p:grpSpPr>
          <p:grpSp>
            <p:nvGrpSpPr>
              <p:cNvPr id="504" name="Group 503">
                <a:extLst>
                  <a:ext uri="{FF2B5EF4-FFF2-40B4-BE49-F238E27FC236}">
                    <a16:creationId xmlns:a16="http://schemas.microsoft.com/office/drawing/2014/main" id="{49C4181C-3B89-3847-84FE-C09560332B21}"/>
                  </a:ext>
                </a:extLst>
              </p:cNvPr>
              <p:cNvGrpSpPr/>
              <p:nvPr/>
            </p:nvGrpSpPr>
            <p:grpSpPr>
              <a:xfrm>
                <a:off x="8646606" y="-648336"/>
                <a:ext cx="717500" cy="648336"/>
                <a:chOff x="9034533" y="580804"/>
                <a:chExt cx="717500" cy="648336"/>
              </a:xfrm>
            </p:grpSpPr>
            <p:grpSp>
              <p:nvGrpSpPr>
                <p:cNvPr id="505" name="Group 504">
                  <a:extLst>
                    <a:ext uri="{FF2B5EF4-FFF2-40B4-BE49-F238E27FC236}">
                      <a16:creationId xmlns:a16="http://schemas.microsoft.com/office/drawing/2014/main" id="{6520BD40-FD97-6B40-A891-477DCD4C3C10}"/>
                    </a:ext>
                  </a:extLst>
                </p:cNvPr>
                <p:cNvGrpSpPr/>
                <p:nvPr/>
              </p:nvGrpSpPr>
              <p:grpSpPr>
                <a:xfrm>
                  <a:off x="9034533" y="580804"/>
                  <a:ext cx="594613" cy="648336"/>
                  <a:chOff x="5203089" y="1751190"/>
                  <a:chExt cx="858331" cy="662414"/>
                </a:xfrm>
              </p:grpSpPr>
              <p:sp>
                <p:nvSpPr>
                  <p:cNvPr id="510" name="Freeform 509">
                    <a:extLst>
                      <a:ext uri="{FF2B5EF4-FFF2-40B4-BE49-F238E27FC236}">
                        <a16:creationId xmlns:a16="http://schemas.microsoft.com/office/drawing/2014/main" id="{39C16DF4-EB0C-2343-8D15-FBF38CDFD82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1" name="Freeform 510">
                    <a:extLst>
                      <a:ext uri="{FF2B5EF4-FFF2-40B4-BE49-F238E27FC236}">
                        <a16:creationId xmlns:a16="http://schemas.microsoft.com/office/drawing/2014/main" id="{67F3AA22-EF75-9E49-9CFB-D3B7A01CCAD0}"/>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2" name="Straight Connector 511">
                    <a:extLst>
                      <a:ext uri="{FF2B5EF4-FFF2-40B4-BE49-F238E27FC236}">
                        <a16:creationId xmlns:a16="http://schemas.microsoft.com/office/drawing/2014/main" id="{42D2BC51-C67B-664C-BDF7-7260FE9FE4CB}"/>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3" name="Straight Connector 512">
                    <a:extLst>
                      <a:ext uri="{FF2B5EF4-FFF2-40B4-BE49-F238E27FC236}">
                        <a16:creationId xmlns:a16="http://schemas.microsoft.com/office/drawing/2014/main" id="{8EC5F5E2-4159-A34E-994E-6A67ACEFAD39}"/>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a:extLst>
                      <a:ext uri="{FF2B5EF4-FFF2-40B4-BE49-F238E27FC236}">
                        <a16:creationId xmlns:a16="http://schemas.microsoft.com/office/drawing/2014/main" id="{D8073BC8-3EF0-4C4D-B91B-3C9410D048C6}"/>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5" name="Straight Connector 514">
                    <a:extLst>
                      <a:ext uri="{FF2B5EF4-FFF2-40B4-BE49-F238E27FC236}">
                        <a16:creationId xmlns:a16="http://schemas.microsoft.com/office/drawing/2014/main" id="{8B11FEA5-C408-3C48-9CDD-B574058409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6" name="Straight Connector 515">
                    <a:extLst>
                      <a:ext uri="{FF2B5EF4-FFF2-40B4-BE49-F238E27FC236}">
                        <a16:creationId xmlns:a16="http://schemas.microsoft.com/office/drawing/2014/main" id="{C140AE85-0D5B-4E4A-8617-278109072A7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a:extLst>
                      <a:ext uri="{FF2B5EF4-FFF2-40B4-BE49-F238E27FC236}">
                        <a16:creationId xmlns:a16="http://schemas.microsoft.com/office/drawing/2014/main" id="{DC008155-F28F-734C-8819-6AB9B1116E2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506" name="Group 505">
                  <a:extLst>
                    <a:ext uri="{FF2B5EF4-FFF2-40B4-BE49-F238E27FC236}">
                      <a16:creationId xmlns:a16="http://schemas.microsoft.com/office/drawing/2014/main" id="{E33DF550-6409-7140-BA4B-D041B68EDB80}"/>
                    </a:ext>
                  </a:extLst>
                </p:cNvPr>
                <p:cNvGrpSpPr/>
                <p:nvPr/>
              </p:nvGrpSpPr>
              <p:grpSpPr>
                <a:xfrm>
                  <a:off x="9447245" y="815118"/>
                  <a:ext cx="304788" cy="405973"/>
                  <a:chOff x="5275406" y="2711455"/>
                  <a:chExt cx="452949" cy="405518"/>
                </a:xfrm>
              </p:grpSpPr>
              <p:pic>
                <p:nvPicPr>
                  <p:cNvPr id="507" name="Picture 506" descr="server_rack.png">
                    <a:extLst>
                      <a:ext uri="{FF2B5EF4-FFF2-40B4-BE49-F238E27FC236}">
                        <a16:creationId xmlns:a16="http://schemas.microsoft.com/office/drawing/2014/main" id="{73552898-D463-3446-ADEB-C7FBFD33401B}"/>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508" name="Picture 507" descr="server_rack.png">
                    <a:extLst>
                      <a:ext uri="{FF2B5EF4-FFF2-40B4-BE49-F238E27FC236}">
                        <a16:creationId xmlns:a16="http://schemas.microsoft.com/office/drawing/2014/main" id="{21E3F91C-C402-8A48-B8E9-E69484B6C0B0}"/>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509" name="Picture 508" descr="server_rack.png">
                    <a:extLst>
                      <a:ext uri="{FF2B5EF4-FFF2-40B4-BE49-F238E27FC236}">
                        <a16:creationId xmlns:a16="http://schemas.microsoft.com/office/drawing/2014/main" id="{BD574144-9BAA-CB43-B15D-BEEC6468CC98}"/>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2" name="Picture 691" descr="A close up of a logo&#10;&#10;Description automatically generated">
                <a:extLst>
                  <a:ext uri="{FF2B5EF4-FFF2-40B4-BE49-F238E27FC236}">
                    <a16:creationId xmlns:a16="http://schemas.microsoft.com/office/drawing/2014/main" id="{D9A97E40-7370-824F-8AF9-ED97EE308829}"/>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694" name="Group 693">
              <a:extLst>
                <a:ext uri="{FF2B5EF4-FFF2-40B4-BE49-F238E27FC236}">
                  <a16:creationId xmlns:a16="http://schemas.microsoft.com/office/drawing/2014/main" id="{414EE157-0F59-B74E-AE61-DBDC4E26ADE9}"/>
                </a:ext>
              </a:extLst>
            </p:cNvPr>
            <p:cNvGrpSpPr/>
            <p:nvPr/>
          </p:nvGrpSpPr>
          <p:grpSpPr>
            <a:xfrm>
              <a:off x="9541589" y="4110760"/>
              <a:ext cx="1110980" cy="932295"/>
              <a:chOff x="8253126" y="-932295"/>
              <a:chExt cx="1110980" cy="932295"/>
            </a:xfrm>
          </p:grpSpPr>
          <p:grpSp>
            <p:nvGrpSpPr>
              <p:cNvPr id="695" name="Group 694">
                <a:extLst>
                  <a:ext uri="{FF2B5EF4-FFF2-40B4-BE49-F238E27FC236}">
                    <a16:creationId xmlns:a16="http://schemas.microsoft.com/office/drawing/2014/main" id="{0BE9CDB4-E7F6-2548-8353-106200101561}"/>
                  </a:ext>
                </a:extLst>
              </p:cNvPr>
              <p:cNvGrpSpPr/>
              <p:nvPr/>
            </p:nvGrpSpPr>
            <p:grpSpPr>
              <a:xfrm>
                <a:off x="8646606" y="-648336"/>
                <a:ext cx="717500" cy="648336"/>
                <a:chOff x="9034533" y="580804"/>
                <a:chExt cx="717500" cy="648336"/>
              </a:xfrm>
            </p:grpSpPr>
            <p:grpSp>
              <p:nvGrpSpPr>
                <p:cNvPr id="697" name="Group 696">
                  <a:extLst>
                    <a:ext uri="{FF2B5EF4-FFF2-40B4-BE49-F238E27FC236}">
                      <a16:creationId xmlns:a16="http://schemas.microsoft.com/office/drawing/2014/main" id="{4C4518B3-9E7E-1C42-BE64-67C199C0FC6B}"/>
                    </a:ext>
                  </a:extLst>
                </p:cNvPr>
                <p:cNvGrpSpPr/>
                <p:nvPr/>
              </p:nvGrpSpPr>
              <p:grpSpPr>
                <a:xfrm>
                  <a:off x="9034533" y="580804"/>
                  <a:ext cx="594613" cy="648336"/>
                  <a:chOff x="5203089" y="1751190"/>
                  <a:chExt cx="858331" cy="662414"/>
                </a:xfrm>
              </p:grpSpPr>
              <p:sp>
                <p:nvSpPr>
                  <p:cNvPr id="702" name="Freeform 701">
                    <a:extLst>
                      <a:ext uri="{FF2B5EF4-FFF2-40B4-BE49-F238E27FC236}">
                        <a16:creationId xmlns:a16="http://schemas.microsoft.com/office/drawing/2014/main" id="{E647834A-B25B-B443-BB94-9CDA487C195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3" name="Freeform 702">
                    <a:extLst>
                      <a:ext uri="{FF2B5EF4-FFF2-40B4-BE49-F238E27FC236}">
                        <a16:creationId xmlns:a16="http://schemas.microsoft.com/office/drawing/2014/main" id="{DF22A4F2-D924-F443-919D-5DB6D3F0080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04" name="Straight Connector 703">
                    <a:extLst>
                      <a:ext uri="{FF2B5EF4-FFF2-40B4-BE49-F238E27FC236}">
                        <a16:creationId xmlns:a16="http://schemas.microsoft.com/office/drawing/2014/main" id="{3B3ACFFC-1BFF-2943-A17D-F66EED739585}"/>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5" name="Straight Connector 704">
                    <a:extLst>
                      <a:ext uri="{FF2B5EF4-FFF2-40B4-BE49-F238E27FC236}">
                        <a16:creationId xmlns:a16="http://schemas.microsoft.com/office/drawing/2014/main" id="{E12191E0-B065-1441-B38B-61669C4C5DE4}"/>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6" name="Straight Connector 705">
                    <a:extLst>
                      <a:ext uri="{FF2B5EF4-FFF2-40B4-BE49-F238E27FC236}">
                        <a16:creationId xmlns:a16="http://schemas.microsoft.com/office/drawing/2014/main" id="{54D4A918-6CFD-C547-8DC9-A583C768227F}"/>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7" name="Straight Connector 706">
                    <a:extLst>
                      <a:ext uri="{FF2B5EF4-FFF2-40B4-BE49-F238E27FC236}">
                        <a16:creationId xmlns:a16="http://schemas.microsoft.com/office/drawing/2014/main" id="{FC0427AC-B8A4-0547-B023-01CBFD48C0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8" name="Straight Connector 707">
                    <a:extLst>
                      <a:ext uri="{FF2B5EF4-FFF2-40B4-BE49-F238E27FC236}">
                        <a16:creationId xmlns:a16="http://schemas.microsoft.com/office/drawing/2014/main" id="{24B939C0-BF91-B34C-9396-2BC6C9E329D1}"/>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09" name="Straight Connector 708">
                    <a:extLst>
                      <a:ext uri="{FF2B5EF4-FFF2-40B4-BE49-F238E27FC236}">
                        <a16:creationId xmlns:a16="http://schemas.microsoft.com/office/drawing/2014/main" id="{88A44BBC-E53A-A04F-828B-C8E54DE17A8B}"/>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698" name="Group 697">
                  <a:extLst>
                    <a:ext uri="{FF2B5EF4-FFF2-40B4-BE49-F238E27FC236}">
                      <a16:creationId xmlns:a16="http://schemas.microsoft.com/office/drawing/2014/main" id="{45721ABC-7948-444A-AAD7-1703B0D65A6A}"/>
                    </a:ext>
                  </a:extLst>
                </p:cNvPr>
                <p:cNvGrpSpPr/>
                <p:nvPr/>
              </p:nvGrpSpPr>
              <p:grpSpPr>
                <a:xfrm>
                  <a:off x="9447245" y="815118"/>
                  <a:ext cx="304788" cy="405973"/>
                  <a:chOff x="5275406" y="2711455"/>
                  <a:chExt cx="452949" cy="405518"/>
                </a:xfrm>
              </p:grpSpPr>
              <p:pic>
                <p:nvPicPr>
                  <p:cNvPr id="699" name="Picture 698" descr="server_rack.png">
                    <a:extLst>
                      <a:ext uri="{FF2B5EF4-FFF2-40B4-BE49-F238E27FC236}">
                        <a16:creationId xmlns:a16="http://schemas.microsoft.com/office/drawing/2014/main" id="{3304551E-981C-2743-8DBA-408215D554A7}"/>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00" name="Picture 699" descr="server_rack.png">
                    <a:extLst>
                      <a:ext uri="{FF2B5EF4-FFF2-40B4-BE49-F238E27FC236}">
                        <a16:creationId xmlns:a16="http://schemas.microsoft.com/office/drawing/2014/main" id="{DC54635F-651D-674E-9B2F-8A5EE8600661}"/>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01" name="Picture 700" descr="server_rack.png">
                    <a:extLst>
                      <a:ext uri="{FF2B5EF4-FFF2-40B4-BE49-F238E27FC236}">
                        <a16:creationId xmlns:a16="http://schemas.microsoft.com/office/drawing/2014/main" id="{EB4D441F-063A-B948-AC5F-1B7F66BECD4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6" name="Picture 695" descr="A close up of a logo&#10;&#10;Description automatically generated">
                <a:extLst>
                  <a:ext uri="{FF2B5EF4-FFF2-40B4-BE49-F238E27FC236}">
                    <a16:creationId xmlns:a16="http://schemas.microsoft.com/office/drawing/2014/main" id="{3CACAEEF-6D2A-E343-A77D-094B77100E82}"/>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710" name="Group 709">
              <a:extLst>
                <a:ext uri="{FF2B5EF4-FFF2-40B4-BE49-F238E27FC236}">
                  <a16:creationId xmlns:a16="http://schemas.microsoft.com/office/drawing/2014/main" id="{8F5E467B-9B85-BC45-A332-BBECCEFA3AFA}"/>
                </a:ext>
              </a:extLst>
            </p:cNvPr>
            <p:cNvGrpSpPr/>
            <p:nvPr/>
          </p:nvGrpSpPr>
          <p:grpSpPr>
            <a:xfrm>
              <a:off x="10386717" y="3002396"/>
              <a:ext cx="1110980" cy="932295"/>
              <a:chOff x="8253126" y="-932295"/>
              <a:chExt cx="1110980" cy="932295"/>
            </a:xfrm>
          </p:grpSpPr>
          <p:grpSp>
            <p:nvGrpSpPr>
              <p:cNvPr id="711" name="Group 710">
                <a:extLst>
                  <a:ext uri="{FF2B5EF4-FFF2-40B4-BE49-F238E27FC236}">
                    <a16:creationId xmlns:a16="http://schemas.microsoft.com/office/drawing/2014/main" id="{B20E5F9C-9010-2A48-AB56-F34D5DD0363E}"/>
                  </a:ext>
                </a:extLst>
              </p:cNvPr>
              <p:cNvGrpSpPr/>
              <p:nvPr/>
            </p:nvGrpSpPr>
            <p:grpSpPr>
              <a:xfrm>
                <a:off x="8646606" y="-648336"/>
                <a:ext cx="717500" cy="648336"/>
                <a:chOff x="9034533" y="580804"/>
                <a:chExt cx="717500" cy="648336"/>
              </a:xfrm>
            </p:grpSpPr>
            <p:grpSp>
              <p:nvGrpSpPr>
                <p:cNvPr id="713" name="Group 712">
                  <a:extLst>
                    <a:ext uri="{FF2B5EF4-FFF2-40B4-BE49-F238E27FC236}">
                      <a16:creationId xmlns:a16="http://schemas.microsoft.com/office/drawing/2014/main" id="{0CEFA5B1-ED61-C74F-800A-BAF3C2568992}"/>
                    </a:ext>
                  </a:extLst>
                </p:cNvPr>
                <p:cNvGrpSpPr/>
                <p:nvPr/>
              </p:nvGrpSpPr>
              <p:grpSpPr>
                <a:xfrm>
                  <a:off x="9034533" y="580804"/>
                  <a:ext cx="594613" cy="648336"/>
                  <a:chOff x="5203089" y="1751190"/>
                  <a:chExt cx="858331" cy="662414"/>
                </a:xfrm>
              </p:grpSpPr>
              <p:sp>
                <p:nvSpPr>
                  <p:cNvPr id="718" name="Freeform 717">
                    <a:extLst>
                      <a:ext uri="{FF2B5EF4-FFF2-40B4-BE49-F238E27FC236}">
                        <a16:creationId xmlns:a16="http://schemas.microsoft.com/office/drawing/2014/main" id="{56DD79E6-A218-BE48-B426-F8A070F7B9A9}"/>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9" name="Freeform 718">
                    <a:extLst>
                      <a:ext uri="{FF2B5EF4-FFF2-40B4-BE49-F238E27FC236}">
                        <a16:creationId xmlns:a16="http://schemas.microsoft.com/office/drawing/2014/main" id="{ADEA085E-8325-8441-8AEE-1BAB39311C84}"/>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20" name="Straight Connector 719">
                    <a:extLst>
                      <a:ext uri="{FF2B5EF4-FFF2-40B4-BE49-F238E27FC236}">
                        <a16:creationId xmlns:a16="http://schemas.microsoft.com/office/drawing/2014/main" id="{07079D5F-F6B5-7443-8CDF-F01D54314E7C}"/>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1" name="Straight Connector 720">
                    <a:extLst>
                      <a:ext uri="{FF2B5EF4-FFF2-40B4-BE49-F238E27FC236}">
                        <a16:creationId xmlns:a16="http://schemas.microsoft.com/office/drawing/2014/main" id="{0C783F50-8835-6B4C-BC39-C6FDFFC004D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2" name="Straight Connector 721">
                    <a:extLst>
                      <a:ext uri="{FF2B5EF4-FFF2-40B4-BE49-F238E27FC236}">
                        <a16:creationId xmlns:a16="http://schemas.microsoft.com/office/drawing/2014/main" id="{EA803059-3B3B-7A46-B401-D190EC457A23}"/>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3" name="Straight Connector 722">
                    <a:extLst>
                      <a:ext uri="{FF2B5EF4-FFF2-40B4-BE49-F238E27FC236}">
                        <a16:creationId xmlns:a16="http://schemas.microsoft.com/office/drawing/2014/main" id="{2C35CFE8-4BB6-554D-9201-F0397AA22142}"/>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4" name="Straight Connector 723">
                    <a:extLst>
                      <a:ext uri="{FF2B5EF4-FFF2-40B4-BE49-F238E27FC236}">
                        <a16:creationId xmlns:a16="http://schemas.microsoft.com/office/drawing/2014/main" id="{F9BBAA59-65FC-AC43-AEB8-FAEC3A3DD9B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25" name="Straight Connector 724">
                    <a:extLst>
                      <a:ext uri="{FF2B5EF4-FFF2-40B4-BE49-F238E27FC236}">
                        <a16:creationId xmlns:a16="http://schemas.microsoft.com/office/drawing/2014/main" id="{4BC3A095-89DC-7246-AF64-767F5C0886E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714" name="Group 713">
                  <a:extLst>
                    <a:ext uri="{FF2B5EF4-FFF2-40B4-BE49-F238E27FC236}">
                      <a16:creationId xmlns:a16="http://schemas.microsoft.com/office/drawing/2014/main" id="{C19B126B-2731-6A47-B08A-254120161980}"/>
                    </a:ext>
                  </a:extLst>
                </p:cNvPr>
                <p:cNvGrpSpPr/>
                <p:nvPr/>
              </p:nvGrpSpPr>
              <p:grpSpPr>
                <a:xfrm>
                  <a:off x="9447245" y="815118"/>
                  <a:ext cx="304788" cy="405973"/>
                  <a:chOff x="5275406" y="2711455"/>
                  <a:chExt cx="452949" cy="405518"/>
                </a:xfrm>
              </p:grpSpPr>
              <p:pic>
                <p:nvPicPr>
                  <p:cNvPr id="715" name="Picture 714" descr="server_rack.png">
                    <a:extLst>
                      <a:ext uri="{FF2B5EF4-FFF2-40B4-BE49-F238E27FC236}">
                        <a16:creationId xmlns:a16="http://schemas.microsoft.com/office/drawing/2014/main" id="{0DD3E29A-8D7D-AB4C-98D7-EF9B5850D76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16" name="Picture 715" descr="server_rack.png">
                    <a:extLst>
                      <a:ext uri="{FF2B5EF4-FFF2-40B4-BE49-F238E27FC236}">
                        <a16:creationId xmlns:a16="http://schemas.microsoft.com/office/drawing/2014/main" id="{347BB8D5-83B8-4640-B625-6AD5CA4B899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17" name="Picture 716" descr="server_rack.png">
                    <a:extLst>
                      <a:ext uri="{FF2B5EF4-FFF2-40B4-BE49-F238E27FC236}">
                        <a16:creationId xmlns:a16="http://schemas.microsoft.com/office/drawing/2014/main" id="{F7015861-BD17-FF42-936D-A5B2CDFDAE69}"/>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712" name="Picture 711" descr="A close up of a logo&#10;&#10;Description automatically generated">
                <a:extLst>
                  <a:ext uri="{FF2B5EF4-FFF2-40B4-BE49-F238E27FC236}">
                    <a16:creationId xmlns:a16="http://schemas.microsoft.com/office/drawing/2014/main" id="{9C2E408A-B955-F048-8B21-99D0417F05DD}"/>
                  </a:ext>
                </a:extLst>
              </p:cNvPr>
              <p:cNvPicPr>
                <a:picLocks noChangeAspect="1"/>
              </p:cNvPicPr>
              <p:nvPr/>
            </p:nvPicPr>
            <p:blipFill>
              <a:blip r:embed="rId10"/>
              <a:stretch>
                <a:fillRect/>
              </a:stretch>
            </p:blipFill>
            <p:spPr>
              <a:xfrm>
                <a:off x="8253126" y="-932295"/>
                <a:ext cx="797421" cy="779895"/>
              </a:xfrm>
              <a:prstGeom prst="rect">
                <a:avLst/>
              </a:prstGeom>
            </p:spPr>
          </p:pic>
        </p:grpSp>
      </p:grpSp>
    </p:spTree>
    <p:extLst>
      <p:ext uri="{BB962C8B-B14F-4D97-AF65-F5344CB8AC3E}">
        <p14:creationId xmlns:p14="http://schemas.microsoft.com/office/powerpoint/2010/main" val="25643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dissolv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48"/>
                                        </p:tgtEl>
                                        <p:attrNameLst>
                                          <p:attrName>style.visibility</p:attrName>
                                        </p:attrNameLst>
                                      </p:cBhvr>
                                      <p:to>
                                        <p:strVal val="visible"/>
                                      </p:to>
                                    </p:set>
                                    <p:animEffect transition="in" filter="dissolve">
                                      <p:cBhvr>
                                        <p:cTn id="22" dur="500"/>
                                        <p:tgtEl>
                                          <p:spTgt spid="44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dissolve">
                                      <p:cBhvr>
                                        <p:cTn id="2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 at middle age</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41747" y="2689811"/>
            <a:ext cx="3722144" cy="1938992"/>
            <a:chOff x="814038" y="2315737"/>
            <a:chExt cx="3722144" cy="1938992"/>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middle age “love handles”?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middleboxes, operating inside the network</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3119977" y="3283528"/>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 name="Rectangle 5">
            <a:extLst>
              <a:ext uri="{FF2B5EF4-FFF2-40B4-BE49-F238E27FC236}">
                <a16:creationId xmlns:a16="http://schemas.microsoft.com/office/drawing/2014/main" id="{A080BF89-711D-724F-AFB6-ECB6A25AFBFA}"/>
              </a:ext>
            </a:extLst>
          </p:cNvPr>
          <p:cNvSpPr/>
          <p:nvPr/>
        </p:nvSpPr>
        <p:spPr>
          <a:xfrm>
            <a:off x="5165725" y="3255382"/>
            <a:ext cx="1473200"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Rectangle 55">
            <a:extLst>
              <a:ext uri="{FF2B5EF4-FFF2-40B4-BE49-F238E27FC236}">
                <a16:creationId xmlns:a16="http://schemas.microsoft.com/office/drawing/2014/main" id="{C6DF106B-12CE-0C45-884E-A161B018E6F4}"/>
              </a:ext>
            </a:extLst>
          </p:cNvPr>
          <p:cNvSpPr/>
          <p:nvPr/>
        </p:nvSpPr>
        <p:spPr>
          <a:xfrm>
            <a:off x="5149849" y="3890382"/>
            <a:ext cx="1501775"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50397F3C-6DF9-D24B-B71C-9BFEEE0FFF39}"/>
              </a:ext>
            </a:extLst>
          </p:cNvPr>
          <p:cNvSpPr/>
          <p:nvPr/>
        </p:nvSpPr>
        <p:spPr>
          <a:xfrm flipH="1">
            <a:off x="6637380" y="3217837"/>
            <a:ext cx="369715" cy="828053"/>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4102"/>
              <a:gd name="connsiteX1" fmla="*/ 339976 w 366191"/>
              <a:gd name="connsiteY1" fmla="*/ 136770 h 794102"/>
              <a:gd name="connsiteX2" fmla="*/ 5 w 366191"/>
              <a:gd name="connsiteY2" fmla="*/ 402492 h 794102"/>
              <a:gd name="connsiteX3" fmla="*/ 324346 w 366191"/>
              <a:gd name="connsiteY3" fmla="*/ 668217 h 794102"/>
              <a:gd name="connsiteX4" fmla="*/ 314575 w 366191"/>
              <a:gd name="connsiteY4" fmla="*/ 794102 h 794102"/>
              <a:gd name="connsiteX0" fmla="*/ 344127 w 369715"/>
              <a:gd name="connsiteY0" fmla="*/ 0 h 800239"/>
              <a:gd name="connsiteX1" fmla="*/ 339976 w 369715"/>
              <a:gd name="connsiteY1" fmla="*/ 142907 h 800239"/>
              <a:gd name="connsiteX2" fmla="*/ 5 w 369715"/>
              <a:gd name="connsiteY2" fmla="*/ 408629 h 800239"/>
              <a:gd name="connsiteX3" fmla="*/ 324346 w 369715"/>
              <a:gd name="connsiteY3" fmla="*/ 674354 h 800239"/>
              <a:gd name="connsiteX4" fmla="*/ 314575 w 369715"/>
              <a:gd name="connsiteY4" fmla="*/ 800239 h 800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15" h="800239">
                <a:moveTo>
                  <a:pt x="344127" y="0"/>
                </a:moveTo>
                <a:cubicBezTo>
                  <a:pt x="336312" y="14328"/>
                  <a:pt x="408361" y="83641"/>
                  <a:pt x="339976" y="142907"/>
                </a:cubicBezTo>
                <a:cubicBezTo>
                  <a:pt x="271591" y="202174"/>
                  <a:pt x="-1297" y="210639"/>
                  <a:pt x="5" y="408629"/>
                </a:cubicBezTo>
                <a:cubicBezTo>
                  <a:pt x="1307" y="606619"/>
                  <a:pt x="257915" y="604667"/>
                  <a:pt x="324346" y="674354"/>
                </a:cubicBezTo>
                <a:cubicBezTo>
                  <a:pt x="390777" y="744041"/>
                  <a:pt x="308714" y="782003"/>
                  <a:pt x="314575" y="800239"/>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438027A-AA45-614F-A5B1-3E85160CAF01}"/>
              </a:ext>
            </a:extLst>
          </p:cNvPr>
          <p:cNvSpPr/>
          <p:nvPr/>
        </p:nvSpPr>
        <p:spPr>
          <a:xfrm>
            <a:off x="4783916" y="3219154"/>
            <a:ext cx="366191" cy="818528"/>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1033"/>
              <a:gd name="connsiteX1" fmla="*/ 339976 w 366191"/>
              <a:gd name="connsiteY1" fmla="*/ 136770 h 791033"/>
              <a:gd name="connsiteX2" fmla="*/ 5 w 366191"/>
              <a:gd name="connsiteY2" fmla="*/ 402492 h 791033"/>
              <a:gd name="connsiteX3" fmla="*/ 324346 w 366191"/>
              <a:gd name="connsiteY3" fmla="*/ 668217 h 791033"/>
              <a:gd name="connsiteX4" fmla="*/ 317750 w 366191"/>
              <a:gd name="connsiteY4" fmla="*/ 791033 h 791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191" h="791033">
                <a:moveTo>
                  <a:pt x="328252" y="0"/>
                </a:moveTo>
                <a:cubicBezTo>
                  <a:pt x="320437" y="14328"/>
                  <a:pt x="408361" y="77504"/>
                  <a:pt x="339976" y="136770"/>
                </a:cubicBezTo>
                <a:cubicBezTo>
                  <a:pt x="271591" y="196037"/>
                  <a:pt x="-1297" y="204502"/>
                  <a:pt x="5" y="402492"/>
                </a:cubicBezTo>
                <a:cubicBezTo>
                  <a:pt x="1307" y="600482"/>
                  <a:pt x="257915" y="598530"/>
                  <a:pt x="324346" y="668217"/>
                </a:cubicBezTo>
                <a:cubicBezTo>
                  <a:pt x="390777" y="737904"/>
                  <a:pt x="311889" y="772797"/>
                  <a:pt x="317750" y="791033"/>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80C0A084-13AC-2A46-A0B6-01022C6CA53E}"/>
              </a:ext>
            </a:extLst>
          </p:cNvPr>
          <p:cNvSpPr/>
          <p:nvPr/>
        </p:nvSpPr>
        <p:spPr>
          <a:xfrm>
            <a:off x="6229349" y="3311525"/>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 name="Rectangle 57">
            <a:extLst>
              <a:ext uri="{FF2B5EF4-FFF2-40B4-BE49-F238E27FC236}">
                <a16:creationId xmlns:a16="http://schemas.microsoft.com/office/drawing/2014/main" id="{E8931938-0846-1040-A356-FF6D9A0F0FCA}"/>
              </a:ext>
            </a:extLst>
          </p:cNvPr>
          <p:cNvSpPr/>
          <p:nvPr/>
        </p:nvSpPr>
        <p:spPr>
          <a:xfrm>
            <a:off x="5191123" y="3310518"/>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893A1113-0724-F941-88A0-46691E1907F6}"/>
              </a:ext>
            </a:extLst>
          </p:cNvPr>
          <p:cNvGrpSpPr/>
          <p:nvPr/>
        </p:nvGrpSpPr>
        <p:grpSpPr>
          <a:xfrm>
            <a:off x="4849091" y="3158838"/>
            <a:ext cx="2120638" cy="926583"/>
            <a:chOff x="4849091" y="3158838"/>
            <a:chExt cx="2120638" cy="926583"/>
          </a:xfrm>
        </p:grpSpPr>
        <p:sp>
          <p:nvSpPr>
            <p:cNvPr id="7" name="TextBox 6">
              <a:extLst>
                <a:ext uri="{FF2B5EF4-FFF2-40B4-BE49-F238E27FC236}">
                  <a16:creationId xmlns:a16="http://schemas.microsoft.com/office/drawing/2014/main" id="{B06F7433-1CA5-0043-8769-8EC5DD1640BC}"/>
                </a:ext>
              </a:extLst>
            </p:cNvPr>
            <p:cNvSpPr txBox="1"/>
            <p:nvPr/>
          </p:nvSpPr>
          <p:spPr>
            <a:xfrm rot="20360941">
              <a:off x="4849091" y="3366655"/>
              <a:ext cx="68800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43E69EF4-A612-6246-A5CD-E7D69FA9004A}"/>
                </a:ext>
              </a:extLst>
            </p:cNvPr>
            <p:cNvSpPr txBox="1"/>
            <p:nvPr/>
          </p:nvSpPr>
          <p:spPr>
            <a:xfrm rot="2147458">
              <a:off x="6270499" y="3366656"/>
              <a:ext cx="69923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NFV</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E1DEAF41-F52D-3C48-863F-69E493CC4B95}"/>
                </a:ext>
              </a:extLst>
            </p:cNvPr>
            <p:cNvSpPr txBox="1"/>
            <p:nvPr/>
          </p:nvSpPr>
          <p:spPr>
            <a:xfrm>
              <a:off x="5369952" y="3685311"/>
              <a:ext cx="10988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Firewalls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61">
              <a:extLst>
                <a:ext uri="{FF2B5EF4-FFF2-40B4-BE49-F238E27FC236}">
                  <a16:creationId xmlns:a16="http://schemas.microsoft.com/office/drawing/2014/main" id="{8B68C2C0-31FD-8146-A03C-C3F53431D4EB}"/>
                </a:ext>
              </a:extLst>
            </p:cNvPr>
            <p:cNvSpPr txBox="1"/>
            <p:nvPr/>
          </p:nvSpPr>
          <p:spPr>
            <a:xfrm>
              <a:off x="5453078" y="3158838"/>
              <a:ext cx="97283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caching</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7965330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9" name="Content Placeholder 1">
            <a:extLst>
              <a:ext uri="{FF2B5EF4-FFF2-40B4-BE49-F238E27FC236}">
                <a16:creationId xmlns:a16="http://schemas.microsoft.com/office/drawing/2014/main" id="{BF0FC231-5B18-384F-A136-81278E028E1F}"/>
              </a:ext>
            </a:extLst>
          </p:cNvPr>
          <p:cNvSpPr>
            <a:spLocks noGrp="1"/>
          </p:cNvSpPr>
          <p:nvPr>
            <p:ph sz="half" idx="1"/>
          </p:nvPr>
        </p:nvSpPr>
        <p:spPr>
          <a:xfrm>
            <a:off x="943897" y="4660822"/>
            <a:ext cx="10220632" cy="1798638"/>
          </a:xfrm>
        </p:spPr>
        <p:txBody>
          <a:bodyPr>
            <a:normAutofit/>
          </a:bodyPr>
          <a:lstStyle/>
          <a:p>
            <a:pPr marL="407988" indent="-393700">
              <a:buNone/>
            </a:pPr>
            <a:r>
              <a:rPr lang="en-US" altLang="en-US" i="1" dirty="0">
                <a:solidFill>
                  <a:srgbClr val="CC0000"/>
                </a:solidFill>
                <a:ea typeface="ＭＳ Ｐゴシック" panose="020B0600070205080204" pitchFamily="34" charset="-128"/>
                <a:cs typeface="ＭＳ Ｐゴシック" panose="020B0600070205080204" pitchFamily="34" charset="-128"/>
              </a:rPr>
              <a:t>Question: </a:t>
            </a:r>
            <a:r>
              <a:rPr lang="en-US" altLang="en-US" dirty="0">
                <a:ea typeface="ＭＳ Ｐゴシック" panose="020B0600070205080204" pitchFamily="34" charset="-128"/>
                <a:cs typeface="ＭＳ Ｐゴシック" panose="020B0600070205080204" pitchFamily="34" charset="-128"/>
              </a:rPr>
              <a:t>how are forwarding tables (destination-based forwarding) or flow tables (generalized forwarding) computed?</a:t>
            </a:r>
          </a:p>
          <a:p>
            <a:pPr marL="0" indent="0">
              <a:buNone/>
            </a:pPr>
            <a:r>
              <a:rPr lang="en-US" altLang="en-US" i="1" dirty="0">
                <a:solidFill>
                  <a:srgbClr val="CC0000"/>
                </a:solidFill>
                <a:ea typeface="ＭＳ Ｐゴシック" panose="020B0600070205080204" pitchFamily="34" charset="-128"/>
                <a:cs typeface="ＭＳ Ｐゴシック" panose="020B0600070205080204" pitchFamily="34" charset="-128"/>
              </a:rPr>
              <a:t>Answer: </a:t>
            </a:r>
            <a:r>
              <a:rPr lang="en-US" altLang="en-US" dirty="0">
                <a:ea typeface="ＭＳ Ｐゴシック" panose="020B0600070205080204" pitchFamily="34" charset="-128"/>
                <a:cs typeface="ＭＳ Ｐゴシック" panose="020B0600070205080204" pitchFamily="34" charset="-128"/>
              </a:rPr>
              <a:t>by the control plane (next chapter)</a:t>
            </a:r>
          </a:p>
        </p:txBody>
      </p:sp>
      <p:sp>
        <p:nvSpPr>
          <p:cNvPr id="9" name="Title 2">
            <a:extLst>
              <a:ext uri="{FF2B5EF4-FFF2-40B4-BE49-F238E27FC236}">
                <a16:creationId xmlns:a16="http://schemas.microsoft.com/office/drawing/2014/main" id="{DF52E7CF-0B27-B84A-AE5F-92AE89A1B627}"/>
              </a:ext>
            </a:extLst>
          </p:cNvPr>
          <p:cNvSpPr>
            <a:spLocks noGrp="1"/>
          </p:cNvSpPr>
          <p:nvPr>
            <p:ph type="title"/>
          </p:nvPr>
        </p:nvSpPr>
        <p:spPr>
          <a:xfrm>
            <a:off x="838200" y="451821"/>
            <a:ext cx="10515600" cy="894622"/>
          </a:xfrm>
        </p:spPr>
        <p:txBody>
          <a:bodyPr/>
          <a:lstStyle/>
          <a:p>
            <a:r>
              <a:rPr lang="en-US" dirty="0"/>
              <a:t>Chapter 4: done!</a:t>
            </a:r>
          </a:p>
        </p:txBody>
      </p:sp>
      <p:pic>
        <p:nvPicPr>
          <p:cNvPr id="11" name="Picture 10" descr="A train crossing a bridge over a body of water&#10;&#10;Description automatically generated">
            <a:extLst>
              <a:ext uri="{FF2B5EF4-FFF2-40B4-BE49-F238E27FC236}">
                <a16:creationId xmlns:a16="http://schemas.microsoft.com/office/drawing/2014/main" id="{6D7C9DF8-D738-444A-A39D-0570672A2F0A}"/>
              </a:ext>
            </a:extLst>
          </p:cNvPr>
          <p:cNvPicPr>
            <a:picLocks noChangeAspect="1"/>
          </p:cNvPicPr>
          <p:nvPr/>
        </p:nvPicPr>
        <p:blipFill>
          <a:blip r:embed="rId2"/>
          <a:stretch>
            <a:fillRect/>
          </a:stretch>
        </p:blipFill>
        <p:spPr>
          <a:xfrm>
            <a:off x="7720321" y="1098976"/>
            <a:ext cx="3102316" cy="2326737"/>
          </a:xfrm>
          <a:prstGeom prst="rect">
            <a:avLst/>
          </a:prstGeom>
        </p:spPr>
      </p:pic>
      <p:grpSp>
        <p:nvGrpSpPr>
          <p:cNvPr id="2" name="Group 1">
            <a:extLst>
              <a:ext uri="{FF2B5EF4-FFF2-40B4-BE49-F238E27FC236}">
                <a16:creationId xmlns:a16="http://schemas.microsoft.com/office/drawing/2014/main" id="{C025E561-8913-CE45-80B3-64EC82E48539}"/>
              </a:ext>
            </a:extLst>
          </p:cNvPr>
          <p:cNvGrpSpPr/>
          <p:nvPr/>
        </p:nvGrpSpPr>
        <p:grpSpPr>
          <a:xfrm>
            <a:off x="740443" y="1568091"/>
            <a:ext cx="6618109" cy="2679445"/>
            <a:chOff x="637204" y="2128530"/>
            <a:chExt cx="6618109" cy="2679445"/>
          </a:xfrm>
        </p:grpSpPr>
        <p:sp>
          <p:nvSpPr>
            <p:cNvPr id="12" name="Rectangle 4">
              <a:extLst>
                <a:ext uri="{FF2B5EF4-FFF2-40B4-BE49-F238E27FC236}">
                  <a16:creationId xmlns:a16="http://schemas.microsoft.com/office/drawing/2014/main" id="{25962D49-A951-884B-9AB5-9ECA0D3E32A1}"/>
                </a:ext>
              </a:extLst>
            </p:cNvPr>
            <p:cNvSpPr txBox="1">
              <a:spLocks noChangeArrowheads="1"/>
            </p:cNvSpPr>
            <p:nvPr/>
          </p:nvSpPr>
          <p:spPr>
            <a:xfrm>
              <a:off x="641095" y="3687365"/>
              <a:ext cx="5479486" cy="1120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SDN</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Middleboxes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4">
              <a:extLst>
                <a:ext uri="{FF2B5EF4-FFF2-40B4-BE49-F238E27FC236}">
                  <a16:creationId xmlns:a16="http://schemas.microsoft.com/office/drawing/2014/main" id="{AFD26210-0B8F-6840-94A8-5EF7ABB7BA26}"/>
                </a:ext>
              </a:extLst>
            </p:cNvPr>
            <p:cNvSpPr txBox="1">
              <a:spLocks noChangeArrowheads="1"/>
            </p:cNvSpPr>
            <p:nvPr/>
          </p:nvSpPr>
          <p:spPr>
            <a:xfrm>
              <a:off x="637204" y="2128530"/>
              <a:ext cx="6618109" cy="161755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Network layer: overview</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What</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 inside a router</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IP: the Internet Protocol</a:t>
              </a:r>
            </a:p>
          </p:txBody>
        </p:sp>
      </p:grpSp>
    </p:spTree>
    <p:extLst>
      <p:ext uri="{BB962C8B-B14F-4D97-AF65-F5344CB8AC3E}">
        <p14:creationId xmlns:p14="http://schemas.microsoft.com/office/powerpoint/2010/main" val="34300218"/>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9281</Words>
  <Application>Microsoft Office PowerPoint</Application>
  <PresentationFormat>Widescreen</PresentationFormat>
  <Paragraphs>2603</Paragraphs>
  <Slides>110</Slides>
  <Notes>109</Notes>
  <HiddenSlides>0</HiddenSlides>
  <MMClips>0</MMClips>
  <ScaleCrop>false</ScaleCrop>
  <HeadingPairs>
    <vt:vector size="6" baseType="variant">
      <vt:variant>
        <vt:lpstr>Fonts Used</vt:lpstr>
      </vt:variant>
      <vt:variant>
        <vt:i4>13</vt:i4>
      </vt:variant>
      <vt:variant>
        <vt:lpstr>Theme</vt:lpstr>
      </vt:variant>
      <vt:variant>
        <vt:i4>1</vt:i4>
      </vt:variant>
      <vt:variant>
        <vt:lpstr>Slide Titles</vt:lpstr>
      </vt:variant>
      <vt:variant>
        <vt:i4>110</vt:i4>
      </vt:variant>
    </vt:vector>
  </HeadingPairs>
  <TitlesOfParts>
    <vt:vector size="124" baseType="lpstr">
      <vt:lpstr>ＭＳ Ｐゴシック</vt:lpstr>
      <vt:lpstr>ZapfDingbats</vt:lpstr>
      <vt:lpstr>Arial</vt:lpstr>
      <vt:lpstr>Calibri</vt:lpstr>
      <vt:lpstr>Calibri Light</vt:lpstr>
      <vt:lpstr>Comic Sans MS</vt:lpstr>
      <vt:lpstr>Courier New</vt:lpstr>
      <vt:lpstr>Gill Sans MT</vt:lpstr>
      <vt:lpstr>Symbol</vt:lpstr>
      <vt:lpstr>Tahoma</vt:lpstr>
      <vt:lpstr>Times</vt:lpstr>
      <vt:lpstr>Times New Roman</vt:lpstr>
      <vt:lpstr>Wingdings</vt:lpstr>
      <vt:lpstr>Office Theme</vt:lpstr>
      <vt:lpstr>PowerPoint Presentation</vt:lpstr>
      <vt:lpstr>Network layer: our goals</vt:lpstr>
      <vt:lpstr>Network layer: “data plane” roadmap</vt:lpstr>
      <vt:lpstr>Network-layer  services and protocols</vt:lpstr>
      <vt:lpstr>Two key network-layer functions</vt:lpstr>
      <vt:lpstr>Network layer: data plane, control plane</vt:lpstr>
      <vt:lpstr>Per-router control plane</vt:lpstr>
      <vt:lpstr>Software-Defined Networking (SDN) control plane</vt:lpstr>
      <vt:lpstr>Network service model</vt:lpstr>
      <vt:lpstr>Network-layer service model</vt:lpstr>
      <vt:lpstr>Reflections on best-effort  service:</vt:lpstr>
      <vt:lpstr>Network layer: “data plane” roadmap</vt:lpstr>
      <vt:lpstr>Router architecture overview</vt:lpstr>
      <vt:lpstr>Input port functions</vt:lpstr>
      <vt:lpstr>Input port functions</vt:lpstr>
      <vt:lpstr>Destination-based forwarding</vt:lpstr>
      <vt:lpstr>Longest prefix matching</vt:lpstr>
      <vt:lpstr>Longest prefix matching</vt:lpstr>
      <vt:lpstr>Longest prefix matching</vt:lpstr>
      <vt:lpstr>Longest prefix matching</vt:lpstr>
      <vt:lpstr>Longest prefix matching</vt:lpstr>
      <vt:lpstr>Switching fabrics</vt:lpstr>
      <vt:lpstr>Switching fabrics</vt:lpstr>
      <vt:lpstr>Input port queuing</vt:lpstr>
      <vt:lpstr>Output port queuing</vt:lpstr>
      <vt:lpstr>Output port queuing</vt:lpstr>
      <vt:lpstr>How much buffering?</vt:lpstr>
      <vt:lpstr>Buffer Management</vt:lpstr>
      <vt:lpstr>Packet Scheduling: FCFS</vt:lpstr>
      <vt:lpstr>Scheduling policies: priority</vt:lpstr>
      <vt:lpstr>Scheduling policies: round robin</vt:lpstr>
      <vt:lpstr>Scheduling policies: weighted fair queueing</vt:lpstr>
      <vt:lpstr>Sidebar: Network Neutrality</vt:lpstr>
      <vt:lpstr>Sidebar: Network Neutrality</vt:lpstr>
      <vt:lpstr>ISP: telecommunications or information service?</vt:lpstr>
      <vt:lpstr>Network layer: “data plane” roadmap</vt:lpstr>
      <vt:lpstr>Network Layer: Internet</vt:lpstr>
      <vt:lpstr>IP Datagram format</vt:lpstr>
      <vt:lpstr>IP fragmentation/reassembly</vt:lpstr>
      <vt:lpstr>IP fragmentation/reassembly</vt:lpstr>
      <vt:lpstr>IP addressing: introduction</vt:lpstr>
      <vt:lpstr>IP addressing: introduction</vt:lpstr>
      <vt:lpstr>IP addressing: introduction</vt:lpstr>
      <vt:lpstr>Subnets</vt:lpstr>
      <vt:lpstr>Subnets</vt:lpstr>
      <vt:lpstr>Subnets</vt:lpstr>
      <vt:lpstr>IP addresses: how to get one?</vt:lpstr>
      <vt:lpstr>How does a network obtain an IP address block?</vt:lpstr>
      <vt:lpstr>Network Classes (Deprecated)</vt:lpstr>
      <vt:lpstr>Network Classes (Deprecated)</vt:lpstr>
      <vt:lpstr>Subnet Masks</vt:lpstr>
      <vt:lpstr>Subnet Masks</vt:lpstr>
      <vt:lpstr>Subnetting</vt:lpstr>
      <vt:lpstr>Classless Addressing</vt:lpstr>
      <vt:lpstr>Classless Addressing</vt:lpstr>
      <vt:lpstr>Classless Addressing</vt:lpstr>
      <vt:lpstr>CIDR: Classless Inter Domain Routing  (pronounced “cider”) </vt:lpstr>
      <vt:lpstr>CIDR: Classless Inter Domain Routing </vt:lpstr>
      <vt:lpstr>CIDR: Classless Inter Domain Routing </vt:lpstr>
      <vt:lpstr>CIDR: Classless Inter Domain Routing (FORMAL TERMS) </vt:lpstr>
      <vt:lpstr>CIDR: Classless Inter Domain Routing (FORMAL TERMS) </vt:lpstr>
      <vt:lpstr>CIDR: Classless Inter Domain Routing </vt:lpstr>
      <vt:lpstr>IP addresses: how to get one?</vt:lpstr>
      <vt:lpstr>Hierarchical addressing: route aggregation</vt:lpstr>
      <vt:lpstr>Hierarchical addressing: more specific routes</vt:lpstr>
      <vt:lpstr>Hierarchical addressing: more specific routes</vt:lpstr>
      <vt:lpstr>IP addresses: how to get one?</vt:lpstr>
      <vt:lpstr>DHCP: Dynamic Host Configuration Protocol</vt:lpstr>
      <vt:lpstr>DHCP client-server scenario</vt:lpstr>
      <vt:lpstr>DHCP client-server scenario</vt:lpstr>
      <vt:lpstr>DHCP: more than IP addresses</vt:lpstr>
      <vt:lpstr>First-hop Router (aka Gateway Router)</vt:lpstr>
      <vt:lpstr>DHCP: example</vt:lpstr>
      <vt:lpstr>DHCP: example</vt:lpstr>
      <vt:lpstr>IP addressing: last words ...</vt:lpstr>
      <vt:lpstr>Network layer: “data plane” roadmap</vt:lpstr>
      <vt:lpstr>NAT: network address translation</vt:lpstr>
      <vt:lpstr>NAT: network address translation</vt:lpstr>
      <vt:lpstr>NAT: network address translation</vt:lpstr>
      <vt:lpstr>NAT: network address translation</vt:lpstr>
      <vt:lpstr>NAT: network address translation</vt:lpstr>
      <vt:lpstr>IPv6: motivation</vt:lpstr>
      <vt:lpstr>IPv6 datagram format</vt:lpstr>
      <vt:lpstr>Transition from IPv4 to IPv6</vt:lpstr>
      <vt:lpstr>Tunneling and encapsulation</vt:lpstr>
      <vt:lpstr>Tunneling and encapsulation</vt:lpstr>
      <vt:lpstr>Tunneling</vt:lpstr>
      <vt:lpstr>IPv6: adoption</vt:lpstr>
      <vt:lpstr>IPv6: adoption</vt:lpstr>
      <vt:lpstr>Network layer: “data plane” roadmap</vt:lpstr>
      <vt:lpstr>Generalized forwarding: match plus action</vt:lpstr>
      <vt:lpstr>Flow table abstraction</vt:lpstr>
      <vt:lpstr>Flow table abstraction</vt:lpstr>
      <vt:lpstr>OpenFlow: flow table entries</vt:lpstr>
      <vt:lpstr>OpenFlow: examples</vt:lpstr>
      <vt:lpstr>OpenFlow: examples</vt:lpstr>
      <vt:lpstr>OpenFlow abstraction</vt:lpstr>
      <vt:lpstr>OpenFlow example</vt:lpstr>
      <vt:lpstr>OpenFlow example</vt:lpstr>
      <vt:lpstr>Generalized forwarding: summary</vt:lpstr>
      <vt:lpstr>Network layer: “data plane” roadmap</vt:lpstr>
      <vt:lpstr>Middleboxes</vt:lpstr>
      <vt:lpstr>Middleboxes everywhere!</vt:lpstr>
      <vt:lpstr>Middleboxes</vt:lpstr>
      <vt:lpstr>Architectural Principles of the Internet</vt:lpstr>
      <vt:lpstr>The IP hourglass</vt:lpstr>
      <vt:lpstr>The end-end argument</vt:lpstr>
      <vt:lpstr>Where’s the intelligence?</vt:lpstr>
      <vt:lpstr>The IP hourglass, at middle age</vt:lpstr>
      <vt:lpstr>Chapter 4: done!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
  <cp:lastModifiedBy/>
  <cp:revision>1</cp:revision>
  <dcterms:created xsi:type="dcterms:W3CDTF">2023-02-26T22:33:34Z</dcterms:created>
  <dcterms:modified xsi:type="dcterms:W3CDTF">2026-03-06T03:59:07Z</dcterms:modified>
</cp:coreProperties>
</file>
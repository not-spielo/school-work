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34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395CB5-1CD7-434A-8CBB-702CED458AE1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DD74C6-F299-44B2-8AC4-C26A0B96E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4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303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3278-185D-91DE-FC4B-D2EEFDABA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49235-6FB2-2A69-7FB8-2CB676755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74C15-882A-5387-3E07-9F776A32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F7298-A670-4D07-F4C5-50CD2800B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C610B-0DE8-FDFC-6D50-B4444FBD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31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0A10-1F14-AFCA-52C5-FE4FFE407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B2582-8461-F678-59E2-BFD6AC5F0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7B229-B608-CF75-3576-88C21DC82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E141A-FCA9-DA87-5735-6B520BA1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CD880-CC42-9746-3DE3-C59ECF6B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77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583E-3CB5-AB1F-6A71-7D3EF8360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932EF-866D-F412-41EE-B46654EB8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C3E1-911B-D6EF-6452-6E8D2240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12268-70E1-FFE0-76CC-256156BE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95CA6-D191-4D78-3345-8ED97245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9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F8B8-EAC7-F420-E012-C9F8ED9C0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65181-1869-F1EB-9156-BAC027984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34640-8C8A-0B63-13A1-CF75036FE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0078E-657E-0918-D330-F498FACF6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DDA3A-5465-97B5-A901-E15D0C75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02259-07FF-9422-DE17-975094F2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22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FBF2A-D95B-68B2-DA3A-0E72F486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2D771-D160-C75E-0BC2-BD3EB1B40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CF34A-1368-B08F-7750-62CDCEF16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89D9F2-5996-0274-38F0-901FFFE60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2C5839-6D91-1514-3B11-7F581E120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E98282-D492-75B4-3066-BFC44815B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DE8341-6827-A862-7CDB-31EF2B01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FB37F-1853-35D1-4712-235876F8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08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42CE-EED6-7F9A-6F1D-8EB4D953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77F1B-68E9-E37E-A16C-DD3AA9D8E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66AB23-CF13-8080-33A2-CC0D1214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FCBF7-002B-E36A-90B4-795245F5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93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366E1-63F4-D70C-0DDB-87B0B712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F6F512-F12C-D956-C02F-24DF4A53C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CCFB-584D-C032-258E-71A6F967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9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8E644-B73E-323B-FAE9-1A24D0FA7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727A-03D8-5F15-2668-ADE15089F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1C748-868E-CAD5-2E0F-20DE83EBB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E8A20-1C2F-17CF-6653-ADA24F1B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647B4-FB76-334E-25FF-1D1879B7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E0D35-CC5E-2EC9-3C15-9AC1BBE65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1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97E0-5F7E-56E2-A2EC-B05299A5C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8DBFD-1C4C-EB33-4F13-A948C0955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ED81D-25FF-C53F-304C-6EC17B95E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FF6C8-3F29-49D1-D2EE-BA72789C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2F5B8-2548-DCF5-3C1A-9F4A3C2BD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89796-60BA-365C-E81E-022FB7B6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12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7069-286F-BDE1-095A-61BCB8300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4B1564-DF74-8134-15DC-871D7B11C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11B93-178D-B17F-D967-6CAECDAEC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F9DC9-A611-0051-DF51-253C0B15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C57AE-1455-B260-5D7B-580FD1AD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4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C1548F-35B4-E8D7-27F1-886B887360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BC484-67D2-471A-80ED-C2CC98335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91CFA-5F48-5A65-8116-C2A1FDA87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2833-77DC-90CA-B7CA-B9CEC7C3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2B813-8D72-4C63-DDEE-082F1B64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06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79DBC-3AAA-EBA7-2821-CF2127270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4FDBC-1306-C0D1-B853-355B6A21E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9A2FF-158A-0C6D-858C-E882A921C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E0643-08BB-4852-BCCA-7805C12D29D9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BE609-403F-4F0F-D658-D61FB0FD0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FB41-1250-6511-8CD5-D3E2A9122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6DD43-919E-4A7E-B0E3-7D57A5C62A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43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SUBNET ADDRESSING</a:t>
            </a:r>
            <a:endParaRPr lang="en-US" sz="4400" dirty="0">
              <a:solidFill>
                <a:srgbClr val="0000A8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3BBFA62-07B2-9E40-9402-33C2B933EEF9}"/>
              </a:ext>
            </a:extLst>
          </p:cNvPr>
          <p:cNvSpPr txBox="1">
            <a:spLocks noChangeArrowheads="1"/>
          </p:cNvSpPr>
          <p:nvPr/>
        </p:nvSpPr>
        <p:spPr>
          <a:xfrm>
            <a:off x="7055223" y="1465471"/>
            <a:ext cx="5136777" cy="42719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Assign subnet addresses to each of the subnets (A, B, C) so that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amount of address space assigned is minimal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at the same time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leaving the largest possible contiguous address space available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assignment if a new subnet were to be added.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A287737-7B44-A65D-168E-5FEE614AE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40" y="1826324"/>
            <a:ext cx="6524625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89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53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SUBNET ADDRESSING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Tianming Zhao</dc:creator>
  <cp:lastModifiedBy>Tianming Zhao</cp:lastModifiedBy>
  <cp:revision>11</cp:revision>
  <dcterms:created xsi:type="dcterms:W3CDTF">2024-02-27T22:00:20Z</dcterms:created>
  <dcterms:modified xsi:type="dcterms:W3CDTF">2025-03-14T15:14:59Z</dcterms:modified>
</cp:coreProperties>
</file>
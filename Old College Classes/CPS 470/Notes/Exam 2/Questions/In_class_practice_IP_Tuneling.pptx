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sldIdLst>
    <p:sldId id="1345" r:id="rId2"/>
    <p:sldId id="1346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9" d="100"/>
          <a:sy n="109" d="100"/>
        </p:scale>
        <p:origin x="636" y="31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BE2487-2977-4BC1-A03A-108EEB29876F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FE363DD-2470-47FC-B4DD-45FDFB5291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19477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528423-1CC2-C9AF-A7A4-F44CD8D20B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9EB803B-B5BF-AEF2-379B-C917266E59D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94CF9B5-B4A3-08F9-1668-CA0E9CA181B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D105204-9107-7C04-67E9-7A86625A8D8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78080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E6C290-3EC7-8E48-CEE0-8EFED47228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F48375C-C3D7-3A3E-D2B4-93AABA04708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B9C63F8-0032-CF45-6BAB-9AAC752717A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3471D6-462A-BB9F-C3EE-ADFD93D55B1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339181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D0CB34-36E0-706F-5D7B-3EB1322FB19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9CDAAE6-F9A5-5655-064C-69009B79721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443BC7-60AC-AB6C-8149-ABBFE82C26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95BC32-3044-4215-AABC-3EDAB4A2811A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B25641-F7D8-6D22-FC89-52DD8452B4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2D3DEC-FE41-D8A5-B1DB-6636ACE736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A51B3E-9D7D-4233-B477-E2A6C65113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98758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598067-7911-A5BE-F937-9459CA00EA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544E98-EE44-5632-154E-A3A79C6EA2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21FF2-5C25-28CD-9B02-A412700225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95BC32-3044-4215-AABC-3EDAB4A2811A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5AD16E-500F-5393-92B1-C700B90535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D039E2-E9CE-2C56-30E0-F5607FE152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A51B3E-9D7D-4233-B477-E2A6C65113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10396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48E52E-35A9-CF2E-075F-90DFF64FFE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380BFE0-EBBE-6B1A-64B0-E9E451708C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8949CA-B11B-999B-607E-A29970A84B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95BC32-3044-4215-AABC-3EDAB4A2811A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6D0899-3C68-D6F0-D3C8-1E2A91A31D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1CAB6F-2700-1612-F40D-AD522834AE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A51B3E-9D7D-4233-B477-E2A6C65113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60856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0B0975-2EAE-62D7-6688-3641D63412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AC7604-FCEF-66C0-78FD-73A6927293D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3861ECE-9B03-795A-6CD6-6EE40C9A173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BF8EB21-6E3F-847D-4670-729C67EDA8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95BC32-3044-4215-AABC-3EDAB4A2811A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7FB6845-29F8-AE51-1755-99C86EA436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84911F6-7B09-0E0F-B7C7-A75FABD77F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A51B3E-9D7D-4233-B477-E2A6C65113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20894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0DC5FD-1E8C-23D6-95FB-FA0682E48A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B78144F-837D-ADF2-0053-3B22BCEA9D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36BA1A3-5981-E443-A457-67FCDC805F8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F7B2895-503A-5B73-A249-D65D512A886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8E9678E-E3F7-879F-EF01-B412E3FF631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738A114-9E9D-CAC8-4EF3-B46A99CA4C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95BC32-3044-4215-AABC-3EDAB4A2811A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17DF06A-E028-D422-6200-2D40FBC617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4310174-3BBC-00C1-30A3-0F26B2AA5B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A51B3E-9D7D-4233-B477-E2A6C65113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68175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5E4836-DE12-A1DD-3C7A-6143D78D03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6F75C1F-2B2C-9AFD-C509-DFA3ADCCA1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95BC32-3044-4215-AABC-3EDAB4A2811A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35B4341-85E2-D15A-1D16-04EE5B0051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ED2A8A3-DA87-0E1C-8B16-A04B48A47E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A51B3E-9D7D-4233-B477-E2A6C65113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47317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ED6E0C7-D127-C9BF-2665-95FFA66417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95BC32-3044-4215-AABC-3EDAB4A2811A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3B50CA1-5475-6A01-A28E-A70EFA6D3E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4F991F-38D9-90CE-CB72-CBFFBEE6F6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A51B3E-9D7D-4233-B477-E2A6C65113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4976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B5087F-F5A8-96BB-429F-1E46669344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751BB9-17DF-6A7B-1480-4CD7B7D06F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6FB20D7-8402-3C5F-E778-DB8DBB27FFD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DDFC66A-161A-8674-A891-2B37CA5EA5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95BC32-3044-4215-AABC-3EDAB4A2811A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9ACAB04-E82E-7A03-3A7B-76DA1B2B35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70DF5F2-29E7-6D4A-B469-8D4547D922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A51B3E-9D7D-4233-B477-E2A6C65113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4342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AE7D4A-EE5F-CE43-15E7-369D40314B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9B7842D-696B-34B4-C7AD-19745DDEF45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0130A06-E9FA-53CD-6A40-D3C0509791E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C038E1-DC18-88F5-109A-D995F46925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95BC32-3044-4215-AABC-3EDAB4A2811A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609B7AD-2F15-AF9F-2385-C6137E7230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5C26D78-9787-762F-1002-FF9DE77098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A51B3E-9D7D-4233-B477-E2A6C65113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31071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5D4772-471C-74C1-A522-ECAB8F5E82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47C06DF-21B4-8147-DC2A-F37348BE313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A50659-BD0C-CE10-22D8-CD93727AC8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95BC32-3044-4215-AABC-3EDAB4A2811A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D68683-CD04-8E9B-6A03-3977152BCA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093198-1B6B-F409-35AE-1F20E483E3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A51B3E-9D7D-4233-B477-E2A6C65113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81332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087BE25-1532-1AE4-E9CC-5CFD5815BFF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B348113-298D-0CD0-FBC2-00C373BC2F0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662EB5-A419-A187-A9BE-A51F71CBD4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95BC32-3044-4215-AABC-3EDAB4A2811A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1040AE-B5BD-33C2-0A38-B19B3A216F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ECE784-1889-CA5F-D0DA-8BC5EBAD1F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A51B3E-9D7D-4233-B477-E2A6C65113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60988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8438245-D399-08CC-F986-E7108EB5E0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70BD7F5-722D-E682-9B3D-1F16A6173F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5649D5-E37C-D50D-D557-A0D0ACA1FA6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195BC32-3044-4215-AABC-3EDAB4A2811A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F9DF14-9EAF-0065-ECD8-AFC5CDB267D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AC4E2A-53F0-CBCD-DDC7-0A2164B797D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BA51B3E-9D7D-4233-B477-E2A6C65113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71343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46A22D-EB80-24CC-A05E-E48F612439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6DBE03-D23A-20FD-C3B0-A80F286927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1" y="289325"/>
            <a:ext cx="10515600" cy="894622"/>
          </a:xfrm>
        </p:spPr>
        <p:txBody>
          <a:bodyPr>
            <a:normAutofit/>
          </a:bodyPr>
          <a:lstStyle/>
          <a:p>
            <a:r>
              <a:rPr lang="en-US" altLang="en-US" sz="4400" dirty="0">
                <a:latin typeface="Abadi" panose="020B0604020104020204" pitchFamily="34" charset="0"/>
                <a:cs typeface="Calibri" panose="020F0502020204030204" pitchFamily="34" charset="0"/>
              </a:rPr>
              <a:t>IPV6 TUNNELING AND ENCAPSULATION</a:t>
            </a:r>
            <a:endParaRPr lang="en-US" sz="4400" dirty="0">
              <a:solidFill>
                <a:srgbClr val="0000A8"/>
              </a:solidFill>
              <a:latin typeface="Abadi" panose="020B0604020104020204" pitchFamily="34" charset="0"/>
            </a:endParaRPr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D7792FB7-548A-76E3-FEC8-1BEB913D0D38}"/>
              </a:ext>
            </a:extLst>
          </p:cNvPr>
          <p:cNvSpPr txBox="1">
            <a:spLocks noChangeArrowheads="1"/>
          </p:cNvSpPr>
          <p:nvPr/>
        </p:nvSpPr>
        <p:spPr>
          <a:xfrm>
            <a:off x="622376" y="5477536"/>
            <a:ext cx="11393309" cy="121244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69900" indent="-457200">
              <a:buFont typeface="+mj-lt"/>
              <a:buAutoNum type="arabicPeriod"/>
              <a:defRPr/>
            </a:pPr>
            <a:r>
              <a:rPr lang="en-US" sz="2400" dirty="0"/>
              <a:t>What is the source address of this F to b datagram? 86.231.150.213</a:t>
            </a:r>
          </a:p>
          <a:p>
            <a:pPr marL="469900" indent="-457200">
              <a:buFont typeface="+mj-lt"/>
              <a:buAutoNum type="arabicPeriod"/>
              <a:defRPr/>
            </a:pPr>
            <a:r>
              <a:rPr lang="en-US" sz="2400" dirty="0"/>
              <a:t>What is the destination address of this F to b datagram? 196.9.37.226</a:t>
            </a: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D108AD58-3DAE-085A-2F6D-2148298EA9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83498" y="872643"/>
            <a:ext cx="12558996" cy="34537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A436AFE-996F-FD98-2DC1-26E4D5A76CA2}"/>
              </a:ext>
            </a:extLst>
          </p:cNvPr>
          <p:cNvSpPr txBox="1"/>
          <p:nvPr/>
        </p:nvSpPr>
        <p:spPr>
          <a:xfrm>
            <a:off x="475222" y="4441799"/>
            <a:ext cx="1116253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Suppose that a host of subnet D wants to send an IPv6 datagram to a host on subnet B. </a:t>
            </a:r>
          </a:p>
          <a:p>
            <a:r>
              <a:rPr lang="en-US" b="0" i="0" dirty="0"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Assume that the forwarding between these two hosts goes along the path: D --&gt; F --&gt; b --&gt; d --&gt; c --&gt; B</a:t>
            </a:r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984633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uiExpand="1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D716FF-57A5-D3F5-06AB-4508D72CA4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74446C-E92C-B2CF-0896-4E5748C7A1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1" y="289325"/>
            <a:ext cx="10515600" cy="894622"/>
          </a:xfrm>
        </p:spPr>
        <p:txBody>
          <a:bodyPr>
            <a:normAutofit/>
          </a:bodyPr>
          <a:lstStyle/>
          <a:p>
            <a:r>
              <a:rPr lang="en-US" altLang="en-US" sz="4400" dirty="0">
                <a:latin typeface="Abadi" panose="020B0604020104020204" pitchFamily="34" charset="0"/>
                <a:cs typeface="Calibri" panose="020F0502020204030204" pitchFamily="34" charset="0"/>
              </a:rPr>
              <a:t>IPV6 TUNNELING AND ENCAPSULATION</a:t>
            </a:r>
            <a:endParaRPr lang="en-US" sz="4400" dirty="0">
              <a:solidFill>
                <a:srgbClr val="0000A8"/>
              </a:solidFill>
              <a:latin typeface="Abadi" panose="020B0604020104020204" pitchFamily="34" charset="0"/>
            </a:endParaRPr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C02DB038-DFBD-602F-F45A-ABF4E47A5BBA}"/>
              </a:ext>
            </a:extLst>
          </p:cNvPr>
          <p:cNvSpPr txBox="1">
            <a:spLocks noChangeArrowheads="1"/>
          </p:cNvSpPr>
          <p:nvPr/>
        </p:nvSpPr>
        <p:spPr>
          <a:xfrm>
            <a:off x="471147" y="5067832"/>
            <a:ext cx="11393309" cy="121244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69900" indent="-457200">
              <a:buAutoNum type="arabicPeriod" startAt="3"/>
              <a:defRPr/>
            </a:pPr>
            <a:r>
              <a:rPr lang="en-US" sz="2400" dirty="0"/>
              <a:t>What is the source address of this encapsulated datagram in this F to b datagram?</a:t>
            </a:r>
          </a:p>
          <a:p>
            <a:pPr marL="12700" indent="0">
              <a:buNone/>
              <a:defRPr/>
            </a:pPr>
            <a:r>
              <a:rPr lang="en-US" sz="2400" dirty="0"/>
              <a:t>        CIB3 : … : F65A</a:t>
            </a:r>
          </a:p>
          <a:p>
            <a:pPr marL="469900" indent="-457200">
              <a:buAutoNum type="arabicPeriod" startAt="4"/>
              <a:defRPr/>
            </a:pPr>
            <a:r>
              <a:rPr lang="en-US" sz="2400" dirty="0"/>
              <a:t>What is the destination address of this encapsulated datagram in this F to b datagram?</a:t>
            </a:r>
          </a:p>
          <a:p>
            <a:pPr marL="12700" indent="0">
              <a:buNone/>
              <a:defRPr/>
            </a:pPr>
            <a:r>
              <a:rPr lang="en-US" sz="2400" dirty="0"/>
              <a:t>         4175: … : 181B</a:t>
            </a: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24239130-B214-144F-6499-B2380FEAAB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70162" y="1183947"/>
            <a:ext cx="12675928" cy="34858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649592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uiExpand="1" build="p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124</Words>
  <Application>Microsoft Office PowerPoint</Application>
  <PresentationFormat>Widescreen</PresentationFormat>
  <Paragraphs>12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Abadi</vt:lpstr>
      <vt:lpstr>Arial</vt:lpstr>
      <vt:lpstr>Calibri</vt:lpstr>
      <vt:lpstr>Calibri Light</vt:lpstr>
      <vt:lpstr>Office Theme</vt:lpstr>
      <vt:lpstr>IPV6 TUNNELING AND ENCAPSULATION</vt:lpstr>
      <vt:lpstr>IPV6 TUNNELING AND ENCAPSULATION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EBGP OR IBGP?</dc:title>
  <dc:creator>Tianming</dc:creator>
  <cp:lastModifiedBy>Tianming Zhao</cp:lastModifiedBy>
  <cp:revision>35</cp:revision>
  <dcterms:created xsi:type="dcterms:W3CDTF">2023-04-03T17:55:26Z</dcterms:created>
  <dcterms:modified xsi:type="dcterms:W3CDTF">2025-10-30T01:36:34Z</dcterms:modified>
</cp:coreProperties>
</file>
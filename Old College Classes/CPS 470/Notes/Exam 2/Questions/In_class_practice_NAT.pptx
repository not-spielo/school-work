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34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E2487-2977-4BC1-A03A-108EEB29876F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363DD-2470-47FC-B4DD-45FDFB529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4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111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CB34-36E0-706F-5D7B-3EB1322FB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DAAE6-F9A5-5655-064C-69009B797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43BC7-60AC-AB6C-8149-ABBFE82C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25641-F7D8-6D22-FC89-52DD8452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3DEC-FE41-D8A5-B1DB-6636ACE7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7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8067-7911-A5BE-F937-9459CA00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4E98-EE44-5632-154E-A3A79C6EA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1FF2-5C25-28CD-9B02-A4127002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AD16E-500F-5393-92B1-C700B9053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039E2-E9CE-2C56-30E0-F5607FE1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3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E52E-35A9-CF2E-075F-90DFF64F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BFE0-EBBE-6B1A-64B0-E9E45170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949CA-B11B-999B-607E-A29970A8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D0899-3C68-D6F0-D3C8-1E2A91A3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AB6F-2700-1612-F40D-AD522834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8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0975-2EAE-62D7-6688-3641D634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C7604-FCEF-66C0-78FD-73A692729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61ECE-9B03-795A-6CD6-6EE40C9A1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8EB21-6E3F-847D-4670-729C67ED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B6845-29F8-AE51-1755-99C86EA4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911F6-7B09-0E0F-B7C7-A75FABD7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8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C5FD-1E8C-23D6-95FB-FA0682E4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144F-837D-ADF2-0053-3B22BCEA9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BA1A3-5981-E443-A457-67FCDC805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B2895-503A-5B73-A249-D65D512A8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9678E-E3F7-879F-EF01-B412E3FF6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8A114-9E9D-CAC8-4EF3-B46A99CA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7DF06A-E028-D422-6200-2D40FBC6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10174-3BBC-00C1-30A3-0F26B2AA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1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4836-DE12-A1DD-3C7A-6143D78D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75C1F-2B2C-9AFD-C509-DFA3ADCC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B4341-85E2-D15A-1D16-04EE5B0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2A8A3-DA87-0E1C-8B16-A04B48A4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3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6E0C7-D127-C9BF-2665-95FFA664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50CA1-5475-6A01-A28E-A70EFA6D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F991F-38D9-90CE-CB72-CBFFBEE6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087F-F5A8-96BB-429F-1E466693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1BB9-17DF-6A7B-1480-4CD7B7D06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B20D7-8402-3C5F-E778-DB8DBB27F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FC66A-161A-8674-A891-2B37CA5E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CAB04-E82E-7A03-3A7B-76DA1B2B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DF5F2-29E7-6D4A-B469-8D4547D9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7D4A-EE5F-CE43-15E7-369D4031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7842D-696B-34B4-C7AD-19745DDEF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30A06-E9FA-53CD-6A40-D3C050979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038E1-DC18-88F5-109A-D995F469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9B7AD-2F15-AF9F-2385-C6137E72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26D78-9787-762F-1002-FF9DE770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0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4772-471C-74C1-A522-ECAB8F5E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C06DF-21B4-8147-DC2A-F37348BE3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0659-BD0C-CE10-22D8-CD93727A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68683-CD04-8E9B-6A03-3977152B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198-1B6B-F409-35AE-1F20E483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3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7BE25-1532-1AE4-E9CC-5CFD5815B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48113-298D-0CD0-FBC2-00C373BC2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2EB5-A419-A187-A9BE-A51F71CB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040AE-B5BD-33C2-0A38-B19B3A21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CE784-1889-CA5F-D0DA-8BC5EBAD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9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38245-D399-08CC-F986-E7108EB5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BD7F5-722D-E682-9B3D-1F16A617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49D5-E37C-D50D-D557-A0D0ACA1F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BC32-3044-4215-AABC-3EDAB4A2811A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9DF14-9EAF-0065-ECD8-AFC5CDB26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C4E2A-53F0-CBCD-DDC7-0A2164B79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3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696E8D-AA7B-3BB3-D244-5D203ACCC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487" y="778180"/>
            <a:ext cx="8682115" cy="488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0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latin typeface="Abadi" panose="020B0604020104020204" pitchFamily="34" charset="0"/>
                <a:cs typeface="Calibri" panose="020F0502020204030204" pitchFamily="34" charset="0"/>
              </a:rPr>
              <a:t>NETWORK ADDRESS TRANSLATION</a:t>
            </a:r>
            <a:endParaRPr lang="en-US" sz="4400" dirty="0">
              <a:solidFill>
                <a:srgbClr val="0000A8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BBFA62-07B2-9E40-9402-33C2B933EEF9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5660136"/>
            <a:ext cx="11393309" cy="1212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None/>
              <a:defRPr/>
            </a:pPr>
            <a:r>
              <a:rPr lang="en-US" sz="2400" dirty="0"/>
              <a:t>Suppose that the host with IP address 10.0.1.24 sends an IP datagram destined to host 128.119.173.184. The source port is 3436, and the destination port is 80.</a:t>
            </a:r>
          </a:p>
        </p:txBody>
      </p:sp>
    </p:spTree>
    <p:extLst>
      <p:ext uri="{BB962C8B-B14F-4D97-AF65-F5344CB8AC3E}">
        <p14:creationId xmlns:p14="http://schemas.microsoft.com/office/powerpoint/2010/main" val="88353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34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Office Theme</vt:lpstr>
      <vt:lpstr>NETWORK ADDRESS TRANSLATION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EBGP OR IBGP?</dc:title>
  <dc:creator>Tianming</dc:creator>
  <cp:lastModifiedBy>Tianming Zhao</cp:lastModifiedBy>
  <cp:revision>28</cp:revision>
  <dcterms:created xsi:type="dcterms:W3CDTF">2023-04-03T17:55:26Z</dcterms:created>
  <dcterms:modified xsi:type="dcterms:W3CDTF">2025-03-14T15:26:57Z</dcterms:modified>
</cp:coreProperties>
</file>
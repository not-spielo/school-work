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4"/>
  </p:notesMasterIdLst>
  <p:sldIdLst>
    <p:sldId id="1209" r:id="rId2"/>
    <p:sldId id="121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E2487-2977-4BC1-A03A-108EEB29876F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E363DD-2470-47FC-B4DD-45FDFB529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947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0DC8A-C4CE-0C17-79D8-F25BC4327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53085-577A-6151-4E24-27154D4EF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7DFC0-BDB9-3223-265B-95D115824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DD694-BF4A-2317-FC99-CCA0D22B7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8702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8F470-64E2-FE86-A83B-D8FD4E502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3103A-A162-9DA2-0A54-E50E6B8DC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3E88F-E752-E9D1-BF6F-6CDD04634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CA0D4-50F8-441F-32C6-80B9DFA8F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979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403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023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021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268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630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286A1-757D-FC04-5DD0-4EB028AB2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hot icon">
            <a:extLst>
              <a:ext uri="{FF2B5EF4-FFF2-40B4-BE49-F238E27FC236}">
                <a16:creationId xmlns:a16="http://schemas.microsoft.com/office/drawing/2014/main" id="{2BB0CAE5-93E7-D3E4-81C4-DCA1571E6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660" y="3598333"/>
            <a:ext cx="721782" cy="72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463A76A-A7A8-2C6E-1EB5-8726E815C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>
                <a:ea typeface="ＭＳ Ｐゴシック" panose="020B0600070205080204" pitchFamily="34" charset="-128"/>
              </a:rPr>
              <a:t>Non-Caching example </a:t>
            </a:r>
            <a:endParaRPr lang="en-US" sz="4800" dirty="0"/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ABF57E08-0B08-0958-FCE0-2D2DCE787BEC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B72892A1-6F85-B69F-BC7D-73CA12513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FD271F2F-B00C-BB4C-4A12-40E3EC0ECAC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617C688E-0CFA-D5CF-7190-557BE1668F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4801AE07-8031-EA58-0776-9CBBFDD67F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BD64ABD-A1EC-1ADB-D5EC-BD04D78B7BC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DBA4E801-D730-09A2-4EDD-DAEBE135F54E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5949E1B1-9E71-1AB7-6BB7-B3060EA84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4DFFA29-4B4B-F73C-B8B2-4C7FFDB67277}"/>
              </a:ext>
            </a:extLst>
          </p:cNvPr>
          <p:cNvSpPr>
            <a:spLocks/>
          </p:cNvSpPr>
          <p:nvPr/>
        </p:nvSpPr>
        <p:spPr bwMode="auto">
          <a:xfrm>
            <a:off x="7762780" y="4516708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24EA03FF-35CE-6B5F-45C8-1E26F9E7E4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54D6BA1A-62C3-0E8C-A17A-1ADA785064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E2A84869-4ABD-7C57-8132-EA63714E23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38A64A7B-8A9F-83DE-4F3B-AF774C17C58C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0801D044-DE04-880D-788B-E68E907A7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3444223-409D-6C3D-9363-7CDC27EDB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E5DFD696-7913-6EB4-E702-498C63287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CB2A9C78-A811-4B7D-90DC-878FF426099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57AC456B-468C-5AFF-F246-9C2696D63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587787BC-B933-B5AA-2B59-0A89F9ED9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9E33A7AA-F73D-98E7-659B-8F3F1ACAB9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4898D1DF-A3FF-3189-82AD-A9B7070DD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3831C9D1-FED5-47BF-5FFE-5373CBF50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576153CB-BF89-CF1E-F507-3C039881A3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8B20561D-D034-F674-FB78-66CE394D0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200E47A8-8DC2-3C41-AA92-BB005A607C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0C030449-12DA-089F-A8CA-0EDE9AED6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25FABD06-BCBB-DF79-8D2D-C565C7A4D3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E05C9D61-9F4D-57B4-22BF-966BD13AC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6092CF1D-DFFA-5C95-2D8E-B801FC54D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FE9B4296-9E8E-2615-3129-FD62CA3D1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0AD19D5B-BC69-AE29-0337-36AE23F13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22DFFDED-FBE0-2D6C-A04F-94C35DCD05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C5E7561D-CC94-0EEF-8656-46E6588E23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16636841-957E-8042-15DA-4FCFE790ED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5D737566-C253-0932-A04E-21AACB994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92432B12-9F78-829B-002D-34CC846BE9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DB21B891-D7F9-BC06-37BE-08792A87F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53569642-8893-61CD-7A8D-2F8C40BE9B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5674CE3C-3A31-96D7-4790-A46E1370A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7F005BD6-58D9-B259-2ECC-7F53ED655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1EC5A790-2D00-C8B9-3B8A-32D5F1ED9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4D7EE6F8-9335-62E6-3D62-2121A951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44FE7992-5A1C-0D10-A34B-933177231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62D55DA4-D217-6FB0-E8FF-5A2C6E8B5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708006A0-3ABD-AD85-BAE8-0EBB31094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26279635-3373-30B3-E936-F17345EF2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8C4471B0-2294-BCB8-46B5-3BD482635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1219C036-F91D-5745-7E55-B0E77543C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28F9FF9E-03C0-1884-6241-34DEB9E81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BBD20436-5C93-3558-EE21-4F33C6F3FCAD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8632D55A-53C3-068E-F26E-91A4C49F10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F505C90C-93F5-F39E-22E0-139B637EE6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104E9436-57D7-5A16-C858-107A9C92945D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67DDAF22-CC20-2FC2-4B9A-CF46BCE9F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56CDDF67-5851-C01A-C615-BFA12A74C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795E03F-0913-695F-809B-F07944351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1F3FA7D2-7392-BFBC-06F9-B8A80200A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3A2011FD-277C-3849-1AD3-1D3E6FCB4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9E136DCD-D276-BC89-3C7F-FBF51449FE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E1422013-49CA-5287-BEE1-D9BBD5A20E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9A29A30D-16CE-EC8F-F2ED-E00C28E58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FE0109B-D27E-C99A-0D90-0A460820B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2962E064-735D-98DF-7146-39887BD0F7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50E32797-5211-0D2A-A51F-23764CAC3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3AB854B8-B8E2-62F9-0EDE-D8BCBE74E8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D14AB02F-D188-6B20-1924-429E5E751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FEB19D0D-E28C-DF58-2EE6-EE95ABE3B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6C248851-0BAE-CC61-DBCD-34DDB57E5A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F75488F5-F726-7862-741D-5EFD923EF0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0CF91238-6699-E308-57D1-56842A2A20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34E89902-52B7-06C9-9B96-44FE3B53B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B6E42916-80B0-1EAD-51A9-95F0CE7426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EBBEA432-A341-6962-2853-80994B359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4C44056E-DC8C-B03A-ED19-6C36F0E29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18EA8CE2-E678-C8A6-C38C-C190E0A8F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C8C2205A-1223-D7FC-470C-8F1A8B61E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121984C7-338A-98A0-A6C1-2828563A5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BD6F12CC-1C60-C918-EA64-46662CE48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CE472D80-E922-F3BD-A0C8-E44788BA9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7E9930FA-6DD1-79E2-7611-6398F4CAF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49443D63-7F9F-DA87-2FE1-C0C504441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69C46F9F-47F2-AB72-9F10-D5454414B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63C37D4B-7971-0E10-F400-24BC86B89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5279FAB6-9772-0A4C-5448-45A8BDE97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CCF103D9-FBF1-553C-FD47-A2E150482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825D65C3-EE02-8373-4A38-60A1992A4F29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3C7727E3-E86F-7B92-9587-95987B3A5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9E2A545A-E410-BAFB-4576-FEABECDA1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25A23DD4-5170-9396-3E13-823185918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B3E19EA7-BEEC-34CD-AF20-5A8D22D7F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5462BA1B-B5CD-E016-8C93-B1EEAA9A0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4584C857-5E7C-1169-4A7A-99F139DC66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FB7D33CD-E998-04D0-585E-17938A694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861380CF-1F58-C3FA-7ED3-B1C6DAD75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B809AF39-5F88-DA17-2191-BE1DE8BB0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B9D38709-24E1-D541-576E-322884AA7B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7B5135C1-C069-9000-DE8D-2F2B53B24E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74993469-880A-DD7D-8393-9F727AE0DB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CDC2F3C0-CC21-1183-65D6-BC19A60C0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8C219307-019B-C2CA-0441-8632D0ACF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6CD290C0-F75E-2DA4-A9F4-47DC9B22F6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F105F7A0-4E73-0B76-B70F-88E85D0345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FF89BCDC-2AF2-0C47-34B2-7CF8C7BF33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6BE82A76-5ACD-9D10-121C-CA2EF3424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9E3647A5-339D-59EA-C1FE-34D802B7FE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3B486611-E243-1747-DC0D-C3B5BEDC0C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E47910D8-E681-C15D-41EC-16B2C17D1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E00EC062-7565-278E-C738-652550716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7D07822F-DB9C-2555-0BB4-51DF9A5B4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73E409CD-AA1F-E815-132F-1CDB7E0C7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1945011D-E74F-8317-69C0-230549A34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7033D4D6-F64B-C4D7-B95D-47162CDEF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5941D357-C271-CD55-D997-9C3DD8D66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7083506F-F966-6F45-72F5-066F132BB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9BFE5CB-BCD7-6A4B-387C-4E4C9BDC4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4B12A496-8E01-6BC7-7AF0-F6969A1B8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6F5AF69F-C503-815A-5CB0-895AA2534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94DFC882-96B8-FBB1-421E-969503F24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05F5F5F4-9313-94AB-666E-147984D24BC2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B218DB60-790F-C36B-A0C5-8ACBFD3AC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05714B95-53FB-F30C-6CF9-ECB22AED8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CEA224A7-9C54-F246-5FCF-BD797C6F8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B46024E0-8CFA-73A3-EC8E-ABAFC68E4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736D6CDA-D288-FC04-2213-EDC160125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86D113FD-AFDC-C323-9E2F-CFC99B2B33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BAFC55F8-895D-F954-5832-894E9D8C69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FA059053-A72B-12C9-513E-020FF72498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7D252813-0F57-05BC-6CA0-DE67D54E8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82CCEBAB-0914-D6DE-B893-7F06C810AB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1D6F272B-4920-C459-B821-648CCF4B47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4B1CE913-97A9-A999-E913-CB1964B30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833C4E9-FC8E-2852-BB04-237745100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D4877E45-309C-EB79-7417-1C27DFDF0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FB056B98-234F-0241-496D-0B45DCB519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D5BA9B4-0030-13F9-1EB3-9DC220169C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39776C5B-37F4-ED14-6CE4-2DC1E58AB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9A56B436-D8EA-50F3-F2A2-8F20AC497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95008616-1A22-432B-2360-BD621B5DF5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9805B1FC-A4C4-F9F8-EE9D-189BB6697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B6F16D19-1A70-83C3-C4B6-5D78820BD7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3F2D9B78-084F-31D1-514F-2E5FB76D1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4C7A6E04-9217-DE9A-2ED4-2EC27C982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12969087-4245-4E10-A119-96788E5BC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B61CD416-98C9-D146-5EAE-23C967483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F1903680-8011-3762-F297-A05C931A1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EE373CD9-835F-0FE4-4B5F-DADBD5935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513D6A06-542A-B31D-EA86-02E48CDAB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6B374BA8-3C2D-F135-3EEA-0596F5F4D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3985D714-34DD-BEB4-8856-C8D414741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AD9EB880-F3F2-F13D-1E50-B81480208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C057330D-027A-4B69-00DD-3B878F3CB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1DFC6A14-6BB4-3160-1876-A751D2240319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958BA8F-50E4-A4DE-78CA-06F0B1613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3107C49F-6237-519B-F261-4D4B5A3CF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F816FEA8-8312-E754-2552-26004D2C4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32D8E0DE-42A7-E5F3-EC50-138A9B847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99BDE083-5FA7-2F3A-1317-A6AF64409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C18741B-E70C-9085-3934-C809BF55DC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621FC545-C897-9300-5396-AB6E84A39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22114DF7-E9C0-3165-0A79-BCC554EBDD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D7DC5494-4A78-05D7-0170-3DBF31500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11529577-4666-7176-C082-DCF2F34F7D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228B8777-6635-DB00-4799-30C31E454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E4525141-E08C-0090-C2C4-612DD2391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6165FA63-32C0-1CAC-9A9E-DFA8B3A8B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DE8A5868-78F2-DEEA-0EC1-EA46EF1A3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ECAD6AFB-DECB-2F3E-2889-B32D4F7AF5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7F40FDF6-B28E-579A-FE7F-CE427F8212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16D67563-E0B5-329B-D86E-50BB1DB2A6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93A616FC-EE21-F4DC-7980-0AFBF0D75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22CCECD4-7055-1A3B-9939-DAA04057DA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69DF607-0A21-D72E-4A0A-D1D8D9C1E2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22CEEE43-86D3-040F-E10C-8B35A01FEA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67379154-9EDC-8ABB-C5DB-FDD8BB2B4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648C0E06-3F46-08B5-1B81-5AD6BE8D9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8FA1D063-A5EE-52C6-3D28-4F8685357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0DE122CC-FC37-70E9-9396-84A094F1D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D3087F15-E9AC-2047-5ADD-937280B45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6739C0EC-7A7E-E4E0-5BBC-A9416E866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FD8A71C5-00A5-EB92-A0AC-CB43BACA9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544B4DAD-6E28-3C26-0F3E-A21A3FB8C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781080AB-CD3B-8261-8CED-BF6869A51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54D2690E-C1C2-63B8-F3E6-D4213B177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AE754032-7B2E-C6C2-3E56-0DE23735A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BC276BCF-E1BD-AE7B-4D26-E524B63D9FC5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44E4A7C5-BDF3-B320-90A1-1F7702CEA6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B61B75C5-9674-0EDD-5591-98ADA17203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45DA0F57-BECB-4329-D0D0-09E49C8E7F2A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FB8340C5-BECB-8844-D185-72B55297A3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C4238D1-B1B0-8900-BE64-4FE7AC0134E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9EC96B4F-1EA9-85DF-8FFB-BB56E3F08D50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75D6CD8D-7F1B-4691-3193-33C7BA6F61B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3EC3DBFA-F9A3-8B44-7C2B-D588EB7AE70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A549A200-B61C-5F0B-8203-1D53CE3CF0D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50990DD6-ED59-879B-562C-6F8E4340A52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18A072A4-5A6D-A7E0-B846-CFECC3D4CB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FF850565-88C8-D5C7-8B67-5E66FE044E4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E5BF6309-AB03-AA16-1709-9887EAFDED0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9299220-E22F-7451-BF33-5C4CA6BDB3E3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E172F1F4-EAA6-87B6-3435-13646191B27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4BBF0324-D745-A981-E6A4-5AD67F5E9F7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31595056-5A49-0AC5-A659-3E5CA8B083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C868ADB0-F27E-3D39-EE08-6BBBE058E02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1E4F3857-5A5A-71F8-B8AE-BAC1C4AB1A4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5D4A1022-FC55-A0CD-7AD8-BF0EB1968A5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661F05B5-9DEA-3CFA-010F-CA6EDB18B11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9" name="Rectangle 4">
            <a:extLst>
              <a:ext uri="{FF2B5EF4-FFF2-40B4-BE49-F238E27FC236}">
                <a16:creationId xmlns:a16="http://schemas.microsoft.com/office/drawing/2014/main" id="{998ECAFB-3E13-A859-A946-77F662A00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24" y="2624261"/>
            <a:ext cx="6403933" cy="204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lvl="0" indent="-342900" eaLnBrk="0" fontAlgn="base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sz="2400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Question:</a:t>
            </a:r>
          </a:p>
          <a:p>
            <a:pPr marL="342900" lvl="0" indent="-342900" eaLnBrk="0" fontAlgn="base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sz="2400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Assume three clients in the LAN equally share the access link, what is the maximum rate (e.g., xxx bps) at which the server can deliver data to a single client? </a:t>
            </a:r>
          </a:p>
          <a:p>
            <a:pPr marL="342900" lvl="0" indent="-342900" eaLnBrk="0" fontAlgn="base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sz="2400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Answer: three clients fairly share the access link, which is the bottleneck link.  The maximum rate is limited by that bottleneck link, and the answer is 1.54 Mbps/3 ≈0.513 Mbps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530" name="Rectangle 4">
            <a:extLst>
              <a:ext uri="{FF2B5EF4-FFF2-40B4-BE49-F238E27FC236}">
                <a16:creationId xmlns:a16="http://schemas.microsoft.com/office/drawing/2014/main" id="{5F87A032-A632-5D0A-B140-5FDA1AF53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Scenario: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rate: 1.54 Mbps</a:t>
            </a:r>
          </a:p>
        </p:txBody>
      </p:sp>
      <p:sp>
        <p:nvSpPr>
          <p:cNvPr id="216" name="Slide Number Placeholder 2">
            <a:extLst>
              <a:ext uri="{FF2B5EF4-FFF2-40B4-BE49-F238E27FC236}">
                <a16:creationId xmlns:a16="http://schemas.microsoft.com/office/drawing/2014/main" id="{ACE8FBB5-5A79-89CE-EA15-60E7D6D99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Text Box 98">
            <a:extLst>
              <a:ext uri="{FF2B5EF4-FFF2-40B4-BE49-F238E27FC236}">
                <a16:creationId xmlns:a16="http://schemas.microsoft.com/office/drawing/2014/main" id="{586E60AD-B2AB-CC32-6E15-A193B5127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504" y="2621938"/>
            <a:ext cx="9605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10 Gbps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606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5F976-A0CA-A15B-23EF-92529BCAD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3810F1F-EB42-CCFA-8FC4-82EC6FE1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Caching Example</a:t>
            </a:r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AB435F2E-2D40-DAC2-82C3-6A039056E88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1160201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1AF08470-2078-C39D-3CDE-37FC2BC8A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574414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3EE8CC2D-51C1-59F7-8DFC-7280AD0E0E88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779201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4880B527-46D3-294B-4FAD-39F25875C6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817301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8F5FF17F-CF80-8127-D447-2CEE8D16DB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979226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C9F4FE8C-ABCD-D75E-FE86-9D79D2F1D3B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1741226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E8ADD343-D741-ABA9-B382-030DF5463ADA}"/>
              </a:ext>
            </a:extLst>
          </p:cNvPr>
          <p:cNvSpPr>
            <a:spLocks/>
          </p:cNvSpPr>
          <p:nvPr/>
        </p:nvSpPr>
        <p:spPr bwMode="auto">
          <a:xfrm>
            <a:off x="8158067" y="783382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465862CE-7B37-5944-FB1F-AB7E40230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1104639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BD3BCFAB-B5FC-BA94-DAFA-B025E582A781}"/>
              </a:ext>
            </a:extLst>
          </p:cNvPr>
          <p:cNvSpPr>
            <a:spLocks/>
          </p:cNvSpPr>
          <p:nvPr/>
        </p:nvSpPr>
        <p:spPr bwMode="auto">
          <a:xfrm>
            <a:off x="7748492" y="3142989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17B22DD7-A94D-0C27-20E8-9D4FADAD3D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3452551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CA1C9669-7058-6D6D-12D8-54A421277E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3500176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CA76817E-44BA-97E2-0846-8AAE2E3947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3506526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809DD7B5-A47E-514F-8B80-5F0BC480888E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2217476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D497DFD-EE51-EA34-3E0A-379C52DEF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3030276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FE39EFB7-96CF-B01F-DEE7-6751C872C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3411276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8590627B-6B04-05E4-4D88-A7EE5A821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2406389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388D853D-155C-D012-B01E-90D31990FF8E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707764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214F8E92-B07F-6EE0-BD90-56062C8F9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C9F25EC7-8F86-76FB-1582-F7FC59283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71F2162A-F96A-C704-72B7-35B480B6BA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C0682D61-530C-81A2-71B5-AF5AB3A1D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5C4245C2-A08B-CE7A-EA84-418AB5397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0D6602E3-7179-1956-2017-EED9F49B08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7679ACAD-3701-574C-8BD9-E305DB6D63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4BB7FE1B-9631-78E0-618E-1C58284201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F0EE0097-30F3-8B8A-5857-4CB29A9A0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28643530-5FFC-17F0-DD9E-F8BAA0DA7E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145A03D3-9DA3-EBD5-FB48-5B64799A2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890152C4-C085-8FAD-A216-E2CDBF24E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F6EE6D3C-8180-43CF-F23E-6C1FBA513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0687D54A-F437-6E47-BCA9-2AEBEC31B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6637455D-C660-B9D9-0B2C-71028BC66D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43A68415-82E9-E008-21DA-A4618F5690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350DAB04-864E-EB41-2CBC-759417EA1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90C5C13C-4E44-0BC4-F58A-50E37422C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D7512E4F-7AA6-91F5-B70E-C8948BB931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89D52A64-A593-0DC4-169B-1F32DABBD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8FBD47F7-F71C-F413-CE86-202D64F22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AA6B06F8-2355-9ABB-0846-863724545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0C64808E-E700-DF56-A45B-E827F1D63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47E51497-0455-26C0-D125-FCDC438B0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E74EDB3B-85A0-7589-D686-FBE060B6E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A134C66F-47D0-CFF8-E689-43549DBD8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13D6C82E-F8D6-18DC-240B-49FF3036F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3D5DFA45-1F4E-20D9-C0A5-5BC85C62A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8AE459BD-74CD-B8DE-D51A-F5015720F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A7B4BD62-57AC-7B02-2163-85C13F0EE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B789848B-BE35-4820-CF80-F1261B54E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1335ECC3-7AF2-D743-D497-740AB2DC5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BDF349BC-5B9B-1A4C-1776-301E74616DCD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3820851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233C022C-C060-D0BF-9F04-2FC13BE683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C637A20C-B628-CF80-425F-75166E1811D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D1E34D44-83AD-F062-7AF9-05665CAF3D43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229926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037873D3-CC00-9BD7-8771-7A630B4A2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70CF7986-3D72-0ED6-6A74-292C7CA6E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E07FB5AC-EC0E-BC90-1CE3-10191A1B0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3A12EB60-2B80-DD54-7CE4-E5E83F39A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789B7960-F6D3-2594-0058-AB2B694D5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8A6EEBA6-982F-ED1B-6F6F-649E19AF8B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92E831D-EDC3-48E2-D079-73B1098E0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F07A2824-58A8-E781-04CA-8F53B3B91A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382C94A9-75EC-C84A-B917-897ABAC0D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129DD401-B77E-2DEE-E0AE-578BF0F2C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F268769C-DB78-1E84-7BF0-736B578A1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754C814B-AAC8-8E20-309E-87E3A0AC6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31EB25BF-4E96-AEBA-AA8D-37FF6552C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6605C206-C4FA-FBD0-3B34-F0D9A3037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70299A97-E782-9FA5-C41E-A1AD173719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B7238671-8A94-4221-812C-86BC4C7CE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52D45D7D-BE96-AD88-9C0C-CC3A8ACCE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F061F043-491F-D81A-061A-EA66252C3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B0D7DC01-AFE7-677D-2622-197D548795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84C5026D-C2B0-D889-F28C-372FBAD46D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1361AB34-3AB2-DC19-DF95-E45C4E46A5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ADAD18BB-1DDB-A14E-97A3-BB6EA640A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E20BA525-7E13-B553-A84E-F5A13297E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ABEAC48D-869E-C120-EC9E-55AC0D380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74D1AA47-93E3-CBC7-52CC-86B6FCC54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166F9C2E-9D9B-8E9D-4C4F-741F24BF2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092AC450-C04A-E810-75DD-57D0AA1E8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B6794BFD-3E27-6324-3D87-47D8B88E1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DC83653D-4AEC-3130-9404-F222A16A9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EFB6DC5E-7CD7-C4D1-487C-060B3CBFD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12730531-4E6F-EBE3-F8FC-95FED4421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7B21F02F-43A7-DB7D-BF12-482FC36B6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19318EE2-9FA7-DD55-7A30-94CD78B7B55C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261676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09BE241E-B264-F558-2E63-AB2415496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A0B1C0F5-20F9-DEF3-0E91-378A526BB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093A54C4-A35D-D1D5-A804-7ED49C19B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4C967CB1-3B5F-8172-29B3-D0BFF9AD3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54713614-563A-7A05-D6C9-8401B1353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FF81246-203A-CFB9-CA94-EDC8406E7A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9CBCE3F1-F261-D122-4532-D1AD7B9D4A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1D493148-EDD9-2E3E-37CB-A405E5B93E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960F4726-EBF9-801D-4999-ABD618777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F4F04618-45E2-A647-0066-A08A350764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688311AA-0C1E-4F6B-24C0-BE86C55C5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B8B97521-36EF-0C51-8108-214057D6B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9CF4603E-6B7B-91C8-7870-3B08F615E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C8AF5099-8234-FA63-355B-E34F05FA8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E452E8A9-0600-0C24-D037-74C5C97C52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DF053CBA-98B8-B505-D439-79DB526704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3F376800-D788-3192-7275-C9D5F5B1A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995A1ECB-873D-FACC-2D7C-F8E1BBEA8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92D03E19-9602-4BD6-D5A4-1C6D2C5421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A4364C2B-F98C-9F16-28F3-854D721A06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385D337E-B39D-F548-38D2-0F715D7FC6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EEF3D3A1-8A15-0281-46DB-FF7B431AC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EB791817-FE92-F635-1F8D-11072C3DC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9534C683-EC98-C0D8-B119-A1C13100D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BE0DD88D-6908-3B9B-D964-5E182CBB9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FE7A7D2B-1C7C-FF43-98B9-A93E6206E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3DDED87A-9C08-4793-E62A-827D9A07B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6CCED59D-70D9-8A61-E1FB-C0A3E1440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2ACA7B08-DBE5-BB4C-627C-DB28D118D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D9D3DAB8-94A2-6DA2-564F-406E68855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A1F8CC5F-936B-CD0C-CEDD-7D9DDB005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31D1FF0C-E796-A464-E9E3-614AF41E2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2C5DCE7C-7077-1334-6E8E-3B499018AC42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414076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1B037C06-3E46-424D-8456-1C8566EA2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ADEB473E-2317-3A69-76D6-6BA11B0D0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5EA857E4-DA24-B11D-0AEA-C046D3614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9CDB7EBF-AF12-0D15-E777-8231B88C5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BB3C9173-EA8D-DB22-A107-C6B19BBEF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B655B3BF-E2F4-9BBE-DB04-1EEC16C81F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CA893A47-47B2-2368-49A9-0BEFB28E1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EEBB7F54-A16A-F1DB-C1F7-49EB9A19B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D62ACA67-2BE2-628C-90AF-387A1A642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5EE3E0FD-28E7-1CCB-E5DF-8ECDF149EF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DB1E810A-B811-77AF-AF1E-4DD2F1D79F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BE0DDFC8-D43D-C93B-2153-74F3D60F9E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034AA354-94EA-D72D-8F69-9476BCE42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FC6B8103-A1D3-7CDC-5534-3638EE77B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165CBF7D-9D50-F5C8-522D-9E93D0EE5A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BDAECB0-52C5-1D2C-8A7A-51CB1658D5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46CA716B-D1A9-2BCE-61C3-2DE4B1AE7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A4B790E3-C3DF-9859-CA4C-C2706F749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679C76B0-05B3-5070-5878-C8A03D6E43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B34BA2A0-113E-0C6D-4C50-F8F33ACADB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8B9FA896-8FAC-CC24-0936-8B3054E9A1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5B2C2D69-8607-8841-A189-3FEBD8FA3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F5CF6BE9-64D3-C2CE-846C-083B615BD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155135AF-AFD3-9F27-4CD0-89724D722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E9C54784-6B36-BF1D-CA29-BB4112B77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BB538094-9BF9-4E8F-5A3A-7C7BE60B2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64DCE176-8C91-2650-1312-09719189C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02BC9D3D-E138-B2D7-C895-67C8F5659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9AC84BB8-44AD-3742-A468-33CED7DD4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BA361E8C-8616-55E3-01EE-13A9580DA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F88B523A-AFC3-A88D-4DD7-ADCDD720E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91F2723A-B657-3BDF-771B-646529073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BCD37AC5-9F37-7EB5-E116-34D8D6F98F7D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1360226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560D0FDB-73B5-E9AC-0FBE-8E10C07AE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02304C31-8B50-A890-A040-24C791F6D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D689B0C7-E148-4CFA-1494-4F6EED33D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F87096B-7ED6-8AF7-D823-48D04655A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9FD45514-4668-6E86-A6FF-B933B9EFF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FD211386-C803-912A-1774-7AC200DA9E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0DF3FB11-0632-E14E-34CA-A4A753D88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EFA9DBB1-A55A-8EC6-BF69-EA0B03F1A8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FCCD9F2D-3BFD-97C7-4099-B07F9B503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88E56BF7-EFF8-2316-2616-3D05C627DF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57A9A391-FB85-F483-3F06-6DDED6E6B8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FC838B5-A25A-6BE6-2A86-F702A39646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C7FDD698-2F1F-F1AE-1FE9-73B0908C6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4E0BCA2D-2196-7E33-989C-610A18692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1660267B-C5AD-65ED-B0C1-98C615DD0F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3A1562BC-256E-42A1-5882-EF2B8C2E7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216BC187-2BE4-9CB6-1D84-546793E57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C805E845-036A-6E01-7CB6-B90FF6307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AE9A7889-D622-1BC5-55EE-F96BB06F6F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D945215C-0DD8-9365-2851-64D5FE0C4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A7B8AF6D-1EC4-E0B5-8CE4-1AB4EA7B7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3B4A7DD3-5469-E61F-9AB7-1C203E70D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C6D8A08F-D744-8F2A-8EAE-7534EBCCA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5BE0241A-FE53-3DE5-3156-FB8938282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60A90156-2215-8652-7E84-50181AE16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D40F06A2-4755-BDD0-0BC7-FF66CAC1E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81734B21-3117-2B3C-90DE-FB07C4CB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AAC4F9A2-360B-EDA3-C627-BFA88C275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83DCD1C0-2CF8-9779-C109-1FCB1123C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1AAFF21B-4677-798D-46A9-3D22948D2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EA7411AE-CBD8-C446-E22F-EFF170ACA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7D37F1D2-EE4D-215E-162E-97CCC2804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43EC32C1-B30E-785C-F140-2236A25BB911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3843076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6775ABD2-4E15-3CC0-76C5-53C9B0D1D3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BE817BDA-1C6E-9188-C1E8-D01FE256DE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CF328AF3-B871-8B64-3A58-D7C4D04FA0EE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3831964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38457209-E1EC-A946-7350-6034331F3E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E1E1E0A6-E925-4F37-8CA8-7423A9D42B8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092E5394-F5F2-B1C3-7954-EDFBDD0F93FD}"/>
              </a:ext>
            </a:extLst>
          </p:cNvPr>
          <p:cNvGrpSpPr/>
          <p:nvPr/>
        </p:nvGrpSpPr>
        <p:grpSpPr>
          <a:xfrm>
            <a:off x="8988913" y="1767982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EA859C63-6DF8-429C-815D-15DE4FECA58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EBA51748-90C2-1375-79E4-4097185006B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6885E210-A4AB-C66F-436E-8247CAD9BB3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6CDAEAB-1879-5C8C-A7D5-224ED9E61A7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112A07FE-6780-4DB1-BA5C-B34B03D1E1C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513ACC1C-9747-E184-B964-7F7784550E6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F816AC29-9E11-CBBB-8FC6-28C884B2548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51B40729-973B-D35A-DB03-043723067A7B}"/>
              </a:ext>
            </a:extLst>
          </p:cNvPr>
          <p:cNvGrpSpPr/>
          <p:nvPr/>
        </p:nvGrpSpPr>
        <p:grpSpPr>
          <a:xfrm>
            <a:off x="8967576" y="3109535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563010FE-5A4A-333A-76E2-CF41C5C0C40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FE56F498-B4CB-AACA-41BB-8B0F9C36B7E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3C7F2542-DEB4-EDA7-8B7A-1420AD6DCB5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46586D73-6E1A-6B04-6AD2-43C41B47DE0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2BE6FBAA-D3B2-178F-909A-C79DDA52139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71BEA124-838A-F839-BA1B-48DF2C35F3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77F7E381-1195-5A58-27F8-35C0925BB9A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0F56BD-282B-4516-96CB-7AA6EBBF4B60}"/>
              </a:ext>
            </a:extLst>
          </p:cNvPr>
          <p:cNvGrpSpPr/>
          <p:nvPr/>
        </p:nvGrpSpPr>
        <p:grpSpPr>
          <a:xfrm>
            <a:off x="9339961" y="3480071"/>
            <a:ext cx="811212" cy="1033463"/>
            <a:chOff x="9001301" y="5550914"/>
            <a:chExt cx="811212" cy="103346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047576F-9B08-5047-1BD4-81152E5B8DCE}"/>
                </a:ext>
              </a:extLst>
            </p:cNvPr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74C8C37-0CB3-C360-1495-255F41C9B5A5}"/>
                </a:ext>
              </a:extLst>
            </p:cNvPr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sp>
            <p:nvSpPr>
              <p:cNvPr id="266" name="Line 80">
                <a:extLst>
                  <a:ext uri="{FF2B5EF4-FFF2-40B4-BE49-F238E27FC236}">
                    <a16:creationId xmlns:a16="http://schemas.microsoft.com/office/drawing/2014/main" id="{AE3A4EA8-C94B-830E-B16F-639FB9945F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66625" y="5189290"/>
                <a:ext cx="76200" cy="32226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60" name="Group 307">
                <a:extLst>
                  <a:ext uri="{FF2B5EF4-FFF2-40B4-BE49-F238E27FC236}">
                    <a16:creationId xmlns:a16="http://schemas.microsoft.com/office/drawing/2014/main" id="{53B5F638-4EC5-A878-80A2-6B4C5097A7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461" name="Freeform 308">
                  <a:extLst>
                    <a:ext uri="{FF2B5EF4-FFF2-40B4-BE49-F238E27FC236}">
                      <a16:creationId xmlns:a16="http://schemas.microsoft.com/office/drawing/2014/main" id="{2CFC998A-8F32-35AC-1623-E2B4902A0C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2" name="Rectangle 309">
                  <a:extLst>
                    <a:ext uri="{FF2B5EF4-FFF2-40B4-BE49-F238E27FC236}">
                      <a16:creationId xmlns:a16="http://schemas.microsoft.com/office/drawing/2014/main" id="{97B3E42A-9560-1A85-4DA7-E462916A99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8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3" name="Freeform 310">
                  <a:extLst>
                    <a:ext uri="{FF2B5EF4-FFF2-40B4-BE49-F238E27FC236}">
                      <a16:creationId xmlns:a16="http://schemas.microsoft.com/office/drawing/2014/main" id="{98890B70-2440-88F2-5434-09E9038633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4" name="Freeform 311">
                  <a:extLst>
                    <a:ext uri="{FF2B5EF4-FFF2-40B4-BE49-F238E27FC236}">
                      <a16:creationId xmlns:a16="http://schemas.microsoft.com/office/drawing/2014/main" id="{B1788994-C23F-BA81-7C42-3E481C7BD5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5" name="Rectangle 312">
                  <a:extLst>
                    <a:ext uri="{FF2B5EF4-FFF2-40B4-BE49-F238E27FC236}">
                      <a16:creationId xmlns:a16="http://schemas.microsoft.com/office/drawing/2014/main" id="{E34F685C-234D-949E-8BD4-1AF90E5A88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6" name="Group 313">
                  <a:extLst>
                    <a:ext uri="{FF2B5EF4-FFF2-40B4-BE49-F238E27FC236}">
                      <a16:creationId xmlns:a16="http://schemas.microsoft.com/office/drawing/2014/main" id="{B5B969C2-077A-946D-8F2F-ED7F993970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91" name="AutoShape 314">
                    <a:extLst>
                      <a:ext uri="{FF2B5EF4-FFF2-40B4-BE49-F238E27FC236}">
                        <a16:creationId xmlns:a16="http://schemas.microsoft.com/office/drawing/2014/main" id="{28857FC2-3130-3F74-B510-4C2E7D05AB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7"/>
                    <a:ext cx="725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2" name="AutoShape 315">
                    <a:extLst>
                      <a:ext uri="{FF2B5EF4-FFF2-40B4-BE49-F238E27FC236}">
                        <a16:creationId xmlns:a16="http://schemas.microsoft.com/office/drawing/2014/main" id="{857F5FFB-463C-F454-32F7-1EDC232B6A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1" y="2586"/>
                    <a:ext cx="695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7" name="Rectangle 316">
                  <a:extLst>
                    <a:ext uri="{FF2B5EF4-FFF2-40B4-BE49-F238E27FC236}">
                      <a16:creationId xmlns:a16="http://schemas.microsoft.com/office/drawing/2014/main" id="{9F98CCF1-BDE8-4B3E-9649-DCCD5615B8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8" name="Group 317">
                  <a:extLst>
                    <a:ext uri="{FF2B5EF4-FFF2-40B4-BE49-F238E27FC236}">
                      <a16:creationId xmlns:a16="http://schemas.microsoft.com/office/drawing/2014/main" id="{E4D83FB7-0D8B-A683-CC63-EDF32FB9479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89" name="AutoShape 318">
                    <a:extLst>
                      <a:ext uri="{FF2B5EF4-FFF2-40B4-BE49-F238E27FC236}">
                        <a16:creationId xmlns:a16="http://schemas.microsoft.com/office/drawing/2014/main" id="{55F1660E-BE3A-1602-D19D-F6CB1B55CA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0" name="AutoShape 319">
                    <a:extLst>
                      <a:ext uri="{FF2B5EF4-FFF2-40B4-BE49-F238E27FC236}">
                        <a16:creationId xmlns:a16="http://schemas.microsoft.com/office/drawing/2014/main" id="{C4EC7BBE-FF6C-B9C0-96DF-A26D8E04C5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4"/>
                    <a:ext cx="695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9" name="Rectangle 320">
                  <a:extLst>
                    <a:ext uri="{FF2B5EF4-FFF2-40B4-BE49-F238E27FC236}">
                      <a16:creationId xmlns:a16="http://schemas.microsoft.com/office/drawing/2014/main" id="{5A6A077B-5EA3-6447-E492-7E72A6CF87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0" name="Rectangle 321">
                  <a:extLst>
                    <a:ext uri="{FF2B5EF4-FFF2-40B4-BE49-F238E27FC236}">
                      <a16:creationId xmlns:a16="http://schemas.microsoft.com/office/drawing/2014/main" id="{74D4A17F-5C61-D077-5A08-CEC5589629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1" name="Group 322">
                  <a:extLst>
                    <a:ext uri="{FF2B5EF4-FFF2-40B4-BE49-F238E27FC236}">
                      <a16:creationId xmlns:a16="http://schemas.microsoft.com/office/drawing/2014/main" id="{18E8F2AA-5E39-FCEF-394E-4A14578BC73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87" name="AutoShape 323">
                    <a:extLst>
                      <a:ext uri="{FF2B5EF4-FFF2-40B4-BE49-F238E27FC236}">
                        <a16:creationId xmlns:a16="http://schemas.microsoft.com/office/drawing/2014/main" id="{6305506E-5AC6-1EEB-99A1-A252AA9508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31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8" name="AutoShape 324">
                    <a:extLst>
                      <a:ext uri="{FF2B5EF4-FFF2-40B4-BE49-F238E27FC236}">
                        <a16:creationId xmlns:a16="http://schemas.microsoft.com/office/drawing/2014/main" id="{7B021C5A-6B74-4A56-7F4B-A9C704D361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9"/>
                    <a:ext cx="701" cy="9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2" name="Freeform 325">
                  <a:extLst>
                    <a:ext uri="{FF2B5EF4-FFF2-40B4-BE49-F238E27FC236}">
                      <a16:creationId xmlns:a16="http://schemas.microsoft.com/office/drawing/2014/main" id="{49CAEE4D-B641-B6C3-5C95-CB1E8B6F89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3" name="Group 326">
                  <a:extLst>
                    <a:ext uri="{FF2B5EF4-FFF2-40B4-BE49-F238E27FC236}">
                      <a16:creationId xmlns:a16="http://schemas.microsoft.com/office/drawing/2014/main" id="{A0C54712-2CFC-3C85-500B-F9E95A36BE2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85" name="AutoShape 327">
                    <a:extLst>
                      <a:ext uri="{FF2B5EF4-FFF2-40B4-BE49-F238E27FC236}">
                        <a16:creationId xmlns:a16="http://schemas.microsoft.com/office/drawing/2014/main" id="{163894E0-49ED-40FC-63F9-0637751B5D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4" y="2568"/>
                    <a:ext cx="723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6" name="AutoShape 328">
                    <a:extLst>
                      <a:ext uri="{FF2B5EF4-FFF2-40B4-BE49-F238E27FC236}">
                        <a16:creationId xmlns:a16="http://schemas.microsoft.com/office/drawing/2014/main" id="{349FE8B8-A047-AAAA-B970-F86CBF3B56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1"/>
                    <a:ext cx="694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4" name="Rectangle 329">
                  <a:extLst>
                    <a:ext uri="{FF2B5EF4-FFF2-40B4-BE49-F238E27FC236}">
                      <a16:creationId xmlns:a16="http://schemas.microsoft.com/office/drawing/2014/main" id="{BAA9CDD4-988A-6FD7-F31D-CCDDD5E023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2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5" name="Freeform 330">
                  <a:extLst>
                    <a:ext uri="{FF2B5EF4-FFF2-40B4-BE49-F238E27FC236}">
                      <a16:creationId xmlns:a16="http://schemas.microsoft.com/office/drawing/2014/main" id="{8AADA61F-9CFB-EE67-EF37-D3F580851B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6" name="Freeform 331">
                  <a:extLst>
                    <a:ext uri="{FF2B5EF4-FFF2-40B4-BE49-F238E27FC236}">
                      <a16:creationId xmlns:a16="http://schemas.microsoft.com/office/drawing/2014/main" id="{D22796BD-7A03-C148-4119-28A81D1E6F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7" name="Oval 332">
                  <a:extLst>
                    <a:ext uri="{FF2B5EF4-FFF2-40B4-BE49-F238E27FC236}">
                      <a16:creationId xmlns:a16="http://schemas.microsoft.com/office/drawing/2014/main" id="{FCD75FEF-A712-7A83-8771-EA02C3B5E7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8" name="Freeform 333">
                  <a:extLst>
                    <a:ext uri="{FF2B5EF4-FFF2-40B4-BE49-F238E27FC236}">
                      <a16:creationId xmlns:a16="http://schemas.microsoft.com/office/drawing/2014/main" id="{2E6B9109-BA66-1251-FAC4-EAE860EC8C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9" name="AutoShape 334">
                  <a:extLst>
                    <a:ext uri="{FF2B5EF4-FFF2-40B4-BE49-F238E27FC236}">
                      <a16:creationId xmlns:a16="http://schemas.microsoft.com/office/drawing/2014/main" id="{75A443ED-845D-6BB6-8B71-6D1149B1FC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0"/>
                  <a:ext cx="1197" cy="14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0" name="AutoShape 335">
                  <a:extLst>
                    <a:ext uri="{FF2B5EF4-FFF2-40B4-BE49-F238E27FC236}">
                      <a16:creationId xmlns:a16="http://schemas.microsoft.com/office/drawing/2014/main" id="{6F80707E-E14C-BCF2-B451-C218DB1D8A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2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1" name="Oval 336">
                  <a:extLst>
                    <a:ext uri="{FF2B5EF4-FFF2-40B4-BE49-F238E27FC236}">
                      <a16:creationId xmlns:a16="http://schemas.microsoft.com/office/drawing/2014/main" id="{50E8AEB0-CB82-5401-A318-23C65A4241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2" name="Oval 337">
                  <a:extLst>
                    <a:ext uri="{FF2B5EF4-FFF2-40B4-BE49-F238E27FC236}">
                      <a16:creationId xmlns:a16="http://schemas.microsoft.com/office/drawing/2014/main" id="{A622CBF3-CA9B-9FCE-B3EF-158FCD0AD3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3" name="Oval 338">
                  <a:extLst>
                    <a:ext uri="{FF2B5EF4-FFF2-40B4-BE49-F238E27FC236}">
                      <a16:creationId xmlns:a16="http://schemas.microsoft.com/office/drawing/2014/main" id="{7AFD58D0-631E-63E2-286B-ABF05D1694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4" name="Rectangle 339">
                  <a:extLst>
                    <a:ext uri="{FF2B5EF4-FFF2-40B4-BE49-F238E27FC236}">
                      <a16:creationId xmlns:a16="http://schemas.microsoft.com/office/drawing/2014/main" id="{A06F0855-C18E-6E96-BB2E-C93412CCFA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</p:grpSp>
      <p:sp>
        <p:nvSpPr>
          <p:cNvPr id="251" name="Text Box 98">
            <a:extLst>
              <a:ext uri="{FF2B5EF4-FFF2-40B4-BE49-F238E27FC236}">
                <a16:creationId xmlns:a16="http://schemas.microsoft.com/office/drawing/2014/main" id="{3911E275-4CC0-1581-AC43-B045B5981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3782" y="4465502"/>
            <a:ext cx="16417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local web cache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2" name="Rectangle 4">
            <a:extLst>
              <a:ext uri="{FF2B5EF4-FFF2-40B4-BE49-F238E27FC236}">
                <a16:creationId xmlns:a16="http://schemas.microsoft.com/office/drawing/2014/main" id="{B299C14A-2824-2B96-4024-823FE8A59C29}"/>
              </a:ext>
            </a:extLst>
          </p:cNvPr>
          <p:cNvSpPr txBox="1">
            <a:spLocks noChangeArrowheads="1"/>
          </p:cNvSpPr>
          <p:nvPr/>
        </p:nvSpPr>
        <p:spPr>
          <a:xfrm>
            <a:off x="889002" y="1405471"/>
            <a:ext cx="6166171" cy="1744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>
                <a:tab pos="53975" algn="l"/>
                <a:tab pos="576263" algn="l"/>
              </a:tabLst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suppose cache hit rate is 0.4:  </a:t>
            </a:r>
          </a:p>
          <a:p>
            <a:pPr marL="352425" marR="0" lvl="0" indent="-231775" algn="l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3975" algn="l"/>
                <a:tab pos="576263" algn="l"/>
              </a:tabLst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40% requests served by cache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>
                <a:tab pos="576263" algn="l"/>
              </a:tabLst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 </a:t>
            </a:r>
          </a:p>
        </p:txBody>
      </p:sp>
      <p:sp>
        <p:nvSpPr>
          <p:cNvPr id="253" name="Rectangle 4">
            <a:extLst>
              <a:ext uri="{FF2B5EF4-FFF2-40B4-BE49-F238E27FC236}">
                <a16:creationId xmlns:a16="http://schemas.microsoft.com/office/drawing/2014/main" id="{D358679F-018A-1390-07D0-4B431F187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219" y="2685374"/>
            <a:ext cx="616836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>
                <a:tab pos="576263" algn="l"/>
              </a:tabLst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60% requests satisfied at origin 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FC55BE8-4B1F-4F5D-F6C8-A8876EC52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10" y="3119109"/>
            <a:ext cx="6403933" cy="204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lvl="0" indent="-342900" eaLnBrk="0" fontAlgn="base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sz="2400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Question:</a:t>
            </a:r>
          </a:p>
          <a:p>
            <a:pPr marL="342900" lvl="0" indent="-342900" eaLnBrk="0" fontAlgn="base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sz="2400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Assume three clients in the LAN equally share the access link, what is the maximum sustainable rate (e.g., xxx bps) at which the client can receive data in this scenario? </a:t>
            </a:r>
          </a:p>
          <a:p>
            <a:pPr marL="342900" lvl="0" indent="-342900" eaLnBrk="0" fontAlgn="base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sz="2400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Answer:  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4" name="Text Box 98">
            <a:extLst>
              <a:ext uri="{FF2B5EF4-FFF2-40B4-BE49-F238E27FC236}">
                <a16:creationId xmlns:a16="http://schemas.microsoft.com/office/drawing/2014/main" id="{2D2347E5-073A-1E08-A276-729A24C56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5789" y="1290932"/>
            <a:ext cx="9605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10 Gbps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5340C5-E663-7796-94F6-489AA038B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697" y="5193476"/>
            <a:ext cx="4136647" cy="8123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2A92E8-5C9F-95A1-00F6-6C3356543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265" y="5046826"/>
            <a:ext cx="5802304" cy="1663896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4110A2A7-8A36-C4E0-1976-EF1AB3E7A3CD}"/>
              </a:ext>
            </a:extLst>
          </p:cNvPr>
          <p:cNvSpPr/>
          <p:nvPr/>
        </p:nvSpPr>
        <p:spPr>
          <a:xfrm>
            <a:off x="5655076" y="5516859"/>
            <a:ext cx="440924" cy="421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2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Widescreen</PresentationFormat>
  <Paragraphs>48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ＭＳ Ｐゴシック</vt:lpstr>
      <vt:lpstr>ZapfDingbats</vt:lpstr>
      <vt:lpstr>Arial</vt:lpstr>
      <vt:lpstr>Calibri</vt:lpstr>
      <vt:lpstr>Wingdings</vt:lpstr>
      <vt:lpstr>1_Office Theme</vt:lpstr>
      <vt:lpstr>Non-Caching example </vt:lpstr>
      <vt:lpstr>Caching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2026-01-30T18:32:33Z</dcterms:created>
  <dcterms:modified xsi:type="dcterms:W3CDTF">2026-01-30T18:32:42Z</dcterms:modified>
</cp:coreProperties>
</file>
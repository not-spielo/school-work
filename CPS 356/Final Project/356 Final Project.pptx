
<file path=[Content_Types].xml><?xml version="1.0" encoding="utf-8"?>
<Types xmlns="http://schemas.openxmlformats.org/package/2006/content-types">
  <Default ContentType="application/x-fontdata" Extension="fntdata"/>
  <Default ContentType="application/xml" Extension="xml"/>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Lst>
  <p:sldSz cy="5143500" cx="9144000"/>
  <p:notesSz cx="6858000" cy="9144000"/>
  <p:embeddedFontLst>
    <p:embeddedFont>
      <p:font typeface="Roboto"/>
      <p:regular r:id="rId13"/>
      <p:bold r:id="rId14"/>
      <p:italic r:id="rId15"/>
      <p:boldItalic r:id="rId16"/>
    </p:embeddedFont>
    <p:embeddedFont>
      <p:font typeface="Roboto Mono"/>
      <p:regular r:id="rId17"/>
      <p:bold r:id="rId18"/>
      <p:italic r:id="rId19"/>
      <p:boldItalic r:id="rId20"/>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RobotoMono-boldItalic.fntdata"/><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font" Target="fonts/Roboto-regular.fntdata"/><Relationship Id="rId12" Type="http://schemas.openxmlformats.org/officeDocument/2006/relationships/slide" Target="slides/slide7.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font" Target="fonts/Roboto-italic.fntdata"/><Relationship Id="rId14" Type="http://schemas.openxmlformats.org/officeDocument/2006/relationships/font" Target="fonts/Roboto-bold.fntdata"/><Relationship Id="rId17" Type="http://schemas.openxmlformats.org/officeDocument/2006/relationships/font" Target="fonts/RobotoMono-regular.fntdata"/><Relationship Id="rId16" Type="http://schemas.openxmlformats.org/officeDocument/2006/relationships/font" Target="fonts/Roboto-boldItalic.fntdata"/><Relationship Id="rId5" Type="http://schemas.openxmlformats.org/officeDocument/2006/relationships/notesMaster" Target="notesMasters/notesMaster1.xml"/><Relationship Id="rId19" Type="http://schemas.openxmlformats.org/officeDocument/2006/relationships/font" Target="fonts/RobotoMono-italic.fntdata"/><Relationship Id="rId6" Type="http://schemas.openxmlformats.org/officeDocument/2006/relationships/slide" Target="slides/slide1.xml"/><Relationship Id="rId18" Type="http://schemas.openxmlformats.org/officeDocument/2006/relationships/font" Target="fonts/RobotoMono-bold.fntdata"/><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 name="Shape 81"/>
        <p:cNvGrpSpPr/>
        <p:nvPr/>
      </p:nvGrpSpPr>
      <p:grpSpPr>
        <a:xfrm>
          <a:off x="0" y="0"/>
          <a:ext cx="0" cy="0"/>
          <a:chOff x="0" y="0"/>
          <a:chExt cx="0" cy="0"/>
        </a:xfrm>
      </p:grpSpPr>
      <p:sp>
        <p:nvSpPr>
          <p:cNvPr id="82" name="Google Shape;82;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83" name="Google Shape;83;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 name="Shape 87"/>
        <p:cNvGrpSpPr/>
        <p:nvPr/>
      </p:nvGrpSpPr>
      <p:grpSpPr>
        <a:xfrm>
          <a:off x="0" y="0"/>
          <a:ext cx="0" cy="0"/>
          <a:chOff x="0" y="0"/>
          <a:chExt cx="0" cy="0"/>
        </a:xfrm>
      </p:grpSpPr>
      <p:sp>
        <p:nvSpPr>
          <p:cNvPr id="88" name="Google Shape;88;g318ef55476e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9" name="Google Shape;89;g318ef55476e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 name="Shape 93"/>
        <p:cNvGrpSpPr/>
        <p:nvPr/>
      </p:nvGrpSpPr>
      <p:grpSpPr>
        <a:xfrm>
          <a:off x="0" y="0"/>
          <a:ext cx="0" cy="0"/>
          <a:chOff x="0" y="0"/>
          <a:chExt cx="0" cy="0"/>
        </a:xfrm>
      </p:grpSpPr>
      <p:sp>
        <p:nvSpPr>
          <p:cNvPr id="94" name="Google Shape;94;g318ef55476e_0_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5" name="Google Shape;95;g318ef55476e_0_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 name="Shape 99"/>
        <p:cNvGrpSpPr/>
        <p:nvPr/>
      </p:nvGrpSpPr>
      <p:grpSpPr>
        <a:xfrm>
          <a:off x="0" y="0"/>
          <a:ext cx="0" cy="0"/>
          <a:chOff x="0" y="0"/>
          <a:chExt cx="0" cy="0"/>
        </a:xfrm>
      </p:grpSpPr>
      <p:sp>
        <p:nvSpPr>
          <p:cNvPr id="100" name="Google Shape;100;g318ef55476e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1" name="Google Shape;101;g318ef55476e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 name="Shape 105"/>
        <p:cNvGrpSpPr/>
        <p:nvPr/>
      </p:nvGrpSpPr>
      <p:grpSpPr>
        <a:xfrm>
          <a:off x="0" y="0"/>
          <a:ext cx="0" cy="0"/>
          <a:chOff x="0" y="0"/>
          <a:chExt cx="0" cy="0"/>
        </a:xfrm>
      </p:grpSpPr>
      <p:sp>
        <p:nvSpPr>
          <p:cNvPr id="106" name="Google Shape;106;g318ef55476e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7" name="Google Shape;107;g318ef55476e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 name="Shape 111"/>
        <p:cNvGrpSpPr/>
        <p:nvPr/>
      </p:nvGrpSpPr>
      <p:grpSpPr>
        <a:xfrm>
          <a:off x="0" y="0"/>
          <a:ext cx="0" cy="0"/>
          <a:chOff x="0" y="0"/>
          <a:chExt cx="0" cy="0"/>
        </a:xfrm>
      </p:grpSpPr>
      <p:sp>
        <p:nvSpPr>
          <p:cNvPr id="112" name="Google Shape;112;g318ef55476e_0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3" name="Google Shape;113;g318ef55476e_0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 name="Shape 117"/>
        <p:cNvGrpSpPr/>
        <p:nvPr/>
      </p:nvGrpSpPr>
      <p:grpSpPr>
        <a:xfrm>
          <a:off x="0" y="0"/>
          <a:ext cx="0" cy="0"/>
          <a:chOff x="0" y="0"/>
          <a:chExt cx="0" cy="0"/>
        </a:xfrm>
      </p:grpSpPr>
      <p:sp>
        <p:nvSpPr>
          <p:cNvPr id="118" name="Google Shape;118;g318ef55476e_0_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9" name="Google Shape;119;g318ef55476e_0_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dk1"/>
        </a:solidFill>
      </p:bgPr>
    </p:bg>
    <p:spTree>
      <p:nvGrpSpPr>
        <p:cNvPr id="9" name="Shape 9"/>
        <p:cNvGrpSpPr/>
        <p:nvPr/>
      </p:nvGrpSpPr>
      <p:grpSpPr>
        <a:xfrm>
          <a:off x="0" y="0"/>
          <a:ext cx="0" cy="0"/>
          <a:chOff x="0" y="0"/>
          <a:chExt cx="0" cy="0"/>
        </a:xfrm>
      </p:grpSpPr>
      <p:grpSp>
        <p:nvGrpSpPr>
          <p:cNvPr id="10" name="Google Shape;10;p2"/>
          <p:cNvGrpSpPr/>
          <p:nvPr/>
        </p:nvGrpSpPr>
        <p:grpSpPr>
          <a:xfrm>
            <a:off x="6098378" y="5"/>
            <a:ext cx="3045625" cy="2030570"/>
            <a:chOff x="6098378" y="5"/>
            <a:chExt cx="3045625" cy="2030570"/>
          </a:xfrm>
        </p:grpSpPr>
        <p:sp>
          <p:nvSpPr>
            <p:cNvPr id="11" name="Google Shape;11;p2"/>
            <p:cNvSpPr/>
            <p:nvPr/>
          </p:nvSpPr>
          <p:spPr>
            <a:xfrm>
              <a:off x="8128803" y="16"/>
              <a:ext cx="1015200" cy="10152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 name="Google Shape;12;p2"/>
            <p:cNvSpPr/>
            <p:nvPr/>
          </p:nvSpPr>
          <p:spPr>
            <a:xfrm flipH="1">
              <a:off x="7113463" y="5"/>
              <a:ext cx="1015200" cy="1015200"/>
            </a:xfrm>
            <a:prstGeom prst="rtTriangl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 name="Google Shape;13;p2"/>
            <p:cNvSpPr/>
            <p:nvPr/>
          </p:nvSpPr>
          <p:spPr>
            <a:xfrm flipH="1" rot="10800000">
              <a:off x="7113588" y="107"/>
              <a:ext cx="1015200" cy="1015200"/>
            </a:xfrm>
            <a:prstGeom prst="rtTriangle">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 name="Google Shape;14;p2"/>
            <p:cNvSpPr/>
            <p:nvPr/>
          </p:nvSpPr>
          <p:spPr>
            <a:xfrm rot="10800000">
              <a:off x="6098378" y="97"/>
              <a:ext cx="1015200" cy="1015200"/>
            </a:xfrm>
            <a:prstGeom prst="rtTriangl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 name="Google Shape;15;p2"/>
            <p:cNvSpPr/>
            <p:nvPr/>
          </p:nvSpPr>
          <p:spPr>
            <a:xfrm rot="10800000">
              <a:off x="8128789" y="1015375"/>
              <a:ext cx="1015200" cy="1015200"/>
            </a:xfrm>
            <a:prstGeom prst="rtTriangle">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6" name="Google Shape;16;p2"/>
          <p:cNvSpPr txBox="1"/>
          <p:nvPr>
            <p:ph type="ctrTitle"/>
          </p:nvPr>
        </p:nvSpPr>
        <p:spPr>
          <a:xfrm>
            <a:off x="598100" y="1775222"/>
            <a:ext cx="8222100" cy="838800"/>
          </a:xfrm>
          <a:prstGeom prst="rect">
            <a:avLst/>
          </a:prstGeom>
        </p:spPr>
        <p:txBody>
          <a:bodyPr anchorCtr="0" anchor="b" bIns="91425" lIns="91425" spcFirstLastPara="1" rIns="91425" wrap="square" tIns="91425">
            <a:normAutofit/>
          </a:bodyPr>
          <a:lstStyle>
            <a:lvl1pPr lvl="0">
              <a:spcBef>
                <a:spcPts val="0"/>
              </a:spcBef>
              <a:spcAft>
                <a:spcPts val="0"/>
              </a:spcAft>
              <a:buClr>
                <a:schemeClr val="lt1"/>
              </a:buClr>
              <a:buSzPts val="4200"/>
              <a:buNone/>
              <a:defRPr sz="4200">
                <a:solidFill>
                  <a:schemeClr val="lt1"/>
                </a:solidFill>
              </a:defRPr>
            </a:lvl1pPr>
            <a:lvl2pPr lvl="1">
              <a:spcBef>
                <a:spcPts val="0"/>
              </a:spcBef>
              <a:spcAft>
                <a:spcPts val="0"/>
              </a:spcAft>
              <a:buClr>
                <a:schemeClr val="lt1"/>
              </a:buClr>
              <a:buSzPts val="4200"/>
              <a:buNone/>
              <a:defRPr sz="4200">
                <a:solidFill>
                  <a:schemeClr val="lt1"/>
                </a:solidFill>
              </a:defRPr>
            </a:lvl2pPr>
            <a:lvl3pPr lvl="2">
              <a:spcBef>
                <a:spcPts val="0"/>
              </a:spcBef>
              <a:spcAft>
                <a:spcPts val="0"/>
              </a:spcAft>
              <a:buClr>
                <a:schemeClr val="lt1"/>
              </a:buClr>
              <a:buSzPts val="4200"/>
              <a:buNone/>
              <a:defRPr sz="4200">
                <a:solidFill>
                  <a:schemeClr val="lt1"/>
                </a:solidFill>
              </a:defRPr>
            </a:lvl3pPr>
            <a:lvl4pPr lvl="3">
              <a:spcBef>
                <a:spcPts val="0"/>
              </a:spcBef>
              <a:spcAft>
                <a:spcPts val="0"/>
              </a:spcAft>
              <a:buClr>
                <a:schemeClr val="lt1"/>
              </a:buClr>
              <a:buSzPts val="4200"/>
              <a:buNone/>
              <a:defRPr sz="4200">
                <a:solidFill>
                  <a:schemeClr val="lt1"/>
                </a:solidFill>
              </a:defRPr>
            </a:lvl4pPr>
            <a:lvl5pPr lvl="4">
              <a:spcBef>
                <a:spcPts val="0"/>
              </a:spcBef>
              <a:spcAft>
                <a:spcPts val="0"/>
              </a:spcAft>
              <a:buClr>
                <a:schemeClr val="lt1"/>
              </a:buClr>
              <a:buSzPts val="4200"/>
              <a:buNone/>
              <a:defRPr sz="4200">
                <a:solidFill>
                  <a:schemeClr val="lt1"/>
                </a:solidFill>
              </a:defRPr>
            </a:lvl5pPr>
            <a:lvl6pPr lvl="5">
              <a:spcBef>
                <a:spcPts val="0"/>
              </a:spcBef>
              <a:spcAft>
                <a:spcPts val="0"/>
              </a:spcAft>
              <a:buClr>
                <a:schemeClr val="lt1"/>
              </a:buClr>
              <a:buSzPts val="4200"/>
              <a:buNone/>
              <a:defRPr sz="4200">
                <a:solidFill>
                  <a:schemeClr val="lt1"/>
                </a:solidFill>
              </a:defRPr>
            </a:lvl6pPr>
            <a:lvl7pPr lvl="6">
              <a:spcBef>
                <a:spcPts val="0"/>
              </a:spcBef>
              <a:spcAft>
                <a:spcPts val="0"/>
              </a:spcAft>
              <a:buClr>
                <a:schemeClr val="lt1"/>
              </a:buClr>
              <a:buSzPts val="4200"/>
              <a:buNone/>
              <a:defRPr sz="4200">
                <a:solidFill>
                  <a:schemeClr val="lt1"/>
                </a:solidFill>
              </a:defRPr>
            </a:lvl7pPr>
            <a:lvl8pPr lvl="7">
              <a:spcBef>
                <a:spcPts val="0"/>
              </a:spcBef>
              <a:spcAft>
                <a:spcPts val="0"/>
              </a:spcAft>
              <a:buClr>
                <a:schemeClr val="lt1"/>
              </a:buClr>
              <a:buSzPts val="4200"/>
              <a:buNone/>
              <a:defRPr sz="4200">
                <a:solidFill>
                  <a:schemeClr val="lt1"/>
                </a:solidFill>
              </a:defRPr>
            </a:lvl8pPr>
            <a:lvl9pPr lvl="8">
              <a:spcBef>
                <a:spcPts val="0"/>
              </a:spcBef>
              <a:spcAft>
                <a:spcPts val="0"/>
              </a:spcAft>
              <a:buClr>
                <a:schemeClr val="lt1"/>
              </a:buClr>
              <a:buSzPts val="4200"/>
              <a:buNone/>
              <a:defRPr sz="4200">
                <a:solidFill>
                  <a:schemeClr val="lt1"/>
                </a:solidFill>
              </a:defRPr>
            </a:lvl9pPr>
          </a:lstStyle>
          <a:p/>
        </p:txBody>
      </p:sp>
      <p:sp>
        <p:nvSpPr>
          <p:cNvPr id="17" name="Google Shape;17;p2"/>
          <p:cNvSpPr txBox="1"/>
          <p:nvPr>
            <p:ph idx="1" type="subTitle"/>
          </p:nvPr>
        </p:nvSpPr>
        <p:spPr>
          <a:xfrm>
            <a:off x="598088" y="2715913"/>
            <a:ext cx="8222100" cy="4329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Clr>
                <a:schemeClr val="lt1"/>
              </a:buClr>
              <a:buSzPts val="2100"/>
              <a:buNone/>
              <a:defRPr sz="2100">
                <a:solidFill>
                  <a:schemeClr val="lt1"/>
                </a:solidFill>
              </a:defRPr>
            </a:lvl1pPr>
            <a:lvl2pPr lvl="1">
              <a:lnSpc>
                <a:spcPct val="100000"/>
              </a:lnSpc>
              <a:spcBef>
                <a:spcPts val="0"/>
              </a:spcBef>
              <a:spcAft>
                <a:spcPts val="0"/>
              </a:spcAft>
              <a:buClr>
                <a:schemeClr val="lt1"/>
              </a:buClr>
              <a:buSzPts val="2100"/>
              <a:buNone/>
              <a:defRPr sz="2100">
                <a:solidFill>
                  <a:schemeClr val="lt1"/>
                </a:solidFill>
              </a:defRPr>
            </a:lvl2pPr>
            <a:lvl3pPr lvl="2">
              <a:lnSpc>
                <a:spcPct val="100000"/>
              </a:lnSpc>
              <a:spcBef>
                <a:spcPts val="0"/>
              </a:spcBef>
              <a:spcAft>
                <a:spcPts val="0"/>
              </a:spcAft>
              <a:buClr>
                <a:schemeClr val="lt1"/>
              </a:buClr>
              <a:buSzPts val="2100"/>
              <a:buNone/>
              <a:defRPr sz="2100">
                <a:solidFill>
                  <a:schemeClr val="lt1"/>
                </a:solidFill>
              </a:defRPr>
            </a:lvl3pPr>
            <a:lvl4pPr lvl="3">
              <a:lnSpc>
                <a:spcPct val="100000"/>
              </a:lnSpc>
              <a:spcBef>
                <a:spcPts val="0"/>
              </a:spcBef>
              <a:spcAft>
                <a:spcPts val="0"/>
              </a:spcAft>
              <a:buClr>
                <a:schemeClr val="lt1"/>
              </a:buClr>
              <a:buSzPts val="2100"/>
              <a:buNone/>
              <a:defRPr sz="2100">
                <a:solidFill>
                  <a:schemeClr val="lt1"/>
                </a:solidFill>
              </a:defRPr>
            </a:lvl4pPr>
            <a:lvl5pPr lvl="4">
              <a:lnSpc>
                <a:spcPct val="100000"/>
              </a:lnSpc>
              <a:spcBef>
                <a:spcPts val="0"/>
              </a:spcBef>
              <a:spcAft>
                <a:spcPts val="0"/>
              </a:spcAft>
              <a:buClr>
                <a:schemeClr val="lt1"/>
              </a:buClr>
              <a:buSzPts val="2100"/>
              <a:buNone/>
              <a:defRPr sz="2100">
                <a:solidFill>
                  <a:schemeClr val="lt1"/>
                </a:solidFill>
              </a:defRPr>
            </a:lvl5pPr>
            <a:lvl6pPr lvl="5">
              <a:lnSpc>
                <a:spcPct val="100000"/>
              </a:lnSpc>
              <a:spcBef>
                <a:spcPts val="0"/>
              </a:spcBef>
              <a:spcAft>
                <a:spcPts val="0"/>
              </a:spcAft>
              <a:buClr>
                <a:schemeClr val="lt1"/>
              </a:buClr>
              <a:buSzPts val="2100"/>
              <a:buNone/>
              <a:defRPr sz="2100">
                <a:solidFill>
                  <a:schemeClr val="lt1"/>
                </a:solidFill>
              </a:defRPr>
            </a:lvl6pPr>
            <a:lvl7pPr lvl="6">
              <a:lnSpc>
                <a:spcPct val="100000"/>
              </a:lnSpc>
              <a:spcBef>
                <a:spcPts val="0"/>
              </a:spcBef>
              <a:spcAft>
                <a:spcPts val="0"/>
              </a:spcAft>
              <a:buClr>
                <a:schemeClr val="lt1"/>
              </a:buClr>
              <a:buSzPts val="2100"/>
              <a:buNone/>
              <a:defRPr sz="2100">
                <a:solidFill>
                  <a:schemeClr val="lt1"/>
                </a:solidFill>
              </a:defRPr>
            </a:lvl7pPr>
            <a:lvl8pPr lvl="7">
              <a:lnSpc>
                <a:spcPct val="100000"/>
              </a:lnSpc>
              <a:spcBef>
                <a:spcPts val="0"/>
              </a:spcBef>
              <a:spcAft>
                <a:spcPts val="0"/>
              </a:spcAft>
              <a:buClr>
                <a:schemeClr val="lt1"/>
              </a:buClr>
              <a:buSzPts val="2100"/>
              <a:buNone/>
              <a:defRPr sz="2100">
                <a:solidFill>
                  <a:schemeClr val="lt1"/>
                </a:solidFill>
              </a:defRPr>
            </a:lvl8pPr>
            <a:lvl9pPr lvl="8">
              <a:lnSpc>
                <a:spcPct val="100000"/>
              </a:lnSpc>
              <a:spcBef>
                <a:spcPts val="0"/>
              </a:spcBef>
              <a:spcAft>
                <a:spcPts val="0"/>
              </a:spcAft>
              <a:buClr>
                <a:schemeClr val="lt1"/>
              </a:buClr>
              <a:buSzPts val="2100"/>
              <a:buNone/>
              <a:defRPr sz="2100">
                <a:solidFill>
                  <a:schemeClr val="lt1"/>
                </a:solidFill>
              </a:defRPr>
            </a:lvl9pPr>
          </a:lstStyle>
          <a:p/>
        </p:txBody>
      </p:sp>
      <p:sp>
        <p:nvSpPr>
          <p:cNvPr id="18" name="Google Shape;18;p2"/>
          <p:cNvSpPr txBox="1"/>
          <p:nvPr>
            <p:ph idx="12" type="sldNum"/>
          </p:nvPr>
        </p:nvSpPr>
        <p:spPr>
          <a:xfrm>
            <a:off x="8460431" y="4651190"/>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dk1"/>
        </a:solidFill>
      </p:bgPr>
    </p:bg>
    <p:spTree>
      <p:nvGrpSpPr>
        <p:cNvPr id="19" name="Shape 19"/>
        <p:cNvGrpSpPr/>
        <p:nvPr/>
      </p:nvGrpSpPr>
      <p:grpSpPr>
        <a:xfrm>
          <a:off x="0" y="0"/>
          <a:ext cx="0" cy="0"/>
          <a:chOff x="0" y="0"/>
          <a:chExt cx="0" cy="0"/>
        </a:xfrm>
      </p:grpSpPr>
      <p:grpSp>
        <p:nvGrpSpPr>
          <p:cNvPr id="20" name="Google Shape;20;p3"/>
          <p:cNvGrpSpPr/>
          <p:nvPr/>
        </p:nvGrpSpPr>
        <p:grpSpPr>
          <a:xfrm>
            <a:off x="6098378" y="5"/>
            <a:ext cx="3045625" cy="2030570"/>
            <a:chOff x="6098378" y="5"/>
            <a:chExt cx="3045625" cy="2030570"/>
          </a:xfrm>
        </p:grpSpPr>
        <p:sp>
          <p:nvSpPr>
            <p:cNvPr id="21" name="Google Shape;21;p3"/>
            <p:cNvSpPr/>
            <p:nvPr/>
          </p:nvSpPr>
          <p:spPr>
            <a:xfrm>
              <a:off x="8128803" y="16"/>
              <a:ext cx="1015200" cy="10152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 name="Google Shape;22;p3"/>
            <p:cNvSpPr/>
            <p:nvPr/>
          </p:nvSpPr>
          <p:spPr>
            <a:xfrm flipH="1">
              <a:off x="7113463" y="5"/>
              <a:ext cx="1015200" cy="1015200"/>
            </a:xfrm>
            <a:prstGeom prst="rtTriangl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 name="Google Shape;23;p3"/>
            <p:cNvSpPr/>
            <p:nvPr/>
          </p:nvSpPr>
          <p:spPr>
            <a:xfrm flipH="1" rot="10800000">
              <a:off x="7113588" y="107"/>
              <a:ext cx="1015200" cy="1015200"/>
            </a:xfrm>
            <a:prstGeom prst="rtTriangle">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 name="Google Shape;24;p3"/>
            <p:cNvSpPr/>
            <p:nvPr/>
          </p:nvSpPr>
          <p:spPr>
            <a:xfrm rot="10800000">
              <a:off x="6098378" y="97"/>
              <a:ext cx="1015200" cy="1015200"/>
            </a:xfrm>
            <a:prstGeom prst="rtTriangl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 name="Google Shape;25;p3"/>
            <p:cNvSpPr/>
            <p:nvPr/>
          </p:nvSpPr>
          <p:spPr>
            <a:xfrm rot="10800000">
              <a:off x="8128789" y="1015375"/>
              <a:ext cx="1015200" cy="1015200"/>
            </a:xfrm>
            <a:prstGeom prst="rtTriangle">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6" name="Google Shape;26;p3"/>
          <p:cNvSpPr txBox="1"/>
          <p:nvPr>
            <p:ph type="title"/>
          </p:nvPr>
        </p:nvSpPr>
        <p:spPr>
          <a:xfrm>
            <a:off x="598100" y="2152347"/>
            <a:ext cx="8222100" cy="838800"/>
          </a:xfrm>
          <a:prstGeom prst="rect">
            <a:avLst/>
          </a:prstGeom>
        </p:spPr>
        <p:txBody>
          <a:bodyPr anchorCtr="0" anchor="ctr" bIns="91425" lIns="91425" spcFirstLastPara="1" rIns="91425" wrap="square" tIns="91425">
            <a:normAutofit/>
          </a:bodyPr>
          <a:lstStyle>
            <a:lvl1pPr lvl="0">
              <a:spcBef>
                <a:spcPts val="0"/>
              </a:spcBef>
              <a:spcAft>
                <a:spcPts val="0"/>
              </a:spcAft>
              <a:buClr>
                <a:schemeClr val="lt1"/>
              </a:buClr>
              <a:buSzPts val="4200"/>
              <a:buNone/>
              <a:defRPr sz="4200">
                <a:solidFill>
                  <a:schemeClr val="lt1"/>
                </a:solidFill>
              </a:defRPr>
            </a:lvl1pPr>
            <a:lvl2pPr lvl="1">
              <a:spcBef>
                <a:spcPts val="0"/>
              </a:spcBef>
              <a:spcAft>
                <a:spcPts val="0"/>
              </a:spcAft>
              <a:buClr>
                <a:schemeClr val="lt1"/>
              </a:buClr>
              <a:buSzPts val="4200"/>
              <a:buNone/>
              <a:defRPr sz="4200">
                <a:solidFill>
                  <a:schemeClr val="lt1"/>
                </a:solidFill>
              </a:defRPr>
            </a:lvl2pPr>
            <a:lvl3pPr lvl="2">
              <a:spcBef>
                <a:spcPts val="0"/>
              </a:spcBef>
              <a:spcAft>
                <a:spcPts val="0"/>
              </a:spcAft>
              <a:buClr>
                <a:schemeClr val="lt1"/>
              </a:buClr>
              <a:buSzPts val="4200"/>
              <a:buNone/>
              <a:defRPr sz="4200">
                <a:solidFill>
                  <a:schemeClr val="lt1"/>
                </a:solidFill>
              </a:defRPr>
            </a:lvl3pPr>
            <a:lvl4pPr lvl="3">
              <a:spcBef>
                <a:spcPts val="0"/>
              </a:spcBef>
              <a:spcAft>
                <a:spcPts val="0"/>
              </a:spcAft>
              <a:buClr>
                <a:schemeClr val="lt1"/>
              </a:buClr>
              <a:buSzPts val="4200"/>
              <a:buNone/>
              <a:defRPr sz="4200">
                <a:solidFill>
                  <a:schemeClr val="lt1"/>
                </a:solidFill>
              </a:defRPr>
            </a:lvl4pPr>
            <a:lvl5pPr lvl="4">
              <a:spcBef>
                <a:spcPts val="0"/>
              </a:spcBef>
              <a:spcAft>
                <a:spcPts val="0"/>
              </a:spcAft>
              <a:buClr>
                <a:schemeClr val="lt1"/>
              </a:buClr>
              <a:buSzPts val="4200"/>
              <a:buNone/>
              <a:defRPr sz="4200">
                <a:solidFill>
                  <a:schemeClr val="lt1"/>
                </a:solidFill>
              </a:defRPr>
            </a:lvl5pPr>
            <a:lvl6pPr lvl="5">
              <a:spcBef>
                <a:spcPts val="0"/>
              </a:spcBef>
              <a:spcAft>
                <a:spcPts val="0"/>
              </a:spcAft>
              <a:buClr>
                <a:schemeClr val="lt1"/>
              </a:buClr>
              <a:buSzPts val="4200"/>
              <a:buNone/>
              <a:defRPr sz="4200">
                <a:solidFill>
                  <a:schemeClr val="lt1"/>
                </a:solidFill>
              </a:defRPr>
            </a:lvl6pPr>
            <a:lvl7pPr lvl="6">
              <a:spcBef>
                <a:spcPts val="0"/>
              </a:spcBef>
              <a:spcAft>
                <a:spcPts val="0"/>
              </a:spcAft>
              <a:buClr>
                <a:schemeClr val="lt1"/>
              </a:buClr>
              <a:buSzPts val="4200"/>
              <a:buNone/>
              <a:defRPr sz="4200">
                <a:solidFill>
                  <a:schemeClr val="lt1"/>
                </a:solidFill>
              </a:defRPr>
            </a:lvl7pPr>
            <a:lvl8pPr lvl="7">
              <a:spcBef>
                <a:spcPts val="0"/>
              </a:spcBef>
              <a:spcAft>
                <a:spcPts val="0"/>
              </a:spcAft>
              <a:buClr>
                <a:schemeClr val="lt1"/>
              </a:buClr>
              <a:buSzPts val="4200"/>
              <a:buNone/>
              <a:defRPr sz="4200">
                <a:solidFill>
                  <a:schemeClr val="lt1"/>
                </a:solidFill>
              </a:defRPr>
            </a:lvl8pPr>
            <a:lvl9pPr lvl="8">
              <a:spcBef>
                <a:spcPts val="0"/>
              </a:spcBef>
              <a:spcAft>
                <a:spcPts val="0"/>
              </a:spcAft>
              <a:buClr>
                <a:schemeClr val="lt1"/>
              </a:buClr>
              <a:buSzPts val="4200"/>
              <a:buNone/>
              <a:defRPr sz="4200">
                <a:solidFill>
                  <a:schemeClr val="lt1"/>
                </a:solidFill>
              </a:defRPr>
            </a:lvl9pPr>
          </a:lstStyle>
          <a:p/>
        </p:txBody>
      </p:sp>
      <p:sp>
        <p:nvSpPr>
          <p:cNvPr id="27" name="Google Shape;27;p3"/>
          <p:cNvSpPr txBox="1"/>
          <p:nvPr>
            <p:ph idx="12" type="sldNum"/>
          </p:nvPr>
        </p:nvSpPr>
        <p:spPr>
          <a:xfrm>
            <a:off x="8460431" y="4651190"/>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8" name="Shape 28"/>
        <p:cNvGrpSpPr/>
        <p:nvPr/>
      </p:nvGrpSpPr>
      <p:grpSpPr>
        <a:xfrm>
          <a:off x="0" y="0"/>
          <a:ext cx="0" cy="0"/>
          <a:chOff x="0" y="0"/>
          <a:chExt cx="0" cy="0"/>
        </a:xfrm>
      </p:grpSpPr>
      <p:grpSp>
        <p:nvGrpSpPr>
          <p:cNvPr id="29" name="Google Shape;29;p4"/>
          <p:cNvGrpSpPr/>
          <p:nvPr/>
        </p:nvGrpSpPr>
        <p:grpSpPr>
          <a:xfrm>
            <a:off x="0" y="3903669"/>
            <a:ext cx="9144000" cy="1239925"/>
            <a:chOff x="0" y="3903669"/>
            <a:chExt cx="9144000" cy="1239925"/>
          </a:xfrm>
        </p:grpSpPr>
        <p:sp>
          <p:nvSpPr>
            <p:cNvPr id="30" name="Google Shape;30;p4"/>
            <p:cNvSpPr/>
            <p:nvPr/>
          </p:nvSpPr>
          <p:spPr>
            <a:xfrm>
              <a:off x="8154895" y="3903669"/>
              <a:ext cx="989100" cy="987900"/>
            </a:xfrm>
            <a:prstGeom prst="rtTriangle">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 name="Google Shape;31;p4"/>
            <p:cNvSpPr/>
            <p:nvPr/>
          </p:nvSpPr>
          <p:spPr>
            <a:xfrm flipH="1">
              <a:off x="6181163" y="3903669"/>
              <a:ext cx="989100" cy="987900"/>
            </a:xfrm>
            <a:prstGeom prst="rtTriangle">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 name="Google Shape;32;p4"/>
            <p:cNvSpPr/>
            <p:nvPr/>
          </p:nvSpPr>
          <p:spPr>
            <a:xfrm>
              <a:off x="7170274" y="3903669"/>
              <a:ext cx="989100" cy="9879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 name="Google Shape;33;p4"/>
            <p:cNvSpPr/>
            <p:nvPr/>
          </p:nvSpPr>
          <p:spPr>
            <a:xfrm rot="10800000">
              <a:off x="8154757" y="3903682"/>
              <a:ext cx="989100" cy="987900"/>
            </a:xfrm>
            <a:prstGeom prst="rtTriangl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 name="Google Shape;34;p4"/>
            <p:cNvSpPr/>
            <p:nvPr/>
          </p:nvSpPr>
          <p:spPr>
            <a:xfrm>
              <a:off x="0" y="4891594"/>
              <a:ext cx="9144000" cy="2520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5" name="Google Shape;35;p4"/>
          <p:cNvSpPr txBox="1"/>
          <p:nvPr>
            <p:ph type="title"/>
          </p:nvPr>
        </p:nvSpPr>
        <p:spPr>
          <a:xfrm>
            <a:off x="311700" y="410000"/>
            <a:ext cx="8520600" cy="6078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36" name="Google Shape;36;p4"/>
          <p:cNvSpPr txBox="1"/>
          <p:nvPr>
            <p:ph idx="1" type="body"/>
          </p:nvPr>
        </p:nvSpPr>
        <p:spPr>
          <a:xfrm>
            <a:off x="311700" y="1229875"/>
            <a:ext cx="8520600" cy="33390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37" name="Google Shape;37;p4"/>
          <p:cNvSpPr txBox="1"/>
          <p:nvPr>
            <p:ph idx="12" type="sldNum"/>
          </p:nvPr>
        </p:nvSpPr>
        <p:spPr>
          <a:xfrm>
            <a:off x="8460431" y="4651190"/>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38" name="Shape 38"/>
        <p:cNvGrpSpPr/>
        <p:nvPr/>
      </p:nvGrpSpPr>
      <p:grpSpPr>
        <a:xfrm>
          <a:off x="0" y="0"/>
          <a:ext cx="0" cy="0"/>
          <a:chOff x="0" y="0"/>
          <a:chExt cx="0" cy="0"/>
        </a:xfrm>
      </p:grpSpPr>
      <p:sp>
        <p:nvSpPr>
          <p:cNvPr id="39" name="Google Shape;39;p5"/>
          <p:cNvSpPr txBox="1"/>
          <p:nvPr>
            <p:ph type="title"/>
          </p:nvPr>
        </p:nvSpPr>
        <p:spPr>
          <a:xfrm>
            <a:off x="311700" y="410000"/>
            <a:ext cx="8520600" cy="6078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40" name="Google Shape;40;p5"/>
          <p:cNvSpPr txBox="1"/>
          <p:nvPr>
            <p:ph idx="1" type="body"/>
          </p:nvPr>
        </p:nvSpPr>
        <p:spPr>
          <a:xfrm>
            <a:off x="311700" y="1229975"/>
            <a:ext cx="3999900" cy="33390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41" name="Google Shape;41;p5"/>
          <p:cNvSpPr txBox="1"/>
          <p:nvPr>
            <p:ph idx="2" type="body"/>
          </p:nvPr>
        </p:nvSpPr>
        <p:spPr>
          <a:xfrm>
            <a:off x="4832400" y="1229975"/>
            <a:ext cx="3999900" cy="33390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42" name="Google Shape;42;p5"/>
          <p:cNvSpPr txBox="1"/>
          <p:nvPr>
            <p:ph idx="12" type="sldNum"/>
          </p:nvPr>
        </p:nvSpPr>
        <p:spPr>
          <a:xfrm>
            <a:off x="8460431" y="4651190"/>
            <a:ext cx="548700" cy="393600"/>
          </a:xfrm>
          <a:prstGeom prst="rect">
            <a:avLst/>
          </a:prstGeom>
        </p:spPr>
        <p:txBody>
          <a:bodyPr anchorCtr="0" anchor="ctr" bIns="91425" lIns="91425" spcFirstLastPara="1" rIns="91425" wrap="square" tIns="91425">
            <a:normAutofit/>
          </a:bodyPr>
          <a:lstStyle>
            <a:lvl1pPr lvl="0">
              <a:buNone/>
              <a:defRPr>
                <a:solidFill>
                  <a:schemeClr val="dk2"/>
                </a:solidFill>
              </a:defRPr>
            </a:lvl1pPr>
            <a:lvl2pPr lvl="1">
              <a:buNone/>
              <a:defRPr>
                <a:solidFill>
                  <a:schemeClr val="dk2"/>
                </a:solidFill>
              </a:defRPr>
            </a:lvl2pPr>
            <a:lvl3pPr lvl="2">
              <a:buNone/>
              <a:defRPr>
                <a:solidFill>
                  <a:schemeClr val="dk2"/>
                </a:solidFill>
              </a:defRPr>
            </a:lvl3pPr>
            <a:lvl4pPr lvl="3">
              <a:buNone/>
              <a:defRPr>
                <a:solidFill>
                  <a:schemeClr val="dk2"/>
                </a:solidFill>
              </a:defRPr>
            </a:lvl4pPr>
            <a:lvl5pPr lvl="4">
              <a:buNone/>
              <a:defRPr>
                <a:solidFill>
                  <a:schemeClr val="dk2"/>
                </a:solidFill>
              </a:defRPr>
            </a:lvl5pPr>
            <a:lvl6pPr lvl="5">
              <a:buNone/>
              <a:defRPr>
                <a:solidFill>
                  <a:schemeClr val="dk2"/>
                </a:solidFill>
              </a:defRPr>
            </a:lvl6pPr>
            <a:lvl7pPr lvl="6">
              <a:buNone/>
              <a:defRPr>
                <a:solidFill>
                  <a:schemeClr val="dk2"/>
                </a:solidFill>
              </a:defRPr>
            </a:lvl7pPr>
            <a:lvl8pPr lvl="7">
              <a:buNone/>
              <a:defRPr>
                <a:solidFill>
                  <a:schemeClr val="dk2"/>
                </a:solidFill>
              </a:defRPr>
            </a:lvl8pPr>
            <a:lvl9pPr lvl="8">
              <a:buNone/>
              <a:defRPr>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3" name="Shape 43"/>
        <p:cNvGrpSpPr/>
        <p:nvPr/>
      </p:nvGrpSpPr>
      <p:grpSpPr>
        <a:xfrm>
          <a:off x="0" y="0"/>
          <a:ext cx="0" cy="0"/>
          <a:chOff x="0" y="0"/>
          <a:chExt cx="0" cy="0"/>
        </a:xfrm>
      </p:grpSpPr>
      <p:sp>
        <p:nvSpPr>
          <p:cNvPr id="44" name="Google Shape;44;p6"/>
          <p:cNvSpPr txBox="1"/>
          <p:nvPr>
            <p:ph type="title"/>
          </p:nvPr>
        </p:nvSpPr>
        <p:spPr>
          <a:xfrm>
            <a:off x="311700" y="410000"/>
            <a:ext cx="8520600" cy="6078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45" name="Google Shape;45;p6"/>
          <p:cNvSpPr txBox="1"/>
          <p:nvPr>
            <p:ph idx="12" type="sldNum"/>
          </p:nvPr>
        </p:nvSpPr>
        <p:spPr>
          <a:xfrm>
            <a:off x="8460431" y="4651190"/>
            <a:ext cx="548700" cy="393600"/>
          </a:xfrm>
          <a:prstGeom prst="rect">
            <a:avLst/>
          </a:prstGeom>
        </p:spPr>
        <p:txBody>
          <a:bodyPr anchorCtr="0" anchor="ctr" bIns="91425" lIns="91425" spcFirstLastPara="1" rIns="91425" wrap="square" tIns="91425">
            <a:normAutofit/>
          </a:bodyPr>
          <a:lstStyle>
            <a:lvl1pPr lvl="0">
              <a:buNone/>
              <a:defRPr>
                <a:solidFill>
                  <a:schemeClr val="dk2"/>
                </a:solidFill>
              </a:defRPr>
            </a:lvl1pPr>
            <a:lvl2pPr lvl="1">
              <a:buNone/>
              <a:defRPr>
                <a:solidFill>
                  <a:schemeClr val="dk2"/>
                </a:solidFill>
              </a:defRPr>
            </a:lvl2pPr>
            <a:lvl3pPr lvl="2">
              <a:buNone/>
              <a:defRPr>
                <a:solidFill>
                  <a:schemeClr val="dk2"/>
                </a:solidFill>
              </a:defRPr>
            </a:lvl3pPr>
            <a:lvl4pPr lvl="3">
              <a:buNone/>
              <a:defRPr>
                <a:solidFill>
                  <a:schemeClr val="dk2"/>
                </a:solidFill>
              </a:defRPr>
            </a:lvl4pPr>
            <a:lvl5pPr lvl="4">
              <a:buNone/>
              <a:defRPr>
                <a:solidFill>
                  <a:schemeClr val="dk2"/>
                </a:solidFill>
              </a:defRPr>
            </a:lvl5pPr>
            <a:lvl6pPr lvl="5">
              <a:buNone/>
              <a:defRPr>
                <a:solidFill>
                  <a:schemeClr val="dk2"/>
                </a:solidFill>
              </a:defRPr>
            </a:lvl6pPr>
            <a:lvl7pPr lvl="6">
              <a:buNone/>
              <a:defRPr>
                <a:solidFill>
                  <a:schemeClr val="dk2"/>
                </a:solidFill>
              </a:defRPr>
            </a:lvl7pPr>
            <a:lvl8pPr lvl="7">
              <a:buNone/>
              <a:defRPr>
                <a:solidFill>
                  <a:schemeClr val="dk2"/>
                </a:solidFill>
              </a:defRPr>
            </a:lvl8pPr>
            <a:lvl9pPr lvl="8">
              <a:buNone/>
              <a:defRPr>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46" name="Shape 46"/>
        <p:cNvGrpSpPr/>
        <p:nvPr/>
      </p:nvGrpSpPr>
      <p:grpSpPr>
        <a:xfrm>
          <a:off x="0" y="0"/>
          <a:ext cx="0" cy="0"/>
          <a:chOff x="0" y="0"/>
          <a:chExt cx="0" cy="0"/>
        </a:xfrm>
      </p:grpSpPr>
      <p:sp>
        <p:nvSpPr>
          <p:cNvPr id="47" name="Google Shape;47;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48" name="Google Shape;48;p7"/>
          <p:cNvSpPr txBox="1"/>
          <p:nvPr>
            <p:ph idx="1" type="body"/>
          </p:nvPr>
        </p:nvSpPr>
        <p:spPr>
          <a:xfrm>
            <a:off x="311700" y="1465804"/>
            <a:ext cx="2808000" cy="31032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49" name="Google Shape;49;p7"/>
          <p:cNvSpPr txBox="1"/>
          <p:nvPr>
            <p:ph idx="12" type="sldNum"/>
          </p:nvPr>
        </p:nvSpPr>
        <p:spPr>
          <a:xfrm>
            <a:off x="8460431" y="4651190"/>
            <a:ext cx="548700" cy="393600"/>
          </a:xfrm>
          <a:prstGeom prst="rect">
            <a:avLst/>
          </a:prstGeom>
        </p:spPr>
        <p:txBody>
          <a:bodyPr anchorCtr="0" anchor="ctr" bIns="91425" lIns="91425" spcFirstLastPara="1" rIns="91425" wrap="square" tIns="91425">
            <a:normAutofit/>
          </a:bodyPr>
          <a:lstStyle>
            <a:lvl1pPr lvl="0">
              <a:buNone/>
              <a:defRPr>
                <a:solidFill>
                  <a:schemeClr val="dk2"/>
                </a:solidFill>
              </a:defRPr>
            </a:lvl1pPr>
            <a:lvl2pPr lvl="1">
              <a:buNone/>
              <a:defRPr>
                <a:solidFill>
                  <a:schemeClr val="dk2"/>
                </a:solidFill>
              </a:defRPr>
            </a:lvl2pPr>
            <a:lvl3pPr lvl="2">
              <a:buNone/>
              <a:defRPr>
                <a:solidFill>
                  <a:schemeClr val="dk2"/>
                </a:solidFill>
              </a:defRPr>
            </a:lvl3pPr>
            <a:lvl4pPr lvl="3">
              <a:buNone/>
              <a:defRPr>
                <a:solidFill>
                  <a:schemeClr val="dk2"/>
                </a:solidFill>
              </a:defRPr>
            </a:lvl4pPr>
            <a:lvl5pPr lvl="4">
              <a:buNone/>
              <a:defRPr>
                <a:solidFill>
                  <a:schemeClr val="dk2"/>
                </a:solidFill>
              </a:defRPr>
            </a:lvl5pPr>
            <a:lvl6pPr lvl="5">
              <a:buNone/>
              <a:defRPr>
                <a:solidFill>
                  <a:schemeClr val="dk2"/>
                </a:solidFill>
              </a:defRPr>
            </a:lvl6pPr>
            <a:lvl7pPr lvl="6">
              <a:buNone/>
              <a:defRPr>
                <a:solidFill>
                  <a:schemeClr val="dk2"/>
                </a:solidFill>
              </a:defRPr>
            </a:lvl7pPr>
            <a:lvl8pPr lvl="7">
              <a:buNone/>
              <a:defRPr>
                <a:solidFill>
                  <a:schemeClr val="dk2"/>
                </a:solidFill>
              </a:defRPr>
            </a:lvl8pPr>
            <a:lvl9pPr lvl="8">
              <a:buNone/>
              <a:defRPr>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accent4"/>
        </a:solidFill>
      </p:bgPr>
    </p:bg>
    <p:spTree>
      <p:nvGrpSpPr>
        <p:cNvPr id="50" name="Shape 50"/>
        <p:cNvGrpSpPr/>
        <p:nvPr/>
      </p:nvGrpSpPr>
      <p:grpSpPr>
        <a:xfrm>
          <a:off x="0" y="0"/>
          <a:ext cx="0" cy="0"/>
          <a:chOff x="0" y="0"/>
          <a:chExt cx="0" cy="0"/>
        </a:xfrm>
      </p:grpSpPr>
      <p:grpSp>
        <p:nvGrpSpPr>
          <p:cNvPr id="51" name="Google Shape;51;p8"/>
          <p:cNvGrpSpPr/>
          <p:nvPr/>
        </p:nvGrpSpPr>
        <p:grpSpPr>
          <a:xfrm>
            <a:off x="6098378" y="5"/>
            <a:ext cx="3045625" cy="2030570"/>
            <a:chOff x="6098378" y="5"/>
            <a:chExt cx="3045625" cy="2030570"/>
          </a:xfrm>
        </p:grpSpPr>
        <p:sp>
          <p:nvSpPr>
            <p:cNvPr id="52" name="Google Shape;52;p8"/>
            <p:cNvSpPr/>
            <p:nvPr/>
          </p:nvSpPr>
          <p:spPr>
            <a:xfrm>
              <a:off x="8128803" y="16"/>
              <a:ext cx="1015200" cy="1015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 name="Google Shape;53;p8"/>
            <p:cNvSpPr/>
            <p:nvPr/>
          </p:nvSpPr>
          <p:spPr>
            <a:xfrm flipH="1">
              <a:off x="7113463" y="5"/>
              <a:ext cx="1015200" cy="1015200"/>
            </a:xfrm>
            <a:prstGeom prst="rtTriangle">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 name="Google Shape;54;p8"/>
            <p:cNvSpPr/>
            <p:nvPr/>
          </p:nvSpPr>
          <p:spPr>
            <a:xfrm flipH="1" rot="10800000">
              <a:off x="7113588" y="107"/>
              <a:ext cx="1015200" cy="1015200"/>
            </a:xfrm>
            <a:prstGeom prst="rtTriangl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 name="Google Shape;55;p8"/>
            <p:cNvSpPr/>
            <p:nvPr/>
          </p:nvSpPr>
          <p:spPr>
            <a:xfrm rot="10800000">
              <a:off x="6098378" y="97"/>
              <a:ext cx="1015200" cy="1015200"/>
            </a:xfrm>
            <a:prstGeom prst="rtTriangle">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 name="Google Shape;56;p8"/>
            <p:cNvSpPr/>
            <p:nvPr/>
          </p:nvSpPr>
          <p:spPr>
            <a:xfrm rot="10800000">
              <a:off x="8128789" y="1015375"/>
              <a:ext cx="1015200" cy="1015200"/>
            </a:xfrm>
            <a:prstGeom prst="rtTriangle">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7" name="Google Shape;57;p8"/>
          <p:cNvSpPr txBox="1"/>
          <p:nvPr>
            <p:ph type="title"/>
          </p:nvPr>
        </p:nvSpPr>
        <p:spPr>
          <a:xfrm>
            <a:off x="490250" y="526350"/>
            <a:ext cx="5618700" cy="4090800"/>
          </a:xfrm>
          <a:prstGeom prst="rect">
            <a:avLst/>
          </a:prstGeom>
        </p:spPr>
        <p:txBody>
          <a:bodyPr anchorCtr="0" anchor="ctr" bIns="91425" lIns="91425" spcFirstLastPara="1" rIns="91425" wrap="square" tIns="91425">
            <a:normAutofit/>
          </a:bodyPr>
          <a:lstStyle>
            <a:lvl1pPr lvl="0">
              <a:spcBef>
                <a:spcPts val="0"/>
              </a:spcBef>
              <a:spcAft>
                <a:spcPts val="0"/>
              </a:spcAft>
              <a:buClr>
                <a:schemeClr val="lt1"/>
              </a:buClr>
              <a:buSzPts val="4800"/>
              <a:buNone/>
              <a:defRPr sz="4800">
                <a:solidFill>
                  <a:schemeClr val="lt1"/>
                </a:solidFill>
              </a:defRPr>
            </a:lvl1pPr>
            <a:lvl2pPr lvl="1">
              <a:spcBef>
                <a:spcPts val="0"/>
              </a:spcBef>
              <a:spcAft>
                <a:spcPts val="0"/>
              </a:spcAft>
              <a:buClr>
                <a:schemeClr val="lt1"/>
              </a:buClr>
              <a:buSzPts val="4800"/>
              <a:buNone/>
              <a:defRPr sz="4800">
                <a:solidFill>
                  <a:schemeClr val="lt1"/>
                </a:solidFill>
              </a:defRPr>
            </a:lvl2pPr>
            <a:lvl3pPr lvl="2">
              <a:spcBef>
                <a:spcPts val="0"/>
              </a:spcBef>
              <a:spcAft>
                <a:spcPts val="0"/>
              </a:spcAft>
              <a:buClr>
                <a:schemeClr val="lt1"/>
              </a:buClr>
              <a:buSzPts val="4800"/>
              <a:buNone/>
              <a:defRPr sz="4800">
                <a:solidFill>
                  <a:schemeClr val="lt1"/>
                </a:solidFill>
              </a:defRPr>
            </a:lvl3pPr>
            <a:lvl4pPr lvl="3">
              <a:spcBef>
                <a:spcPts val="0"/>
              </a:spcBef>
              <a:spcAft>
                <a:spcPts val="0"/>
              </a:spcAft>
              <a:buClr>
                <a:schemeClr val="lt1"/>
              </a:buClr>
              <a:buSzPts val="4800"/>
              <a:buNone/>
              <a:defRPr sz="4800">
                <a:solidFill>
                  <a:schemeClr val="lt1"/>
                </a:solidFill>
              </a:defRPr>
            </a:lvl4pPr>
            <a:lvl5pPr lvl="4">
              <a:spcBef>
                <a:spcPts val="0"/>
              </a:spcBef>
              <a:spcAft>
                <a:spcPts val="0"/>
              </a:spcAft>
              <a:buClr>
                <a:schemeClr val="lt1"/>
              </a:buClr>
              <a:buSzPts val="4800"/>
              <a:buNone/>
              <a:defRPr sz="4800">
                <a:solidFill>
                  <a:schemeClr val="lt1"/>
                </a:solidFill>
              </a:defRPr>
            </a:lvl5pPr>
            <a:lvl6pPr lvl="5">
              <a:spcBef>
                <a:spcPts val="0"/>
              </a:spcBef>
              <a:spcAft>
                <a:spcPts val="0"/>
              </a:spcAft>
              <a:buClr>
                <a:schemeClr val="lt1"/>
              </a:buClr>
              <a:buSzPts val="4800"/>
              <a:buNone/>
              <a:defRPr sz="4800">
                <a:solidFill>
                  <a:schemeClr val="lt1"/>
                </a:solidFill>
              </a:defRPr>
            </a:lvl6pPr>
            <a:lvl7pPr lvl="6">
              <a:spcBef>
                <a:spcPts val="0"/>
              </a:spcBef>
              <a:spcAft>
                <a:spcPts val="0"/>
              </a:spcAft>
              <a:buClr>
                <a:schemeClr val="lt1"/>
              </a:buClr>
              <a:buSzPts val="4800"/>
              <a:buNone/>
              <a:defRPr sz="4800">
                <a:solidFill>
                  <a:schemeClr val="lt1"/>
                </a:solidFill>
              </a:defRPr>
            </a:lvl7pPr>
            <a:lvl8pPr lvl="7">
              <a:spcBef>
                <a:spcPts val="0"/>
              </a:spcBef>
              <a:spcAft>
                <a:spcPts val="0"/>
              </a:spcAft>
              <a:buClr>
                <a:schemeClr val="lt1"/>
              </a:buClr>
              <a:buSzPts val="4800"/>
              <a:buNone/>
              <a:defRPr sz="4800">
                <a:solidFill>
                  <a:schemeClr val="lt1"/>
                </a:solidFill>
              </a:defRPr>
            </a:lvl8pPr>
            <a:lvl9pPr lvl="8">
              <a:spcBef>
                <a:spcPts val="0"/>
              </a:spcBef>
              <a:spcAft>
                <a:spcPts val="0"/>
              </a:spcAft>
              <a:buClr>
                <a:schemeClr val="lt1"/>
              </a:buClr>
              <a:buSzPts val="4800"/>
              <a:buNone/>
              <a:defRPr sz="4800">
                <a:solidFill>
                  <a:schemeClr val="lt1"/>
                </a:solidFill>
              </a:defRPr>
            </a:lvl9pPr>
          </a:lstStyle>
          <a:p/>
        </p:txBody>
      </p:sp>
      <p:sp>
        <p:nvSpPr>
          <p:cNvPr id="58" name="Google Shape;58;p8"/>
          <p:cNvSpPr txBox="1"/>
          <p:nvPr>
            <p:ph idx="12" type="sldNum"/>
          </p:nvPr>
        </p:nvSpPr>
        <p:spPr>
          <a:xfrm>
            <a:off x="8460431" y="4651190"/>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59" name="Shape 59"/>
        <p:cNvGrpSpPr/>
        <p:nvPr/>
      </p:nvGrpSpPr>
      <p:grpSpPr>
        <a:xfrm>
          <a:off x="0" y="0"/>
          <a:ext cx="0" cy="0"/>
          <a:chOff x="0" y="0"/>
          <a:chExt cx="0" cy="0"/>
        </a:xfrm>
      </p:grpSpPr>
      <p:sp>
        <p:nvSpPr>
          <p:cNvPr id="60" name="Google Shape;60;p9"/>
          <p:cNvSpPr/>
          <p:nvPr/>
        </p:nvSpPr>
        <p:spPr>
          <a:xfrm>
            <a:off x="4572000" y="-175"/>
            <a:ext cx="4572000" cy="51435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61" name="Google Shape;61;p9"/>
          <p:cNvCxnSpPr/>
          <p:nvPr/>
        </p:nvCxnSpPr>
        <p:spPr>
          <a:xfrm>
            <a:off x="5029675" y="4495500"/>
            <a:ext cx="468300" cy="0"/>
          </a:xfrm>
          <a:prstGeom prst="straightConnector1">
            <a:avLst/>
          </a:prstGeom>
          <a:noFill/>
          <a:ln cap="flat" cmpd="sng" w="19050">
            <a:solidFill>
              <a:schemeClr val="lt1"/>
            </a:solidFill>
            <a:prstDash val="solid"/>
            <a:round/>
            <a:headEnd len="sm" w="sm" type="none"/>
            <a:tailEnd len="sm" w="sm" type="none"/>
          </a:ln>
        </p:spPr>
      </p:cxnSp>
      <p:sp>
        <p:nvSpPr>
          <p:cNvPr id="62" name="Google Shape;62;p9"/>
          <p:cNvSpPr txBox="1"/>
          <p:nvPr>
            <p:ph type="title"/>
          </p:nvPr>
        </p:nvSpPr>
        <p:spPr>
          <a:xfrm>
            <a:off x="265500" y="1151100"/>
            <a:ext cx="4045200" cy="15645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63" name="Google Shape;63;p9"/>
          <p:cNvSpPr txBox="1"/>
          <p:nvPr>
            <p:ph idx="1" type="subTitle"/>
          </p:nvPr>
        </p:nvSpPr>
        <p:spPr>
          <a:xfrm>
            <a:off x="265500" y="2769001"/>
            <a:ext cx="4045200" cy="12693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64" name="Google Shape;64;p9"/>
          <p:cNvSpPr txBox="1"/>
          <p:nvPr>
            <p:ph idx="2" type="body"/>
          </p:nvPr>
        </p:nvSpPr>
        <p:spPr>
          <a:xfrm>
            <a:off x="4939500" y="724200"/>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Clr>
                <a:schemeClr val="lt1"/>
              </a:buClr>
              <a:buSzPts val="1800"/>
              <a:buChar char="●"/>
              <a:defRPr>
                <a:solidFill>
                  <a:schemeClr val="lt1"/>
                </a:solidFill>
              </a:defRPr>
            </a:lvl1pPr>
            <a:lvl2pPr indent="-317500" lvl="1" marL="914400">
              <a:spcBef>
                <a:spcPts val="0"/>
              </a:spcBef>
              <a:spcAft>
                <a:spcPts val="0"/>
              </a:spcAft>
              <a:buClr>
                <a:schemeClr val="lt1"/>
              </a:buClr>
              <a:buSzPts val="1400"/>
              <a:buChar char="○"/>
              <a:defRPr>
                <a:solidFill>
                  <a:schemeClr val="lt1"/>
                </a:solidFill>
              </a:defRPr>
            </a:lvl2pPr>
            <a:lvl3pPr indent="-317500" lvl="2" marL="1371600">
              <a:spcBef>
                <a:spcPts val="0"/>
              </a:spcBef>
              <a:spcAft>
                <a:spcPts val="0"/>
              </a:spcAft>
              <a:buClr>
                <a:schemeClr val="lt1"/>
              </a:buClr>
              <a:buSzPts val="1400"/>
              <a:buChar char="■"/>
              <a:defRPr>
                <a:solidFill>
                  <a:schemeClr val="lt1"/>
                </a:solidFill>
              </a:defRPr>
            </a:lvl3pPr>
            <a:lvl4pPr indent="-317500" lvl="3" marL="1828800">
              <a:spcBef>
                <a:spcPts val="0"/>
              </a:spcBef>
              <a:spcAft>
                <a:spcPts val="0"/>
              </a:spcAft>
              <a:buClr>
                <a:schemeClr val="lt1"/>
              </a:buClr>
              <a:buSzPts val="1400"/>
              <a:buChar char="●"/>
              <a:defRPr>
                <a:solidFill>
                  <a:schemeClr val="lt1"/>
                </a:solidFill>
              </a:defRPr>
            </a:lvl4pPr>
            <a:lvl5pPr indent="-317500" lvl="4" marL="2286000">
              <a:spcBef>
                <a:spcPts val="0"/>
              </a:spcBef>
              <a:spcAft>
                <a:spcPts val="0"/>
              </a:spcAft>
              <a:buClr>
                <a:schemeClr val="lt1"/>
              </a:buClr>
              <a:buSzPts val="1400"/>
              <a:buChar char="○"/>
              <a:defRPr>
                <a:solidFill>
                  <a:schemeClr val="lt1"/>
                </a:solidFill>
              </a:defRPr>
            </a:lvl5pPr>
            <a:lvl6pPr indent="-317500" lvl="5" marL="2743200">
              <a:spcBef>
                <a:spcPts val="0"/>
              </a:spcBef>
              <a:spcAft>
                <a:spcPts val="0"/>
              </a:spcAft>
              <a:buClr>
                <a:schemeClr val="lt1"/>
              </a:buClr>
              <a:buSzPts val="1400"/>
              <a:buChar char="■"/>
              <a:defRPr>
                <a:solidFill>
                  <a:schemeClr val="lt1"/>
                </a:solidFill>
              </a:defRPr>
            </a:lvl6pPr>
            <a:lvl7pPr indent="-317500" lvl="6" marL="3200400">
              <a:spcBef>
                <a:spcPts val="0"/>
              </a:spcBef>
              <a:spcAft>
                <a:spcPts val="0"/>
              </a:spcAft>
              <a:buClr>
                <a:schemeClr val="lt1"/>
              </a:buClr>
              <a:buSzPts val="1400"/>
              <a:buChar char="●"/>
              <a:defRPr>
                <a:solidFill>
                  <a:schemeClr val="lt1"/>
                </a:solidFill>
              </a:defRPr>
            </a:lvl7pPr>
            <a:lvl8pPr indent="-317500" lvl="7" marL="3657600">
              <a:spcBef>
                <a:spcPts val="0"/>
              </a:spcBef>
              <a:spcAft>
                <a:spcPts val="0"/>
              </a:spcAft>
              <a:buClr>
                <a:schemeClr val="lt1"/>
              </a:buClr>
              <a:buSzPts val="1400"/>
              <a:buChar char="○"/>
              <a:defRPr>
                <a:solidFill>
                  <a:schemeClr val="lt1"/>
                </a:solidFill>
              </a:defRPr>
            </a:lvl8pPr>
            <a:lvl9pPr indent="-317500" lvl="8" marL="4114800">
              <a:spcBef>
                <a:spcPts val="0"/>
              </a:spcBef>
              <a:spcAft>
                <a:spcPts val="0"/>
              </a:spcAft>
              <a:buClr>
                <a:schemeClr val="lt1"/>
              </a:buClr>
              <a:buSzPts val="1400"/>
              <a:buChar char="■"/>
              <a:defRPr>
                <a:solidFill>
                  <a:schemeClr val="lt1"/>
                </a:solidFill>
              </a:defRPr>
            </a:lvl9pPr>
          </a:lstStyle>
          <a:p/>
        </p:txBody>
      </p:sp>
      <p:sp>
        <p:nvSpPr>
          <p:cNvPr id="65" name="Google Shape;65;p9"/>
          <p:cNvSpPr txBox="1"/>
          <p:nvPr>
            <p:ph idx="12" type="sldNum"/>
          </p:nvPr>
        </p:nvSpPr>
        <p:spPr>
          <a:xfrm>
            <a:off x="8460431" y="4651190"/>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66" name="Shape 66"/>
        <p:cNvGrpSpPr/>
        <p:nvPr/>
      </p:nvGrpSpPr>
      <p:grpSpPr>
        <a:xfrm>
          <a:off x="0" y="0"/>
          <a:ext cx="0" cy="0"/>
          <a:chOff x="0" y="0"/>
          <a:chExt cx="0" cy="0"/>
        </a:xfrm>
      </p:grpSpPr>
      <p:sp>
        <p:nvSpPr>
          <p:cNvPr id="67" name="Google Shape;67;p10"/>
          <p:cNvSpPr txBox="1"/>
          <p:nvPr>
            <p:ph idx="1" type="body"/>
          </p:nvPr>
        </p:nvSpPr>
        <p:spPr>
          <a:xfrm>
            <a:off x="319500" y="4230575"/>
            <a:ext cx="5998800" cy="5988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68" name="Google Shape;68;p10"/>
          <p:cNvSpPr txBox="1"/>
          <p:nvPr>
            <p:ph idx="12" type="sldNum"/>
          </p:nvPr>
        </p:nvSpPr>
        <p:spPr>
          <a:xfrm>
            <a:off x="8460431" y="4651190"/>
            <a:ext cx="548700" cy="393600"/>
          </a:xfrm>
          <a:prstGeom prst="rect">
            <a:avLst/>
          </a:prstGeom>
        </p:spPr>
        <p:txBody>
          <a:bodyPr anchorCtr="0" anchor="ctr" bIns="91425" lIns="91425" spcFirstLastPara="1" rIns="91425" wrap="square" tIns="91425">
            <a:normAutofit/>
          </a:bodyPr>
          <a:lstStyle>
            <a:lvl1pPr lvl="0">
              <a:buNone/>
              <a:defRPr>
                <a:solidFill>
                  <a:schemeClr val="dk2"/>
                </a:solidFill>
              </a:defRPr>
            </a:lvl1pPr>
            <a:lvl2pPr lvl="1">
              <a:buNone/>
              <a:defRPr>
                <a:solidFill>
                  <a:schemeClr val="dk2"/>
                </a:solidFill>
              </a:defRPr>
            </a:lvl2pPr>
            <a:lvl3pPr lvl="2">
              <a:buNone/>
              <a:defRPr>
                <a:solidFill>
                  <a:schemeClr val="dk2"/>
                </a:solidFill>
              </a:defRPr>
            </a:lvl3pPr>
            <a:lvl4pPr lvl="3">
              <a:buNone/>
              <a:defRPr>
                <a:solidFill>
                  <a:schemeClr val="dk2"/>
                </a:solidFill>
              </a:defRPr>
            </a:lvl4pPr>
            <a:lvl5pPr lvl="4">
              <a:buNone/>
              <a:defRPr>
                <a:solidFill>
                  <a:schemeClr val="dk2"/>
                </a:solidFill>
              </a:defRPr>
            </a:lvl5pPr>
            <a:lvl6pPr lvl="5">
              <a:buNone/>
              <a:defRPr>
                <a:solidFill>
                  <a:schemeClr val="dk2"/>
                </a:solidFill>
              </a:defRPr>
            </a:lvl6pPr>
            <a:lvl7pPr lvl="6">
              <a:buNone/>
              <a:defRPr>
                <a:solidFill>
                  <a:schemeClr val="dk2"/>
                </a:solidFill>
              </a:defRPr>
            </a:lvl7pPr>
            <a:lvl8pPr lvl="7">
              <a:buNone/>
              <a:defRPr>
                <a:solidFill>
                  <a:schemeClr val="dk2"/>
                </a:solidFill>
              </a:defRPr>
            </a:lvl8pPr>
            <a:lvl9pPr lvl="8">
              <a:buNone/>
              <a:defRPr>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bg>
      <p:bgPr>
        <a:solidFill>
          <a:schemeClr val="dk1"/>
        </a:solidFill>
      </p:bgPr>
    </p:bg>
    <p:spTree>
      <p:nvGrpSpPr>
        <p:cNvPr id="69" name="Shape 69"/>
        <p:cNvGrpSpPr/>
        <p:nvPr/>
      </p:nvGrpSpPr>
      <p:grpSpPr>
        <a:xfrm>
          <a:off x="0" y="0"/>
          <a:ext cx="0" cy="0"/>
          <a:chOff x="0" y="0"/>
          <a:chExt cx="0" cy="0"/>
        </a:xfrm>
      </p:grpSpPr>
      <p:grpSp>
        <p:nvGrpSpPr>
          <p:cNvPr id="70" name="Google Shape;70;p11"/>
          <p:cNvGrpSpPr/>
          <p:nvPr/>
        </p:nvGrpSpPr>
        <p:grpSpPr>
          <a:xfrm>
            <a:off x="6098378" y="5"/>
            <a:ext cx="3045625" cy="2030570"/>
            <a:chOff x="6098378" y="5"/>
            <a:chExt cx="3045625" cy="2030570"/>
          </a:xfrm>
        </p:grpSpPr>
        <p:sp>
          <p:nvSpPr>
            <p:cNvPr id="71" name="Google Shape;71;p11"/>
            <p:cNvSpPr/>
            <p:nvPr/>
          </p:nvSpPr>
          <p:spPr>
            <a:xfrm>
              <a:off x="8128803" y="16"/>
              <a:ext cx="1015200" cy="10152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 name="Google Shape;72;p11"/>
            <p:cNvSpPr/>
            <p:nvPr/>
          </p:nvSpPr>
          <p:spPr>
            <a:xfrm flipH="1">
              <a:off x="7113463" y="5"/>
              <a:ext cx="1015200" cy="1015200"/>
            </a:xfrm>
            <a:prstGeom prst="rtTriangl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 name="Google Shape;73;p11"/>
            <p:cNvSpPr/>
            <p:nvPr/>
          </p:nvSpPr>
          <p:spPr>
            <a:xfrm flipH="1" rot="10800000">
              <a:off x="7113588" y="107"/>
              <a:ext cx="1015200" cy="1015200"/>
            </a:xfrm>
            <a:prstGeom prst="rtTriangle">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 name="Google Shape;74;p11"/>
            <p:cNvSpPr/>
            <p:nvPr/>
          </p:nvSpPr>
          <p:spPr>
            <a:xfrm rot="10800000">
              <a:off x="6098378" y="97"/>
              <a:ext cx="1015200" cy="1015200"/>
            </a:xfrm>
            <a:prstGeom prst="rtTriangl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 name="Google Shape;75;p11"/>
            <p:cNvSpPr/>
            <p:nvPr/>
          </p:nvSpPr>
          <p:spPr>
            <a:xfrm rot="10800000">
              <a:off x="8128789" y="1015375"/>
              <a:ext cx="1015200" cy="1015200"/>
            </a:xfrm>
            <a:prstGeom prst="rtTriangle">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76" name="Google Shape;76;p11"/>
          <p:cNvSpPr txBox="1"/>
          <p:nvPr>
            <p:ph hasCustomPrompt="1" type="title"/>
          </p:nvPr>
        </p:nvSpPr>
        <p:spPr>
          <a:xfrm>
            <a:off x="311700" y="1256050"/>
            <a:ext cx="8520600" cy="2030700"/>
          </a:xfrm>
          <a:prstGeom prst="rect">
            <a:avLst/>
          </a:prstGeom>
        </p:spPr>
        <p:txBody>
          <a:bodyPr anchorCtr="0" anchor="b" bIns="91425" lIns="91425" spcFirstLastPara="1" rIns="91425" wrap="square" tIns="91425">
            <a:normAutofit/>
          </a:bodyPr>
          <a:lstStyle>
            <a:lvl1pPr lvl="0" algn="ctr">
              <a:spcBef>
                <a:spcPts val="0"/>
              </a:spcBef>
              <a:spcAft>
                <a:spcPts val="0"/>
              </a:spcAft>
              <a:buClr>
                <a:schemeClr val="lt1"/>
              </a:buClr>
              <a:buSzPts val="12000"/>
              <a:buNone/>
              <a:defRPr sz="12000">
                <a:solidFill>
                  <a:schemeClr val="lt1"/>
                </a:solidFill>
              </a:defRPr>
            </a:lvl1pPr>
            <a:lvl2pPr lvl="1" algn="ctr">
              <a:spcBef>
                <a:spcPts val="0"/>
              </a:spcBef>
              <a:spcAft>
                <a:spcPts val="0"/>
              </a:spcAft>
              <a:buClr>
                <a:schemeClr val="lt1"/>
              </a:buClr>
              <a:buSzPts val="12000"/>
              <a:buNone/>
              <a:defRPr sz="12000">
                <a:solidFill>
                  <a:schemeClr val="lt1"/>
                </a:solidFill>
              </a:defRPr>
            </a:lvl2pPr>
            <a:lvl3pPr lvl="2" algn="ctr">
              <a:spcBef>
                <a:spcPts val="0"/>
              </a:spcBef>
              <a:spcAft>
                <a:spcPts val="0"/>
              </a:spcAft>
              <a:buClr>
                <a:schemeClr val="lt1"/>
              </a:buClr>
              <a:buSzPts val="12000"/>
              <a:buNone/>
              <a:defRPr sz="12000">
                <a:solidFill>
                  <a:schemeClr val="lt1"/>
                </a:solidFill>
              </a:defRPr>
            </a:lvl3pPr>
            <a:lvl4pPr lvl="3" algn="ctr">
              <a:spcBef>
                <a:spcPts val="0"/>
              </a:spcBef>
              <a:spcAft>
                <a:spcPts val="0"/>
              </a:spcAft>
              <a:buClr>
                <a:schemeClr val="lt1"/>
              </a:buClr>
              <a:buSzPts val="12000"/>
              <a:buNone/>
              <a:defRPr sz="12000">
                <a:solidFill>
                  <a:schemeClr val="lt1"/>
                </a:solidFill>
              </a:defRPr>
            </a:lvl4pPr>
            <a:lvl5pPr lvl="4" algn="ctr">
              <a:spcBef>
                <a:spcPts val="0"/>
              </a:spcBef>
              <a:spcAft>
                <a:spcPts val="0"/>
              </a:spcAft>
              <a:buClr>
                <a:schemeClr val="lt1"/>
              </a:buClr>
              <a:buSzPts val="12000"/>
              <a:buNone/>
              <a:defRPr sz="12000">
                <a:solidFill>
                  <a:schemeClr val="lt1"/>
                </a:solidFill>
              </a:defRPr>
            </a:lvl5pPr>
            <a:lvl6pPr lvl="5" algn="ctr">
              <a:spcBef>
                <a:spcPts val="0"/>
              </a:spcBef>
              <a:spcAft>
                <a:spcPts val="0"/>
              </a:spcAft>
              <a:buClr>
                <a:schemeClr val="lt1"/>
              </a:buClr>
              <a:buSzPts val="12000"/>
              <a:buNone/>
              <a:defRPr sz="12000">
                <a:solidFill>
                  <a:schemeClr val="lt1"/>
                </a:solidFill>
              </a:defRPr>
            </a:lvl6pPr>
            <a:lvl7pPr lvl="6" algn="ctr">
              <a:spcBef>
                <a:spcPts val="0"/>
              </a:spcBef>
              <a:spcAft>
                <a:spcPts val="0"/>
              </a:spcAft>
              <a:buClr>
                <a:schemeClr val="lt1"/>
              </a:buClr>
              <a:buSzPts val="12000"/>
              <a:buNone/>
              <a:defRPr sz="12000">
                <a:solidFill>
                  <a:schemeClr val="lt1"/>
                </a:solidFill>
              </a:defRPr>
            </a:lvl7pPr>
            <a:lvl8pPr lvl="7" algn="ctr">
              <a:spcBef>
                <a:spcPts val="0"/>
              </a:spcBef>
              <a:spcAft>
                <a:spcPts val="0"/>
              </a:spcAft>
              <a:buClr>
                <a:schemeClr val="lt1"/>
              </a:buClr>
              <a:buSzPts val="12000"/>
              <a:buNone/>
              <a:defRPr sz="12000">
                <a:solidFill>
                  <a:schemeClr val="lt1"/>
                </a:solidFill>
              </a:defRPr>
            </a:lvl8pPr>
            <a:lvl9pPr lvl="8" algn="ctr">
              <a:spcBef>
                <a:spcPts val="0"/>
              </a:spcBef>
              <a:spcAft>
                <a:spcPts val="0"/>
              </a:spcAft>
              <a:buClr>
                <a:schemeClr val="lt1"/>
              </a:buClr>
              <a:buSzPts val="12000"/>
              <a:buNone/>
              <a:defRPr sz="12000">
                <a:solidFill>
                  <a:schemeClr val="lt1"/>
                </a:solidFill>
              </a:defRPr>
            </a:lvl9pPr>
          </a:lstStyle>
          <a:p>
            <a:r>
              <a:t>xx%</a:t>
            </a:r>
          </a:p>
        </p:txBody>
      </p:sp>
      <p:sp>
        <p:nvSpPr>
          <p:cNvPr id="77" name="Google Shape;77;p11"/>
          <p:cNvSpPr txBox="1"/>
          <p:nvPr>
            <p:ph idx="1" type="body"/>
          </p:nvPr>
        </p:nvSpPr>
        <p:spPr>
          <a:xfrm>
            <a:off x="311700" y="3369225"/>
            <a:ext cx="8520600" cy="12819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Clr>
                <a:schemeClr val="lt1"/>
              </a:buClr>
              <a:buSzPts val="1800"/>
              <a:buChar char="●"/>
              <a:defRPr>
                <a:solidFill>
                  <a:schemeClr val="lt1"/>
                </a:solidFill>
              </a:defRPr>
            </a:lvl1pPr>
            <a:lvl2pPr indent="-317500" lvl="1" marL="914400" algn="ctr">
              <a:spcBef>
                <a:spcPts val="0"/>
              </a:spcBef>
              <a:spcAft>
                <a:spcPts val="0"/>
              </a:spcAft>
              <a:buClr>
                <a:schemeClr val="lt1"/>
              </a:buClr>
              <a:buSzPts val="1400"/>
              <a:buChar char="○"/>
              <a:defRPr>
                <a:solidFill>
                  <a:schemeClr val="lt1"/>
                </a:solidFill>
              </a:defRPr>
            </a:lvl2pPr>
            <a:lvl3pPr indent="-317500" lvl="2" marL="1371600" algn="ctr">
              <a:spcBef>
                <a:spcPts val="0"/>
              </a:spcBef>
              <a:spcAft>
                <a:spcPts val="0"/>
              </a:spcAft>
              <a:buClr>
                <a:schemeClr val="lt1"/>
              </a:buClr>
              <a:buSzPts val="1400"/>
              <a:buChar char="■"/>
              <a:defRPr>
                <a:solidFill>
                  <a:schemeClr val="lt1"/>
                </a:solidFill>
              </a:defRPr>
            </a:lvl3pPr>
            <a:lvl4pPr indent="-317500" lvl="3" marL="1828800" algn="ctr">
              <a:spcBef>
                <a:spcPts val="0"/>
              </a:spcBef>
              <a:spcAft>
                <a:spcPts val="0"/>
              </a:spcAft>
              <a:buClr>
                <a:schemeClr val="lt1"/>
              </a:buClr>
              <a:buSzPts val="1400"/>
              <a:buChar char="●"/>
              <a:defRPr>
                <a:solidFill>
                  <a:schemeClr val="lt1"/>
                </a:solidFill>
              </a:defRPr>
            </a:lvl4pPr>
            <a:lvl5pPr indent="-317500" lvl="4" marL="2286000" algn="ctr">
              <a:spcBef>
                <a:spcPts val="0"/>
              </a:spcBef>
              <a:spcAft>
                <a:spcPts val="0"/>
              </a:spcAft>
              <a:buClr>
                <a:schemeClr val="lt1"/>
              </a:buClr>
              <a:buSzPts val="1400"/>
              <a:buChar char="○"/>
              <a:defRPr>
                <a:solidFill>
                  <a:schemeClr val="lt1"/>
                </a:solidFill>
              </a:defRPr>
            </a:lvl5pPr>
            <a:lvl6pPr indent="-317500" lvl="5" marL="2743200" algn="ctr">
              <a:spcBef>
                <a:spcPts val="0"/>
              </a:spcBef>
              <a:spcAft>
                <a:spcPts val="0"/>
              </a:spcAft>
              <a:buClr>
                <a:schemeClr val="lt1"/>
              </a:buClr>
              <a:buSzPts val="1400"/>
              <a:buChar char="■"/>
              <a:defRPr>
                <a:solidFill>
                  <a:schemeClr val="lt1"/>
                </a:solidFill>
              </a:defRPr>
            </a:lvl6pPr>
            <a:lvl7pPr indent="-317500" lvl="6" marL="3200400" algn="ctr">
              <a:spcBef>
                <a:spcPts val="0"/>
              </a:spcBef>
              <a:spcAft>
                <a:spcPts val="0"/>
              </a:spcAft>
              <a:buClr>
                <a:schemeClr val="lt1"/>
              </a:buClr>
              <a:buSzPts val="1400"/>
              <a:buChar char="●"/>
              <a:defRPr>
                <a:solidFill>
                  <a:schemeClr val="lt1"/>
                </a:solidFill>
              </a:defRPr>
            </a:lvl7pPr>
            <a:lvl8pPr indent="-317500" lvl="7" marL="3657600" algn="ctr">
              <a:spcBef>
                <a:spcPts val="0"/>
              </a:spcBef>
              <a:spcAft>
                <a:spcPts val="0"/>
              </a:spcAft>
              <a:buClr>
                <a:schemeClr val="lt1"/>
              </a:buClr>
              <a:buSzPts val="1400"/>
              <a:buChar char="○"/>
              <a:defRPr>
                <a:solidFill>
                  <a:schemeClr val="lt1"/>
                </a:solidFill>
              </a:defRPr>
            </a:lvl8pPr>
            <a:lvl9pPr indent="-317500" lvl="8" marL="4114800" algn="ctr">
              <a:spcBef>
                <a:spcPts val="0"/>
              </a:spcBef>
              <a:spcAft>
                <a:spcPts val="0"/>
              </a:spcAft>
              <a:buClr>
                <a:schemeClr val="lt1"/>
              </a:buClr>
              <a:buSzPts val="1400"/>
              <a:buChar char="■"/>
              <a:defRPr>
                <a:solidFill>
                  <a:schemeClr val="lt1"/>
                </a:solidFill>
              </a:defRPr>
            </a:lvl9pPr>
          </a:lstStyle>
          <a:p/>
        </p:txBody>
      </p:sp>
      <p:sp>
        <p:nvSpPr>
          <p:cNvPr id="78" name="Google Shape;78;p11"/>
          <p:cNvSpPr txBox="1"/>
          <p:nvPr>
            <p:ph idx="12" type="sldNum"/>
          </p:nvPr>
        </p:nvSpPr>
        <p:spPr>
          <a:xfrm>
            <a:off x="8460431" y="4651190"/>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79" name="Shape 79"/>
        <p:cNvGrpSpPr/>
        <p:nvPr/>
      </p:nvGrpSpPr>
      <p:grpSpPr>
        <a:xfrm>
          <a:off x="0" y="0"/>
          <a:ext cx="0" cy="0"/>
          <a:chOff x="0" y="0"/>
          <a:chExt cx="0" cy="0"/>
        </a:xfrm>
      </p:grpSpPr>
      <p:sp>
        <p:nvSpPr>
          <p:cNvPr id="80" name="Google Shape;80;p12"/>
          <p:cNvSpPr txBox="1"/>
          <p:nvPr>
            <p:ph idx="12" type="sldNum"/>
          </p:nvPr>
        </p:nvSpPr>
        <p:spPr>
          <a:xfrm>
            <a:off x="8460431" y="4651190"/>
            <a:ext cx="548700" cy="393600"/>
          </a:xfrm>
          <a:prstGeom prst="rect">
            <a:avLst/>
          </a:prstGeom>
        </p:spPr>
        <p:txBody>
          <a:bodyPr anchorCtr="0" anchor="ctr" bIns="91425" lIns="91425" spcFirstLastPara="1" rIns="91425" wrap="square" tIns="91425">
            <a:normAutofit/>
          </a:bodyPr>
          <a:lstStyle>
            <a:lvl1pPr lvl="0">
              <a:buNone/>
              <a:defRPr>
                <a:solidFill>
                  <a:schemeClr val="dk2"/>
                </a:solidFill>
              </a:defRPr>
            </a:lvl1pPr>
            <a:lvl2pPr lvl="1">
              <a:buNone/>
              <a:defRPr>
                <a:solidFill>
                  <a:schemeClr val="dk2"/>
                </a:solidFill>
              </a:defRPr>
            </a:lvl2pPr>
            <a:lvl3pPr lvl="2">
              <a:buNone/>
              <a:defRPr>
                <a:solidFill>
                  <a:schemeClr val="dk2"/>
                </a:solidFill>
              </a:defRPr>
            </a:lvl3pPr>
            <a:lvl4pPr lvl="3">
              <a:buNone/>
              <a:defRPr>
                <a:solidFill>
                  <a:schemeClr val="dk2"/>
                </a:solidFill>
              </a:defRPr>
            </a:lvl4pPr>
            <a:lvl5pPr lvl="4">
              <a:buNone/>
              <a:defRPr>
                <a:solidFill>
                  <a:schemeClr val="dk2"/>
                </a:solidFill>
              </a:defRPr>
            </a:lvl5pPr>
            <a:lvl6pPr lvl="5">
              <a:buNone/>
              <a:defRPr>
                <a:solidFill>
                  <a:schemeClr val="dk2"/>
                </a:solidFill>
              </a:defRPr>
            </a:lvl6pPr>
            <a:lvl7pPr lvl="6">
              <a:buNone/>
              <a:defRPr>
                <a:solidFill>
                  <a:schemeClr val="dk2"/>
                </a:solidFill>
              </a:defRPr>
            </a:lvl7pPr>
            <a:lvl8pPr lvl="7">
              <a:buNone/>
              <a:defRPr>
                <a:solidFill>
                  <a:schemeClr val="dk2"/>
                </a:solidFill>
              </a:defRPr>
            </a:lvl8pPr>
            <a:lvl9pPr lvl="8">
              <a:buNone/>
              <a:defRPr>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geometric">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10000"/>
            <a:ext cx="8520600" cy="6078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1pPr>
            <a:lvl2pPr lvl="1">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2pPr>
            <a:lvl3pPr lvl="2">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3pPr>
            <a:lvl4pPr lvl="3">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4pPr>
            <a:lvl5pPr lvl="4">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5pPr>
            <a:lvl6pPr lvl="5">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6pPr>
            <a:lvl7pPr lvl="6">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7pPr>
            <a:lvl8pPr lvl="7">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8pPr>
            <a:lvl9pPr lvl="8">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9pPr>
          </a:lstStyle>
          <a:p/>
        </p:txBody>
      </p:sp>
      <p:sp>
        <p:nvSpPr>
          <p:cNvPr id="7" name="Google Shape;7;p1"/>
          <p:cNvSpPr txBox="1"/>
          <p:nvPr>
            <p:ph idx="1" type="body"/>
          </p:nvPr>
        </p:nvSpPr>
        <p:spPr>
          <a:xfrm>
            <a:off x="311700" y="1229875"/>
            <a:ext cx="8520600" cy="33390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Font typeface="Roboto"/>
              <a:buChar char="●"/>
              <a:defRPr sz="1800">
                <a:solidFill>
                  <a:schemeClr val="dk2"/>
                </a:solidFill>
                <a:latin typeface="Roboto"/>
                <a:ea typeface="Roboto"/>
                <a:cs typeface="Roboto"/>
                <a:sym typeface="Roboto"/>
              </a:defRPr>
            </a:lvl1pPr>
            <a:lvl2pPr indent="-317500" lvl="1" marL="914400">
              <a:lnSpc>
                <a:spcPct val="115000"/>
              </a:lnSpc>
              <a:spcBef>
                <a:spcPts val="0"/>
              </a:spcBef>
              <a:spcAft>
                <a:spcPts val="0"/>
              </a:spcAft>
              <a:buClr>
                <a:schemeClr val="dk2"/>
              </a:buClr>
              <a:buSzPts val="1400"/>
              <a:buFont typeface="Roboto"/>
              <a:buChar char="○"/>
              <a:defRPr>
                <a:solidFill>
                  <a:schemeClr val="dk2"/>
                </a:solidFill>
                <a:latin typeface="Roboto"/>
                <a:ea typeface="Roboto"/>
                <a:cs typeface="Roboto"/>
                <a:sym typeface="Roboto"/>
              </a:defRPr>
            </a:lvl2pPr>
            <a:lvl3pPr indent="-317500" lvl="2" marL="1371600">
              <a:lnSpc>
                <a:spcPct val="115000"/>
              </a:lnSpc>
              <a:spcBef>
                <a:spcPts val="0"/>
              </a:spcBef>
              <a:spcAft>
                <a:spcPts val="0"/>
              </a:spcAft>
              <a:buClr>
                <a:schemeClr val="dk2"/>
              </a:buClr>
              <a:buSzPts val="1400"/>
              <a:buFont typeface="Roboto"/>
              <a:buChar char="■"/>
              <a:defRPr>
                <a:solidFill>
                  <a:schemeClr val="dk2"/>
                </a:solidFill>
                <a:latin typeface="Roboto"/>
                <a:ea typeface="Roboto"/>
                <a:cs typeface="Roboto"/>
                <a:sym typeface="Roboto"/>
              </a:defRPr>
            </a:lvl3pPr>
            <a:lvl4pPr indent="-317500" lvl="3" marL="1828800">
              <a:lnSpc>
                <a:spcPct val="115000"/>
              </a:lnSpc>
              <a:spcBef>
                <a:spcPts val="0"/>
              </a:spcBef>
              <a:spcAft>
                <a:spcPts val="0"/>
              </a:spcAft>
              <a:buClr>
                <a:schemeClr val="dk2"/>
              </a:buClr>
              <a:buSzPts val="1400"/>
              <a:buFont typeface="Roboto"/>
              <a:buChar char="●"/>
              <a:defRPr>
                <a:solidFill>
                  <a:schemeClr val="dk2"/>
                </a:solidFill>
                <a:latin typeface="Roboto"/>
                <a:ea typeface="Roboto"/>
                <a:cs typeface="Roboto"/>
                <a:sym typeface="Roboto"/>
              </a:defRPr>
            </a:lvl4pPr>
            <a:lvl5pPr indent="-317500" lvl="4" marL="2286000">
              <a:lnSpc>
                <a:spcPct val="115000"/>
              </a:lnSpc>
              <a:spcBef>
                <a:spcPts val="0"/>
              </a:spcBef>
              <a:spcAft>
                <a:spcPts val="0"/>
              </a:spcAft>
              <a:buClr>
                <a:schemeClr val="dk2"/>
              </a:buClr>
              <a:buSzPts val="1400"/>
              <a:buFont typeface="Roboto"/>
              <a:buChar char="○"/>
              <a:defRPr>
                <a:solidFill>
                  <a:schemeClr val="dk2"/>
                </a:solidFill>
                <a:latin typeface="Roboto"/>
                <a:ea typeface="Roboto"/>
                <a:cs typeface="Roboto"/>
                <a:sym typeface="Roboto"/>
              </a:defRPr>
            </a:lvl5pPr>
            <a:lvl6pPr indent="-317500" lvl="5" marL="2743200">
              <a:lnSpc>
                <a:spcPct val="115000"/>
              </a:lnSpc>
              <a:spcBef>
                <a:spcPts val="0"/>
              </a:spcBef>
              <a:spcAft>
                <a:spcPts val="0"/>
              </a:spcAft>
              <a:buClr>
                <a:schemeClr val="dk2"/>
              </a:buClr>
              <a:buSzPts val="1400"/>
              <a:buFont typeface="Roboto"/>
              <a:buChar char="■"/>
              <a:defRPr>
                <a:solidFill>
                  <a:schemeClr val="dk2"/>
                </a:solidFill>
                <a:latin typeface="Roboto"/>
                <a:ea typeface="Roboto"/>
                <a:cs typeface="Roboto"/>
                <a:sym typeface="Roboto"/>
              </a:defRPr>
            </a:lvl6pPr>
            <a:lvl7pPr indent="-317500" lvl="6" marL="3200400">
              <a:lnSpc>
                <a:spcPct val="115000"/>
              </a:lnSpc>
              <a:spcBef>
                <a:spcPts val="0"/>
              </a:spcBef>
              <a:spcAft>
                <a:spcPts val="0"/>
              </a:spcAft>
              <a:buClr>
                <a:schemeClr val="dk2"/>
              </a:buClr>
              <a:buSzPts val="1400"/>
              <a:buFont typeface="Roboto"/>
              <a:buChar char="●"/>
              <a:defRPr>
                <a:solidFill>
                  <a:schemeClr val="dk2"/>
                </a:solidFill>
                <a:latin typeface="Roboto"/>
                <a:ea typeface="Roboto"/>
                <a:cs typeface="Roboto"/>
                <a:sym typeface="Roboto"/>
              </a:defRPr>
            </a:lvl7pPr>
            <a:lvl8pPr indent="-317500" lvl="7" marL="3657600">
              <a:lnSpc>
                <a:spcPct val="115000"/>
              </a:lnSpc>
              <a:spcBef>
                <a:spcPts val="0"/>
              </a:spcBef>
              <a:spcAft>
                <a:spcPts val="0"/>
              </a:spcAft>
              <a:buClr>
                <a:schemeClr val="dk2"/>
              </a:buClr>
              <a:buSzPts val="1400"/>
              <a:buFont typeface="Roboto"/>
              <a:buChar char="○"/>
              <a:defRPr>
                <a:solidFill>
                  <a:schemeClr val="dk2"/>
                </a:solidFill>
                <a:latin typeface="Roboto"/>
                <a:ea typeface="Roboto"/>
                <a:cs typeface="Roboto"/>
                <a:sym typeface="Roboto"/>
              </a:defRPr>
            </a:lvl8pPr>
            <a:lvl9pPr indent="-317500" lvl="8" marL="4114800">
              <a:lnSpc>
                <a:spcPct val="115000"/>
              </a:lnSpc>
              <a:spcBef>
                <a:spcPts val="0"/>
              </a:spcBef>
              <a:spcAft>
                <a:spcPts val="0"/>
              </a:spcAft>
              <a:buClr>
                <a:schemeClr val="dk2"/>
              </a:buClr>
              <a:buSzPts val="1400"/>
              <a:buFont typeface="Roboto"/>
              <a:buChar char="■"/>
              <a:defRPr>
                <a:solidFill>
                  <a:schemeClr val="dk2"/>
                </a:solidFill>
                <a:latin typeface="Roboto"/>
                <a:ea typeface="Roboto"/>
                <a:cs typeface="Roboto"/>
                <a:sym typeface="Roboto"/>
              </a:defRPr>
            </a:lvl9pPr>
          </a:lstStyle>
          <a:p/>
        </p:txBody>
      </p:sp>
      <p:sp>
        <p:nvSpPr>
          <p:cNvPr id="8" name="Google Shape;8;p1"/>
          <p:cNvSpPr txBox="1"/>
          <p:nvPr>
            <p:ph idx="12" type="sldNum"/>
          </p:nvPr>
        </p:nvSpPr>
        <p:spPr>
          <a:xfrm>
            <a:off x="8460431" y="4651190"/>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lt1"/>
                </a:solidFill>
                <a:latin typeface="Roboto"/>
                <a:ea typeface="Roboto"/>
                <a:cs typeface="Roboto"/>
                <a:sym typeface="Roboto"/>
              </a:defRPr>
            </a:lvl1pPr>
            <a:lvl2pPr lvl="1" algn="r">
              <a:buNone/>
              <a:defRPr sz="1000">
                <a:solidFill>
                  <a:schemeClr val="lt1"/>
                </a:solidFill>
                <a:latin typeface="Roboto"/>
                <a:ea typeface="Roboto"/>
                <a:cs typeface="Roboto"/>
                <a:sym typeface="Roboto"/>
              </a:defRPr>
            </a:lvl2pPr>
            <a:lvl3pPr lvl="2" algn="r">
              <a:buNone/>
              <a:defRPr sz="1000">
                <a:solidFill>
                  <a:schemeClr val="lt1"/>
                </a:solidFill>
                <a:latin typeface="Roboto"/>
                <a:ea typeface="Roboto"/>
                <a:cs typeface="Roboto"/>
                <a:sym typeface="Roboto"/>
              </a:defRPr>
            </a:lvl3pPr>
            <a:lvl4pPr lvl="3" algn="r">
              <a:buNone/>
              <a:defRPr sz="1000">
                <a:solidFill>
                  <a:schemeClr val="lt1"/>
                </a:solidFill>
                <a:latin typeface="Roboto"/>
                <a:ea typeface="Roboto"/>
                <a:cs typeface="Roboto"/>
                <a:sym typeface="Roboto"/>
              </a:defRPr>
            </a:lvl4pPr>
            <a:lvl5pPr lvl="4" algn="r">
              <a:buNone/>
              <a:defRPr sz="1000">
                <a:solidFill>
                  <a:schemeClr val="lt1"/>
                </a:solidFill>
                <a:latin typeface="Roboto"/>
                <a:ea typeface="Roboto"/>
                <a:cs typeface="Roboto"/>
                <a:sym typeface="Roboto"/>
              </a:defRPr>
            </a:lvl5pPr>
            <a:lvl6pPr lvl="5" algn="r">
              <a:buNone/>
              <a:defRPr sz="1000">
                <a:solidFill>
                  <a:schemeClr val="lt1"/>
                </a:solidFill>
                <a:latin typeface="Roboto"/>
                <a:ea typeface="Roboto"/>
                <a:cs typeface="Roboto"/>
                <a:sym typeface="Roboto"/>
              </a:defRPr>
            </a:lvl6pPr>
            <a:lvl7pPr lvl="6" algn="r">
              <a:buNone/>
              <a:defRPr sz="1000">
                <a:solidFill>
                  <a:schemeClr val="lt1"/>
                </a:solidFill>
                <a:latin typeface="Roboto"/>
                <a:ea typeface="Roboto"/>
                <a:cs typeface="Roboto"/>
                <a:sym typeface="Roboto"/>
              </a:defRPr>
            </a:lvl7pPr>
            <a:lvl8pPr lvl="7" algn="r">
              <a:buNone/>
              <a:defRPr sz="1000">
                <a:solidFill>
                  <a:schemeClr val="lt1"/>
                </a:solidFill>
                <a:latin typeface="Roboto"/>
                <a:ea typeface="Roboto"/>
                <a:cs typeface="Roboto"/>
                <a:sym typeface="Roboto"/>
              </a:defRPr>
            </a:lvl8pPr>
            <a:lvl9pPr lvl="8" algn="r">
              <a:buNone/>
              <a:defRPr sz="1000">
                <a:solidFill>
                  <a:schemeClr val="lt1"/>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 name="Shape 84"/>
        <p:cNvGrpSpPr/>
        <p:nvPr/>
      </p:nvGrpSpPr>
      <p:grpSpPr>
        <a:xfrm>
          <a:off x="0" y="0"/>
          <a:ext cx="0" cy="0"/>
          <a:chOff x="0" y="0"/>
          <a:chExt cx="0" cy="0"/>
        </a:xfrm>
      </p:grpSpPr>
      <p:sp>
        <p:nvSpPr>
          <p:cNvPr id="85" name="Google Shape;85;p13"/>
          <p:cNvSpPr txBox="1"/>
          <p:nvPr>
            <p:ph type="ctrTitle"/>
          </p:nvPr>
        </p:nvSpPr>
        <p:spPr>
          <a:xfrm>
            <a:off x="598100" y="1775222"/>
            <a:ext cx="8222100" cy="8388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
              <a:t>CPS 356 Final Project</a:t>
            </a:r>
            <a:endParaRPr/>
          </a:p>
        </p:txBody>
      </p:sp>
      <p:sp>
        <p:nvSpPr>
          <p:cNvPr id="86" name="Google Shape;86;p13"/>
          <p:cNvSpPr txBox="1"/>
          <p:nvPr>
            <p:ph idx="1" type="subTitle"/>
          </p:nvPr>
        </p:nvSpPr>
        <p:spPr>
          <a:xfrm>
            <a:off x="598088" y="2715913"/>
            <a:ext cx="8222100" cy="432900"/>
          </a:xfrm>
          <a:prstGeom prst="rect">
            <a:avLst/>
          </a:prstGeom>
        </p:spPr>
        <p:txBody>
          <a:bodyPr anchorCtr="0" anchor="t" bIns="91425" lIns="91425" spcFirstLastPara="1" rIns="91425" wrap="square" tIns="91425">
            <a:normAutofit fontScale="92500" lnSpcReduction="20000"/>
          </a:bodyPr>
          <a:lstStyle/>
          <a:p>
            <a:pPr indent="0" lvl="0" marL="0" rtl="0" algn="l">
              <a:spcBef>
                <a:spcPts val="0"/>
              </a:spcBef>
              <a:spcAft>
                <a:spcPts val="0"/>
              </a:spcAft>
              <a:buNone/>
            </a:pPr>
            <a:r>
              <a:rPr lang="en"/>
              <a:t>By Grant Harvey, </a:t>
            </a:r>
            <a:r>
              <a:rPr lang="en"/>
              <a:t>Bryan Nguyen, </a:t>
            </a:r>
            <a:r>
              <a:rPr lang="en"/>
              <a:t>Justin Spires</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 name="Shape 90"/>
        <p:cNvGrpSpPr/>
        <p:nvPr/>
      </p:nvGrpSpPr>
      <p:grpSpPr>
        <a:xfrm>
          <a:off x="0" y="0"/>
          <a:ext cx="0" cy="0"/>
          <a:chOff x="0" y="0"/>
          <a:chExt cx="0" cy="0"/>
        </a:xfrm>
      </p:grpSpPr>
      <p:sp>
        <p:nvSpPr>
          <p:cNvPr id="91" name="Google Shape;91;p14"/>
          <p:cNvSpPr txBox="1"/>
          <p:nvPr>
            <p:ph type="title"/>
          </p:nvPr>
        </p:nvSpPr>
        <p:spPr>
          <a:xfrm>
            <a:off x="311700" y="410000"/>
            <a:ext cx="8520600" cy="6078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Introduction</a:t>
            </a:r>
            <a:endParaRPr sz="1467"/>
          </a:p>
        </p:txBody>
      </p:sp>
      <p:sp>
        <p:nvSpPr>
          <p:cNvPr id="92" name="Google Shape;92;p14"/>
          <p:cNvSpPr txBox="1"/>
          <p:nvPr>
            <p:ph idx="1" type="body"/>
          </p:nvPr>
        </p:nvSpPr>
        <p:spPr>
          <a:xfrm>
            <a:off x="311700" y="1229875"/>
            <a:ext cx="8520600" cy="3339000"/>
          </a:xfrm>
          <a:prstGeom prst="rect">
            <a:avLst/>
          </a:prstGeom>
        </p:spPr>
        <p:txBody>
          <a:bodyPr anchorCtr="0" anchor="t" bIns="91425" lIns="91425" spcFirstLastPara="1" rIns="91425" wrap="square" tIns="91425">
            <a:normAutofit/>
          </a:bodyPr>
          <a:lstStyle/>
          <a:p>
            <a:pPr indent="0" lvl="0" marL="0" rtl="0" algn="l">
              <a:spcBef>
                <a:spcPts val="1200"/>
              </a:spcBef>
              <a:spcAft>
                <a:spcPts val="0"/>
              </a:spcAft>
              <a:buNone/>
            </a:pPr>
            <a:r>
              <a:rPr lang="en" sz="1500">
                <a:solidFill>
                  <a:schemeClr val="dk1"/>
                </a:solidFill>
              </a:rPr>
              <a:t>Project implements a multi-threaded client-server application using Python to simulate memory management and client-to-client communication in a concurrent environment. </a:t>
            </a:r>
            <a:endParaRPr sz="1500">
              <a:solidFill>
                <a:schemeClr val="dk1"/>
              </a:solidFill>
            </a:endParaRPr>
          </a:p>
          <a:p>
            <a:pPr indent="0" lvl="0" marL="0" rtl="0" algn="l">
              <a:spcBef>
                <a:spcPts val="1200"/>
              </a:spcBef>
              <a:spcAft>
                <a:spcPts val="0"/>
              </a:spcAft>
              <a:buNone/>
            </a:pPr>
            <a:r>
              <a:rPr lang="en" sz="1500">
                <a:solidFill>
                  <a:schemeClr val="dk1"/>
                </a:solidFill>
              </a:rPr>
              <a:t>Features:</a:t>
            </a:r>
            <a:endParaRPr sz="1500">
              <a:solidFill>
                <a:schemeClr val="dk1"/>
              </a:solidFill>
            </a:endParaRPr>
          </a:p>
          <a:p>
            <a:pPr indent="-323850" lvl="0" marL="457200" rtl="0" algn="l">
              <a:spcBef>
                <a:spcPts val="1200"/>
              </a:spcBef>
              <a:spcAft>
                <a:spcPts val="0"/>
              </a:spcAft>
              <a:buClr>
                <a:schemeClr val="dk1"/>
              </a:buClr>
              <a:buSzPts val="1500"/>
              <a:buChar char="-"/>
            </a:pPr>
            <a:r>
              <a:rPr lang="en" sz="1500">
                <a:solidFill>
                  <a:schemeClr val="dk1"/>
                </a:solidFill>
              </a:rPr>
              <a:t>User authentication</a:t>
            </a:r>
            <a:endParaRPr sz="1500">
              <a:solidFill>
                <a:schemeClr val="dk1"/>
              </a:solidFill>
            </a:endParaRPr>
          </a:p>
          <a:p>
            <a:pPr indent="-323850" lvl="0" marL="457200" rtl="0" algn="l">
              <a:spcBef>
                <a:spcPts val="0"/>
              </a:spcBef>
              <a:spcAft>
                <a:spcPts val="0"/>
              </a:spcAft>
              <a:buClr>
                <a:schemeClr val="dk1"/>
              </a:buClr>
              <a:buSzPts val="1500"/>
              <a:buChar char="-"/>
            </a:pPr>
            <a:r>
              <a:rPr lang="en" sz="1500">
                <a:solidFill>
                  <a:schemeClr val="dk1"/>
                </a:solidFill>
              </a:rPr>
              <a:t>Real-time messaging </a:t>
            </a:r>
            <a:endParaRPr sz="1500">
              <a:solidFill>
                <a:schemeClr val="dk1"/>
              </a:solidFill>
            </a:endParaRPr>
          </a:p>
          <a:p>
            <a:pPr indent="-323850" lvl="0" marL="457200" rtl="0" algn="l">
              <a:spcBef>
                <a:spcPts val="0"/>
              </a:spcBef>
              <a:spcAft>
                <a:spcPts val="0"/>
              </a:spcAft>
              <a:buClr>
                <a:schemeClr val="dk1"/>
              </a:buClr>
              <a:buSzPts val="1500"/>
              <a:buChar char="-"/>
            </a:pPr>
            <a:r>
              <a:rPr lang="en" sz="1500">
                <a:solidFill>
                  <a:schemeClr val="dk1"/>
                </a:solidFill>
              </a:rPr>
              <a:t>Dynamic memory allocation using segmentation</a:t>
            </a:r>
            <a:endParaRPr sz="1500">
              <a:solidFill>
                <a:schemeClr val="dk1"/>
              </a:solidFill>
            </a:endParaRPr>
          </a:p>
          <a:p>
            <a:pPr indent="-323850" lvl="0" marL="457200" rtl="0" algn="l">
              <a:spcBef>
                <a:spcPts val="0"/>
              </a:spcBef>
              <a:spcAft>
                <a:spcPts val="0"/>
              </a:spcAft>
              <a:buClr>
                <a:schemeClr val="dk1"/>
              </a:buClr>
              <a:buSzPts val="1500"/>
              <a:buChar char="-"/>
            </a:pPr>
            <a:r>
              <a:rPr lang="en" sz="1500">
                <a:solidFill>
                  <a:schemeClr val="dk1"/>
                </a:solidFill>
              </a:rPr>
              <a:t>Server uses sockets for communication and threading to handle multiple clients concurrently.</a:t>
            </a:r>
            <a:endParaRPr sz="1500">
              <a:solidFill>
                <a:schemeClr val="dk1"/>
              </a:solidFill>
            </a:endParaRPr>
          </a:p>
          <a:p>
            <a:pPr indent="-323850" lvl="0" marL="457200" rtl="0" algn="l">
              <a:spcBef>
                <a:spcPts val="0"/>
              </a:spcBef>
              <a:spcAft>
                <a:spcPts val="0"/>
              </a:spcAft>
              <a:buClr>
                <a:schemeClr val="dk1"/>
              </a:buClr>
              <a:buSzPts val="1500"/>
              <a:buChar char="-"/>
            </a:pPr>
            <a:r>
              <a:rPr lang="en" sz="1500">
                <a:solidFill>
                  <a:schemeClr val="dk1"/>
                </a:solidFill>
              </a:rPr>
              <a:t>Client uses threading to handle listening to the server and memory management.</a:t>
            </a:r>
            <a:endParaRPr sz="2200"/>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 name="Shape 96"/>
        <p:cNvGrpSpPr/>
        <p:nvPr/>
      </p:nvGrpSpPr>
      <p:grpSpPr>
        <a:xfrm>
          <a:off x="0" y="0"/>
          <a:ext cx="0" cy="0"/>
          <a:chOff x="0" y="0"/>
          <a:chExt cx="0" cy="0"/>
        </a:xfrm>
      </p:grpSpPr>
      <p:sp>
        <p:nvSpPr>
          <p:cNvPr id="97" name="Google Shape;97;p15"/>
          <p:cNvSpPr txBox="1"/>
          <p:nvPr>
            <p:ph type="title"/>
          </p:nvPr>
        </p:nvSpPr>
        <p:spPr>
          <a:xfrm>
            <a:off x="311700" y="410000"/>
            <a:ext cx="8520600" cy="6078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Communication </a:t>
            </a:r>
            <a:r>
              <a:rPr lang="en"/>
              <a:t>Protocol</a:t>
            </a:r>
            <a:endParaRPr sz="1500"/>
          </a:p>
        </p:txBody>
      </p:sp>
      <p:sp>
        <p:nvSpPr>
          <p:cNvPr id="98" name="Google Shape;98;p15"/>
          <p:cNvSpPr txBox="1"/>
          <p:nvPr>
            <p:ph idx="1" type="body"/>
          </p:nvPr>
        </p:nvSpPr>
        <p:spPr>
          <a:xfrm>
            <a:off x="311700" y="1209850"/>
            <a:ext cx="8520600" cy="3339000"/>
          </a:xfrm>
          <a:prstGeom prst="rect">
            <a:avLst/>
          </a:prstGeom>
        </p:spPr>
        <p:txBody>
          <a:bodyPr anchorCtr="0" anchor="t" bIns="91425" lIns="91425" spcFirstLastPara="1" rIns="91425" wrap="square" tIns="91425">
            <a:normAutofit/>
          </a:bodyPr>
          <a:lstStyle/>
          <a:p>
            <a:pPr indent="0" lvl="0" marL="0" rtl="0" algn="l">
              <a:spcBef>
                <a:spcPts val="1200"/>
              </a:spcBef>
              <a:spcAft>
                <a:spcPts val="0"/>
              </a:spcAft>
              <a:buClr>
                <a:schemeClr val="dk1"/>
              </a:buClr>
              <a:buSzPts val="1100"/>
              <a:buFont typeface="Arial"/>
              <a:buNone/>
            </a:pPr>
            <a:r>
              <a:rPr lang="en" sz="1500">
                <a:solidFill>
                  <a:schemeClr val="dk1"/>
                </a:solidFill>
              </a:rPr>
              <a:t>The application uses the Python </a:t>
            </a:r>
            <a:r>
              <a:rPr lang="en" sz="1500">
                <a:solidFill>
                  <a:schemeClr val="dk1"/>
                </a:solidFill>
                <a:latin typeface="Roboto Mono"/>
                <a:ea typeface="Roboto Mono"/>
                <a:cs typeface="Roboto Mono"/>
                <a:sym typeface="Roboto Mono"/>
              </a:rPr>
              <a:t>socket</a:t>
            </a:r>
            <a:r>
              <a:rPr lang="en" sz="1500">
                <a:solidFill>
                  <a:schemeClr val="dk1"/>
                </a:solidFill>
              </a:rPr>
              <a:t> library for server-client communication.</a:t>
            </a:r>
            <a:endParaRPr sz="1500">
              <a:solidFill>
                <a:schemeClr val="dk1"/>
              </a:solidFill>
            </a:endParaRPr>
          </a:p>
          <a:p>
            <a:pPr indent="-323850" lvl="0" marL="457200" rtl="0" algn="l">
              <a:spcBef>
                <a:spcPts val="1200"/>
              </a:spcBef>
              <a:spcAft>
                <a:spcPts val="0"/>
              </a:spcAft>
              <a:buClr>
                <a:schemeClr val="dk1"/>
              </a:buClr>
              <a:buSzPts val="1500"/>
              <a:buChar char="●"/>
            </a:pPr>
            <a:r>
              <a:rPr b="1" lang="en" sz="1500">
                <a:solidFill>
                  <a:schemeClr val="dk1"/>
                </a:solidFill>
              </a:rPr>
              <a:t>Server</a:t>
            </a:r>
            <a:r>
              <a:rPr lang="en" sz="1500">
                <a:solidFill>
                  <a:schemeClr val="dk1"/>
                </a:solidFill>
              </a:rPr>
              <a:t>: Listens for incoming connections and spawns a thread for each client.</a:t>
            </a:r>
            <a:endParaRPr sz="1500">
              <a:solidFill>
                <a:schemeClr val="dk1"/>
              </a:solidFill>
            </a:endParaRPr>
          </a:p>
          <a:p>
            <a:pPr indent="-323850" lvl="0" marL="457200" rtl="0" algn="l">
              <a:spcBef>
                <a:spcPts val="0"/>
              </a:spcBef>
              <a:spcAft>
                <a:spcPts val="0"/>
              </a:spcAft>
              <a:buClr>
                <a:schemeClr val="dk1"/>
              </a:buClr>
              <a:buSzPts val="1500"/>
              <a:buChar char="●"/>
            </a:pPr>
            <a:r>
              <a:rPr b="1" lang="en" sz="1500">
                <a:solidFill>
                  <a:schemeClr val="dk1"/>
                </a:solidFill>
              </a:rPr>
              <a:t>Client</a:t>
            </a:r>
            <a:r>
              <a:rPr lang="en" sz="1500">
                <a:solidFill>
                  <a:schemeClr val="dk1"/>
                </a:solidFill>
              </a:rPr>
              <a:t>: Establishes a socket connection with the server to send and receive requests.</a:t>
            </a:r>
            <a:endParaRPr sz="1500">
              <a:solidFill>
                <a:schemeClr val="dk1"/>
              </a:solidFill>
            </a:endParaRPr>
          </a:p>
          <a:p>
            <a:pPr indent="0" lvl="0" marL="0" rtl="0" algn="l">
              <a:spcBef>
                <a:spcPts val="1200"/>
              </a:spcBef>
              <a:spcAft>
                <a:spcPts val="1200"/>
              </a:spcAft>
              <a:buNone/>
            </a:pPr>
            <a:r>
              <a:rPr lang="en" sz="1500">
                <a:solidFill>
                  <a:schemeClr val="dk1"/>
                </a:solidFill>
              </a:rPr>
              <a:t>All communication between server and clients are done using JSON strings which when received by either the server or the client will be transformed into a JSON dictionary utilizing Python’s </a:t>
            </a:r>
            <a:r>
              <a:rPr lang="en" sz="1500">
                <a:solidFill>
                  <a:schemeClr val="dk1"/>
                </a:solidFill>
                <a:latin typeface="Roboto Mono"/>
                <a:ea typeface="Roboto Mono"/>
                <a:cs typeface="Roboto Mono"/>
                <a:sym typeface="Roboto Mono"/>
              </a:rPr>
              <a:t>json </a:t>
            </a:r>
            <a:r>
              <a:rPr lang="en" sz="1500">
                <a:solidFill>
                  <a:schemeClr val="dk1"/>
                </a:solidFill>
              </a:rPr>
              <a:t>library</a:t>
            </a:r>
            <a:endParaRPr sz="1500">
              <a:solidFill>
                <a:schemeClr val="dk1"/>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 name="Shape 102"/>
        <p:cNvGrpSpPr/>
        <p:nvPr/>
      </p:nvGrpSpPr>
      <p:grpSpPr>
        <a:xfrm>
          <a:off x="0" y="0"/>
          <a:ext cx="0" cy="0"/>
          <a:chOff x="0" y="0"/>
          <a:chExt cx="0" cy="0"/>
        </a:xfrm>
      </p:grpSpPr>
      <p:sp>
        <p:nvSpPr>
          <p:cNvPr id="103" name="Google Shape;103;p16"/>
          <p:cNvSpPr txBox="1"/>
          <p:nvPr>
            <p:ph type="title"/>
          </p:nvPr>
        </p:nvSpPr>
        <p:spPr>
          <a:xfrm>
            <a:off x="311700" y="410000"/>
            <a:ext cx="8520600" cy="6078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Multi-Threading Implementation</a:t>
            </a:r>
            <a:endParaRPr sz="1500"/>
          </a:p>
        </p:txBody>
      </p:sp>
      <p:sp>
        <p:nvSpPr>
          <p:cNvPr id="104" name="Google Shape;104;p16"/>
          <p:cNvSpPr txBox="1"/>
          <p:nvPr>
            <p:ph idx="1" type="body"/>
          </p:nvPr>
        </p:nvSpPr>
        <p:spPr>
          <a:xfrm>
            <a:off x="311700" y="1229875"/>
            <a:ext cx="8520600" cy="3339000"/>
          </a:xfrm>
          <a:prstGeom prst="rect">
            <a:avLst/>
          </a:prstGeom>
        </p:spPr>
        <p:txBody>
          <a:bodyPr anchorCtr="0" anchor="t" bIns="91425" lIns="91425" spcFirstLastPara="1" rIns="91425" wrap="square" tIns="91425">
            <a:normAutofit/>
          </a:bodyPr>
          <a:lstStyle/>
          <a:p>
            <a:pPr indent="0" lvl="0" marL="0" rtl="0" algn="l">
              <a:spcBef>
                <a:spcPts val="1200"/>
              </a:spcBef>
              <a:spcAft>
                <a:spcPts val="0"/>
              </a:spcAft>
              <a:buNone/>
            </a:pPr>
            <a:r>
              <a:rPr lang="en" sz="1500">
                <a:solidFill>
                  <a:schemeClr val="dk1"/>
                </a:solidFill>
              </a:rPr>
              <a:t>Server creates a dedicated thread for each connection. </a:t>
            </a:r>
            <a:endParaRPr sz="1500">
              <a:solidFill>
                <a:schemeClr val="dk1"/>
              </a:solidFill>
            </a:endParaRPr>
          </a:p>
          <a:p>
            <a:pPr indent="0" lvl="0" marL="0" rtl="0" algn="l">
              <a:spcBef>
                <a:spcPts val="1200"/>
              </a:spcBef>
              <a:spcAft>
                <a:spcPts val="0"/>
              </a:spcAft>
              <a:buNone/>
            </a:pPr>
            <a:r>
              <a:rPr lang="en" sz="1500">
                <a:solidFill>
                  <a:schemeClr val="dk1"/>
                </a:solidFill>
              </a:rPr>
              <a:t>Python </a:t>
            </a:r>
            <a:r>
              <a:rPr lang="en" sz="1500">
                <a:solidFill>
                  <a:schemeClr val="dk1"/>
                </a:solidFill>
                <a:latin typeface="Roboto Mono"/>
                <a:ea typeface="Roboto Mono"/>
                <a:cs typeface="Roboto Mono"/>
                <a:sym typeface="Roboto Mono"/>
              </a:rPr>
              <a:t>threading</a:t>
            </a:r>
            <a:r>
              <a:rPr lang="en" sz="1500">
                <a:solidFill>
                  <a:schemeClr val="dk1"/>
                </a:solidFill>
              </a:rPr>
              <a:t> library is used to manage each thread</a:t>
            </a:r>
            <a:endParaRPr sz="1500">
              <a:solidFill>
                <a:schemeClr val="dk1"/>
              </a:solidFill>
            </a:endParaRPr>
          </a:p>
          <a:p>
            <a:pPr indent="0" lvl="0" marL="0" rtl="0" algn="l">
              <a:spcBef>
                <a:spcPts val="1200"/>
              </a:spcBef>
              <a:spcAft>
                <a:spcPts val="0"/>
              </a:spcAft>
              <a:buNone/>
            </a:pPr>
            <a:r>
              <a:rPr lang="en" sz="1500">
                <a:solidFill>
                  <a:schemeClr val="dk1"/>
                </a:solidFill>
              </a:rPr>
              <a:t>A monitor class is establish which houses all shared variables and the various functions used to interact with said variables</a:t>
            </a:r>
            <a:endParaRPr sz="1500">
              <a:solidFill>
                <a:schemeClr val="dk1"/>
              </a:solidFill>
            </a:endParaRPr>
          </a:p>
          <a:p>
            <a:pPr indent="0" lvl="0" marL="0" rtl="0" algn="l">
              <a:spcBef>
                <a:spcPts val="1200"/>
              </a:spcBef>
              <a:spcAft>
                <a:spcPts val="0"/>
              </a:spcAft>
              <a:buNone/>
            </a:pPr>
            <a:r>
              <a:rPr lang="en" sz="1500">
                <a:solidFill>
                  <a:schemeClr val="dk1"/>
                </a:solidFill>
              </a:rPr>
              <a:t>When attempting to interact with any shared variables, reading and writing, each client must first “enter” the monitor</a:t>
            </a:r>
            <a:endParaRPr sz="1500">
              <a:solidFill>
                <a:schemeClr val="dk1"/>
              </a:solidFill>
            </a:endParaRPr>
          </a:p>
          <a:p>
            <a:pPr indent="0" lvl="0" marL="0" rtl="0" algn="l">
              <a:spcBef>
                <a:spcPts val="1200"/>
              </a:spcBef>
              <a:spcAft>
                <a:spcPts val="0"/>
              </a:spcAft>
              <a:buClr>
                <a:schemeClr val="dk1"/>
              </a:buClr>
              <a:buSzPts val="1100"/>
              <a:buFont typeface="Arial"/>
              <a:buNone/>
            </a:pPr>
            <a:r>
              <a:rPr lang="en" sz="1500">
                <a:solidFill>
                  <a:schemeClr val="dk1"/>
                </a:solidFill>
              </a:rPr>
              <a:t>After finishing any process the process will then proceed to “exit” the monitor</a:t>
            </a:r>
            <a:endParaRPr sz="1500">
              <a:solidFill>
                <a:schemeClr val="dk1"/>
              </a:solidFill>
            </a:endParaRPr>
          </a:p>
          <a:p>
            <a:pPr indent="0" lvl="0" marL="0" rtl="0" algn="l">
              <a:spcBef>
                <a:spcPts val="1200"/>
              </a:spcBef>
              <a:spcAft>
                <a:spcPts val="1200"/>
              </a:spcAft>
              <a:buClr>
                <a:schemeClr val="dk1"/>
              </a:buClr>
              <a:buSzPts val="1100"/>
              <a:buFont typeface="Arial"/>
              <a:buNone/>
            </a:pPr>
            <a:r>
              <a:rPr lang="en" sz="1500">
                <a:solidFill>
                  <a:schemeClr val="dk1"/>
                </a:solidFill>
              </a:rPr>
              <a:t>Race conditions are only apparent with automated features (i.e. memory requests) and are handled using Python’s </a:t>
            </a:r>
            <a:r>
              <a:rPr lang="en" sz="1500">
                <a:solidFill>
                  <a:schemeClr val="dk1"/>
                </a:solidFill>
                <a:latin typeface="Roboto Mono"/>
                <a:ea typeface="Roboto Mono"/>
                <a:cs typeface="Roboto Mono"/>
                <a:sym typeface="Roboto Mono"/>
              </a:rPr>
              <a:t>time.sleep()</a:t>
            </a:r>
            <a:r>
              <a:rPr lang="en" sz="1500">
                <a:solidFill>
                  <a:schemeClr val="dk1"/>
                </a:solidFill>
              </a:rPr>
              <a:t> and </a:t>
            </a:r>
            <a:r>
              <a:rPr lang="en" sz="1500">
                <a:solidFill>
                  <a:schemeClr val="dk1"/>
                </a:solidFill>
                <a:latin typeface="Roboto Mono"/>
                <a:ea typeface="Roboto Mono"/>
                <a:cs typeface="Roboto Mono"/>
                <a:sym typeface="Roboto Mono"/>
              </a:rPr>
              <a:t>random.randint()</a:t>
            </a:r>
            <a:endParaRPr sz="1500">
              <a:solidFill>
                <a:schemeClr val="dk1"/>
              </a:solidFill>
              <a:latin typeface="Roboto Mono"/>
              <a:ea typeface="Roboto Mono"/>
              <a:cs typeface="Roboto Mono"/>
              <a:sym typeface="Roboto Mono"/>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 name="Shape 108"/>
        <p:cNvGrpSpPr/>
        <p:nvPr/>
      </p:nvGrpSpPr>
      <p:grpSpPr>
        <a:xfrm>
          <a:off x="0" y="0"/>
          <a:ext cx="0" cy="0"/>
          <a:chOff x="0" y="0"/>
          <a:chExt cx="0" cy="0"/>
        </a:xfrm>
      </p:grpSpPr>
      <p:sp>
        <p:nvSpPr>
          <p:cNvPr id="109" name="Google Shape;109;p17"/>
          <p:cNvSpPr txBox="1"/>
          <p:nvPr>
            <p:ph type="title"/>
          </p:nvPr>
        </p:nvSpPr>
        <p:spPr>
          <a:xfrm>
            <a:off x="311700" y="410000"/>
            <a:ext cx="8520600" cy="6078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Memory Management Strategy</a:t>
            </a:r>
            <a:endParaRPr sz="1500"/>
          </a:p>
        </p:txBody>
      </p:sp>
      <p:sp>
        <p:nvSpPr>
          <p:cNvPr id="110" name="Google Shape;110;p17"/>
          <p:cNvSpPr txBox="1"/>
          <p:nvPr>
            <p:ph idx="1" type="body"/>
          </p:nvPr>
        </p:nvSpPr>
        <p:spPr>
          <a:xfrm>
            <a:off x="311700" y="1229875"/>
            <a:ext cx="8520600" cy="3339000"/>
          </a:xfrm>
          <a:prstGeom prst="rect">
            <a:avLst/>
          </a:prstGeom>
        </p:spPr>
        <p:txBody>
          <a:bodyPr anchorCtr="0" anchor="t" bIns="91425" lIns="91425" spcFirstLastPara="1" rIns="91425" wrap="square" tIns="91425">
            <a:normAutofit/>
          </a:bodyPr>
          <a:lstStyle/>
          <a:p>
            <a:pPr indent="0" lvl="0" marL="0" rtl="0" algn="l">
              <a:spcBef>
                <a:spcPts val="1200"/>
              </a:spcBef>
              <a:spcAft>
                <a:spcPts val="0"/>
              </a:spcAft>
              <a:buNone/>
            </a:pPr>
            <a:r>
              <a:rPr lang="en" sz="1500">
                <a:solidFill>
                  <a:schemeClr val="dk1"/>
                </a:solidFill>
              </a:rPr>
              <a:t>Server simulates fixed-size segments of memory at 1 MB each, managed using first-fit segmentation. </a:t>
            </a:r>
            <a:endParaRPr sz="1500">
              <a:solidFill>
                <a:schemeClr val="dk1"/>
              </a:solidFill>
            </a:endParaRPr>
          </a:p>
          <a:p>
            <a:pPr indent="0" lvl="0" marL="0" rtl="0" algn="l">
              <a:spcBef>
                <a:spcPts val="1200"/>
              </a:spcBef>
              <a:spcAft>
                <a:spcPts val="0"/>
              </a:spcAft>
              <a:buNone/>
            </a:pPr>
            <a:r>
              <a:rPr lang="en" sz="1500">
                <a:solidFill>
                  <a:schemeClr val="dk1"/>
                </a:solidFill>
              </a:rPr>
              <a:t>On receiving an allocation request, the server checks availability in the memory pool. If sufficient memory is available, the request is fulfilled, and the client receives the address of the allocated memory. </a:t>
            </a:r>
            <a:endParaRPr sz="1500">
              <a:solidFill>
                <a:schemeClr val="dk1"/>
              </a:solidFill>
            </a:endParaRPr>
          </a:p>
          <a:p>
            <a:pPr indent="0" lvl="0" marL="0" rtl="0" algn="l">
              <a:spcBef>
                <a:spcPts val="1200"/>
              </a:spcBef>
              <a:spcAft>
                <a:spcPts val="0"/>
              </a:spcAft>
              <a:buNone/>
            </a:pPr>
            <a:r>
              <a:rPr lang="en" sz="1500">
                <a:solidFill>
                  <a:schemeClr val="dk1"/>
                </a:solidFill>
              </a:rPr>
              <a:t>Clients can free allocated memory by sending the address to be released, which updates the memory management tables. </a:t>
            </a:r>
            <a:endParaRPr sz="1500">
              <a:solidFill>
                <a:schemeClr val="dk1"/>
              </a:solidFill>
            </a:endParaRPr>
          </a:p>
          <a:p>
            <a:pPr indent="0" lvl="0" marL="0" rtl="0" algn="l">
              <a:spcBef>
                <a:spcPts val="1200"/>
              </a:spcBef>
              <a:spcAft>
                <a:spcPts val="1200"/>
              </a:spcAft>
              <a:buClr>
                <a:schemeClr val="dk1"/>
              </a:buClr>
              <a:buSzPts val="1100"/>
              <a:buFont typeface="Arial"/>
              <a:buNone/>
            </a:pPr>
            <a:r>
              <a:rPr lang="en" sz="1500">
                <a:solidFill>
                  <a:schemeClr val="dk1"/>
                </a:solidFill>
              </a:rPr>
              <a:t>If the memory is ever unavailable, the server sends an error message to the client.</a:t>
            </a:r>
            <a:endParaRPr sz="2200"/>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 name="Shape 114"/>
        <p:cNvGrpSpPr/>
        <p:nvPr/>
      </p:nvGrpSpPr>
      <p:grpSpPr>
        <a:xfrm>
          <a:off x="0" y="0"/>
          <a:ext cx="0" cy="0"/>
          <a:chOff x="0" y="0"/>
          <a:chExt cx="0" cy="0"/>
        </a:xfrm>
      </p:grpSpPr>
      <p:sp>
        <p:nvSpPr>
          <p:cNvPr id="115" name="Google Shape;115;p18"/>
          <p:cNvSpPr txBox="1"/>
          <p:nvPr>
            <p:ph type="title"/>
          </p:nvPr>
        </p:nvSpPr>
        <p:spPr>
          <a:xfrm>
            <a:off x="311700" y="410000"/>
            <a:ext cx="8520600" cy="6078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User Authentication</a:t>
            </a:r>
            <a:endParaRPr sz="1500"/>
          </a:p>
        </p:txBody>
      </p:sp>
      <p:sp>
        <p:nvSpPr>
          <p:cNvPr id="116" name="Google Shape;116;p18"/>
          <p:cNvSpPr txBox="1"/>
          <p:nvPr>
            <p:ph idx="1" type="body"/>
          </p:nvPr>
        </p:nvSpPr>
        <p:spPr>
          <a:xfrm>
            <a:off x="311700" y="1229875"/>
            <a:ext cx="8520600" cy="3339000"/>
          </a:xfrm>
          <a:prstGeom prst="rect">
            <a:avLst/>
          </a:prstGeom>
        </p:spPr>
        <p:txBody>
          <a:bodyPr anchorCtr="0" anchor="t" bIns="91425" lIns="91425" spcFirstLastPara="1" rIns="91425" wrap="square" tIns="91425">
            <a:normAutofit/>
          </a:bodyPr>
          <a:lstStyle/>
          <a:p>
            <a:pPr indent="0" lvl="0" marL="0" rtl="0" algn="l">
              <a:spcBef>
                <a:spcPts val="1200"/>
              </a:spcBef>
              <a:spcAft>
                <a:spcPts val="0"/>
              </a:spcAft>
              <a:buClr>
                <a:schemeClr val="dk1"/>
              </a:buClr>
              <a:buSzPts val="1100"/>
              <a:buFont typeface="Arial"/>
              <a:buNone/>
            </a:pPr>
            <a:r>
              <a:rPr lang="en" sz="1400">
                <a:solidFill>
                  <a:schemeClr val="dk1"/>
                </a:solidFill>
              </a:rPr>
              <a:t>The server authenticates clients using a username and password. Client credentials are stored in a local JSON file with hashed passwords for security.</a:t>
            </a:r>
            <a:endParaRPr b="1" sz="1400">
              <a:solidFill>
                <a:schemeClr val="dk1"/>
              </a:solidFill>
            </a:endParaRPr>
          </a:p>
          <a:p>
            <a:pPr indent="-317500" lvl="0" marL="457200" rtl="0" algn="l">
              <a:spcBef>
                <a:spcPts val="1200"/>
              </a:spcBef>
              <a:spcAft>
                <a:spcPts val="0"/>
              </a:spcAft>
              <a:buClr>
                <a:schemeClr val="dk1"/>
              </a:buClr>
              <a:buSzPts val="1400"/>
              <a:buAutoNum type="arabicPeriod"/>
            </a:pPr>
            <a:r>
              <a:rPr lang="en" sz="1400">
                <a:solidFill>
                  <a:schemeClr val="dk1"/>
                </a:solidFill>
              </a:rPr>
              <a:t>Clients send their username and password over during the connection phase.</a:t>
            </a:r>
            <a:endParaRPr sz="1400">
              <a:solidFill>
                <a:schemeClr val="dk1"/>
              </a:solidFill>
            </a:endParaRPr>
          </a:p>
          <a:p>
            <a:pPr indent="-317500" lvl="0" marL="457200" rtl="0" algn="l">
              <a:spcBef>
                <a:spcPts val="0"/>
              </a:spcBef>
              <a:spcAft>
                <a:spcPts val="0"/>
              </a:spcAft>
              <a:buClr>
                <a:schemeClr val="dk1"/>
              </a:buClr>
              <a:buSzPts val="1400"/>
              <a:buAutoNum type="arabicPeriod"/>
            </a:pPr>
            <a:r>
              <a:rPr lang="en" sz="1400">
                <a:solidFill>
                  <a:schemeClr val="dk1"/>
                </a:solidFill>
              </a:rPr>
              <a:t>The server verifies credentials against the JSON file.</a:t>
            </a:r>
            <a:endParaRPr sz="1400">
              <a:solidFill>
                <a:schemeClr val="dk1"/>
              </a:solidFill>
            </a:endParaRPr>
          </a:p>
          <a:p>
            <a:pPr indent="-317500" lvl="0" marL="457200" rtl="0" algn="l">
              <a:spcBef>
                <a:spcPts val="0"/>
              </a:spcBef>
              <a:spcAft>
                <a:spcPts val="0"/>
              </a:spcAft>
              <a:buClr>
                <a:schemeClr val="dk1"/>
              </a:buClr>
              <a:buSzPts val="1400"/>
              <a:buAutoNum type="arabicPeriod"/>
            </a:pPr>
            <a:r>
              <a:rPr lang="en" sz="1400">
                <a:solidFill>
                  <a:schemeClr val="dk1"/>
                </a:solidFill>
              </a:rPr>
              <a:t>If authentication succeeds, the client gains access to server features.</a:t>
            </a:r>
            <a:endParaRPr sz="1400">
              <a:solidFill>
                <a:schemeClr val="dk1"/>
              </a:solidFill>
            </a:endParaRPr>
          </a:p>
          <a:p>
            <a:pPr indent="-317500" lvl="0" marL="457200" rtl="0" algn="l">
              <a:spcBef>
                <a:spcPts val="0"/>
              </a:spcBef>
              <a:spcAft>
                <a:spcPts val="0"/>
              </a:spcAft>
              <a:buClr>
                <a:schemeClr val="dk1"/>
              </a:buClr>
              <a:buSzPts val="1400"/>
              <a:buAutoNum type="arabicPeriod"/>
            </a:pPr>
            <a:r>
              <a:rPr lang="en" sz="1400">
                <a:solidFill>
                  <a:schemeClr val="dk1"/>
                </a:solidFill>
              </a:rPr>
              <a:t>Failed authentication results in letting you try again or quitting the client application.</a:t>
            </a:r>
            <a:endParaRPr sz="1400">
              <a:solidFill>
                <a:schemeClr val="dk1"/>
              </a:solidFill>
            </a:endParaRPr>
          </a:p>
          <a:p>
            <a:pPr indent="0" lvl="0" marL="0" rtl="0" algn="l">
              <a:spcBef>
                <a:spcPts val="1200"/>
              </a:spcBef>
              <a:spcAft>
                <a:spcPts val="0"/>
              </a:spcAft>
              <a:buNone/>
            </a:pPr>
            <a:r>
              <a:rPr lang="en" sz="1500">
                <a:solidFill>
                  <a:schemeClr val="dk1"/>
                </a:solidFill>
              </a:rPr>
              <a:t>Example authentication:</a:t>
            </a:r>
            <a:br>
              <a:rPr lang="en" sz="1500">
                <a:solidFill>
                  <a:schemeClr val="dk1"/>
                </a:solidFill>
              </a:rPr>
            </a:br>
            <a:r>
              <a:rPr lang="en" sz="1500">
                <a:solidFill>
                  <a:srgbClr val="274E13"/>
                </a:solidFill>
                <a:latin typeface="Roboto Mono"/>
                <a:ea typeface="Roboto Mono"/>
                <a:cs typeface="Roboto Mono"/>
                <a:sym typeface="Roboto Mono"/>
              </a:rPr>
              <a:t>{'action': 'login', 'username': 'Class2', 'password': 'password'}</a:t>
            </a:r>
            <a:endParaRPr sz="1400">
              <a:solidFill>
                <a:schemeClr val="dk1"/>
              </a:solidFill>
            </a:endParaRPr>
          </a:p>
          <a:p>
            <a:pPr indent="0" lvl="0" marL="0" rtl="0" algn="l">
              <a:spcBef>
                <a:spcPts val="1200"/>
              </a:spcBef>
              <a:spcAft>
                <a:spcPts val="1200"/>
              </a:spcAft>
              <a:buNone/>
            </a:pPr>
            <a:r>
              <a:t/>
            </a:r>
            <a:endParaRPr sz="1400">
              <a:solidFill>
                <a:schemeClr val="dk1"/>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0" name="Shape 120"/>
        <p:cNvGrpSpPr/>
        <p:nvPr/>
      </p:nvGrpSpPr>
      <p:grpSpPr>
        <a:xfrm>
          <a:off x="0" y="0"/>
          <a:ext cx="0" cy="0"/>
          <a:chOff x="0" y="0"/>
          <a:chExt cx="0" cy="0"/>
        </a:xfrm>
      </p:grpSpPr>
      <p:sp>
        <p:nvSpPr>
          <p:cNvPr id="121" name="Google Shape;121;p19"/>
          <p:cNvSpPr txBox="1"/>
          <p:nvPr>
            <p:ph type="title"/>
          </p:nvPr>
        </p:nvSpPr>
        <p:spPr>
          <a:xfrm>
            <a:off x="311700" y="410000"/>
            <a:ext cx="8520600" cy="6078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Client to Client Chatting</a:t>
            </a:r>
            <a:endParaRPr sz="1500"/>
          </a:p>
        </p:txBody>
      </p:sp>
      <p:sp>
        <p:nvSpPr>
          <p:cNvPr id="122" name="Google Shape;122;p19"/>
          <p:cNvSpPr txBox="1"/>
          <p:nvPr>
            <p:ph idx="1" type="body"/>
          </p:nvPr>
        </p:nvSpPr>
        <p:spPr>
          <a:xfrm>
            <a:off x="311700" y="1229875"/>
            <a:ext cx="8520600" cy="3339000"/>
          </a:xfrm>
          <a:prstGeom prst="rect">
            <a:avLst/>
          </a:prstGeom>
        </p:spPr>
        <p:txBody>
          <a:bodyPr anchorCtr="0" anchor="t" bIns="91425" lIns="91425" spcFirstLastPara="1" rIns="91425" wrap="square" tIns="91425">
            <a:normAutofit/>
          </a:bodyPr>
          <a:lstStyle/>
          <a:p>
            <a:pPr indent="0" lvl="0" marL="0" rtl="0" algn="l">
              <a:spcBef>
                <a:spcPts val="1200"/>
              </a:spcBef>
              <a:spcAft>
                <a:spcPts val="0"/>
              </a:spcAft>
              <a:buNone/>
            </a:pPr>
            <a:r>
              <a:rPr lang="en" sz="1500">
                <a:solidFill>
                  <a:schemeClr val="dk1"/>
                </a:solidFill>
              </a:rPr>
              <a:t>Authenticated clients can exchange messages via the server. </a:t>
            </a:r>
            <a:endParaRPr sz="1500">
              <a:solidFill>
                <a:schemeClr val="dk1"/>
              </a:solidFill>
            </a:endParaRPr>
          </a:p>
          <a:p>
            <a:pPr indent="0" lvl="0" marL="0" rtl="0" algn="l">
              <a:spcBef>
                <a:spcPts val="1200"/>
              </a:spcBef>
              <a:spcAft>
                <a:spcPts val="0"/>
              </a:spcAft>
              <a:buNone/>
            </a:pPr>
            <a:r>
              <a:rPr lang="en" sz="1500">
                <a:solidFill>
                  <a:schemeClr val="dk1"/>
                </a:solidFill>
              </a:rPr>
              <a:t>The chat feature uses a JSON-based protocol to structure messages sent to the server, specifying the recipient and content.</a:t>
            </a:r>
            <a:endParaRPr sz="1500">
              <a:solidFill>
                <a:schemeClr val="dk1"/>
              </a:solidFill>
            </a:endParaRPr>
          </a:p>
          <a:p>
            <a:pPr indent="0" lvl="0" marL="0" rtl="0" algn="l">
              <a:spcBef>
                <a:spcPts val="1200"/>
              </a:spcBef>
              <a:spcAft>
                <a:spcPts val="0"/>
              </a:spcAft>
              <a:buClr>
                <a:schemeClr val="dk1"/>
              </a:buClr>
              <a:buSzPts val="1100"/>
              <a:buFont typeface="Arial"/>
              <a:buNone/>
            </a:pPr>
            <a:r>
              <a:rPr lang="en" sz="1500">
                <a:solidFill>
                  <a:schemeClr val="dk1"/>
                </a:solidFill>
              </a:rPr>
              <a:t>The message system works in the same way as the other server commands, using a keyword (in this case ‘message’) followed by variable data split up with colons.</a:t>
            </a:r>
            <a:endParaRPr sz="1500">
              <a:solidFill>
                <a:schemeClr val="dk1"/>
              </a:solidFill>
            </a:endParaRPr>
          </a:p>
          <a:p>
            <a:pPr indent="0" lvl="0" marL="0" rtl="0" algn="l">
              <a:spcBef>
                <a:spcPts val="1200"/>
              </a:spcBef>
              <a:spcAft>
                <a:spcPts val="0"/>
              </a:spcAft>
              <a:buClr>
                <a:schemeClr val="dk1"/>
              </a:buClr>
              <a:buSzPts val="1100"/>
              <a:buFont typeface="Arial"/>
              <a:buNone/>
            </a:pPr>
            <a:r>
              <a:rPr lang="en" sz="1500">
                <a:solidFill>
                  <a:schemeClr val="dk1"/>
                </a:solidFill>
              </a:rPr>
              <a:t>Example message:</a:t>
            </a:r>
            <a:br>
              <a:rPr lang="en" sz="1500">
                <a:solidFill>
                  <a:schemeClr val="dk1"/>
                </a:solidFill>
              </a:rPr>
            </a:br>
            <a:r>
              <a:rPr lang="en" sz="1500">
                <a:solidFill>
                  <a:srgbClr val="274E13"/>
                </a:solidFill>
                <a:latin typeface="Roboto Mono"/>
                <a:ea typeface="Roboto Mono"/>
                <a:cs typeface="Roboto Mono"/>
                <a:sym typeface="Roboto Mono"/>
              </a:rPr>
              <a:t>{'action': 'message', 'recipient': 'Class1', 'message': 'Hello!'}</a:t>
            </a:r>
            <a:endParaRPr sz="2200"/>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Geometric">
  <a:themeElements>
    <a:clrScheme name="Geometric">
      <a:dk1>
        <a:srgbClr val="2A3990"/>
      </a:dk1>
      <a:lt1>
        <a:srgbClr val="FFFFFF"/>
      </a:lt1>
      <a:dk2>
        <a:srgbClr val="434343"/>
      </a:dk2>
      <a:lt2>
        <a:srgbClr val="999999"/>
      </a:lt2>
      <a:accent1>
        <a:srgbClr val="212D74"/>
      </a:accent1>
      <a:accent2>
        <a:srgbClr val="3949AB"/>
      </a:accent2>
      <a:accent3>
        <a:srgbClr val="9C254D"/>
      </a:accent3>
      <a:accent4>
        <a:srgbClr val="D23369"/>
      </a:accent4>
      <a:accent5>
        <a:srgbClr val="F06292"/>
      </a:accent5>
      <a:accent6>
        <a:srgbClr val="7890CD"/>
      </a:accent6>
      <a:hlink>
        <a:srgbClr val="F06292"/>
      </a:hlink>
      <a:folHlink>
        <a:srgbClr val="F0629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
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0058400" cy="1554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30" d="100"/>
          <a:sy n="30" d="100"/>
        </p:scale>
        <p:origin x="177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544023"/>
            <a:ext cx="8549640" cy="5411893"/>
          </a:xfrm>
        </p:spPr>
        <p:txBody>
          <a:bodyPr anchor="b"/>
          <a:lstStyle>
            <a:lvl1pPr algn="ctr">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1257300" y="8164619"/>
            <a:ext cx="7543800" cy="3753061"/>
          </a:xfrm>
        </p:spPr>
        <p:txBody>
          <a:bodyPr/>
          <a:lstStyle>
            <a:lvl1pPr marL="0" indent="0" algn="ctr">
              <a:buNone/>
              <a:defRPr sz="2640"/>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589D22F-4E71-47F2-93B1-FABDF084BB50}" type="datetimeFigureOut">
              <a:rPr lang="en-US" smtClean="0"/>
              <a:t>11/27/2017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4250827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89D22F-4E71-47F2-93B1-FABDF084BB50}" type="datetimeFigureOut">
              <a:rPr lang="en-US" smtClean="0"/>
              <a:t>11/27/2017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3463255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3875409"/>
            <a:ext cx="8675370" cy="6466204"/>
          </a:xfrm>
        </p:spPr>
        <p:txBody>
          <a:bodyPr anchor="b"/>
          <a:lstStyle>
            <a:lvl1pPr>
              <a:defRPr sz="6600"/>
            </a:lvl1pPr>
          </a:lstStyle>
          <a:p>
            <a:r>
              <a:rPr lang="en-US" smtClean="0"/>
              <a:t>Click to edit Master title style</a:t>
            </a:r>
            <a:endParaRPr lang="en-US" dirty="0"/>
          </a:p>
        </p:txBody>
      </p:sp>
      <p:sp>
        <p:nvSpPr>
          <p:cNvPr id="3" name="Text Placeholder 2"/>
          <p:cNvSpPr>
            <a:spLocks noGrp="1"/>
          </p:cNvSpPr>
          <p:nvPr>
            <p:ph type="body" idx="1"/>
          </p:nvPr>
        </p:nvSpPr>
        <p:spPr>
          <a:xfrm>
            <a:off x="686277" y="10402786"/>
            <a:ext cx="8675370" cy="3400424"/>
          </a:xfrm>
        </p:spPr>
        <p:txBody>
          <a:bodyPr/>
          <a:lstStyle>
            <a:lvl1pPr marL="0" indent="0">
              <a:buNone/>
              <a:defRPr sz="264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89D22F-4E71-47F2-93B1-FABDF084BB50}" type="datetimeFigureOut">
              <a:rPr lang="en-US" smtClean="0"/>
              <a:t>11/27/2017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77633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91515" y="4138083"/>
            <a:ext cx="4274820" cy="98630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2065" y="4138083"/>
            <a:ext cx="4274820" cy="98630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589D22F-4E71-47F2-93B1-FABDF084BB50}" type="datetimeFigureOut">
              <a:rPr lang="en-US" smtClean="0"/>
              <a:t>11/27/2017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2057226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827620"/>
            <a:ext cx="8675370" cy="300460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92826" y="3810636"/>
            <a:ext cx="4255174" cy="1867534"/>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4" name="Content Placeholder 3"/>
          <p:cNvSpPr>
            <a:spLocks noGrp="1"/>
          </p:cNvSpPr>
          <p:nvPr>
            <p:ph sz="half" idx="2"/>
          </p:nvPr>
        </p:nvSpPr>
        <p:spPr>
          <a:xfrm>
            <a:off x="692826" y="5678170"/>
            <a:ext cx="4255174" cy="83517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2066" y="3810636"/>
            <a:ext cx="4276130" cy="1867534"/>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6" name="Content Placeholder 5"/>
          <p:cNvSpPr>
            <a:spLocks noGrp="1"/>
          </p:cNvSpPr>
          <p:nvPr>
            <p:ph sz="quarter" idx="4"/>
          </p:nvPr>
        </p:nvSpPr>
        <p:spPr>
          <a:xfrm>
            <a:off x="5092066" y="5678170"/>
            <a:ext cx="4276130" cy="83517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589D22F-4E71-47F2-93B1-FABDF084BB50}" type="datetimeFigureOut">
              <a:rPr lang="en-US" smtClean="0"/>
              <a:t>11/27/2017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23943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589D22F-4E71-47F2-93B1-FABDF084BB50}" type="datetimeFigureOut">
              <a:rPr lang="en-US" smtClean="0"/>
              <a:t>11/27/2017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1845118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89D22F-4E71-47F2-93B1-FABDF084BB50}" type="datetimeFigureOut">
              <a:rPr lang="en-US" smtClean="0"/>
              <a:t>11/27/2017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4116727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1036320"/>
            <a:ext cx="3244096" cy="3627120"/>
          </a:xfrm>
        </p:spPr>
        <p:txBody>
          <a:bodyPr anchor="b"/>
          <a:lstStyle>
            <a:lvl1pPr>
              <a:defRPr sz="3520"/>
            </a:lvl1pPr>
          </a:lstStyle>
          <a:p>
            <a:r>
              <a:rPr lang="en-US" smtClean="0"/>
              <a:t>Click to edit Master title style</a:t>
            </a:r>
            <a:endParaRPr lang="en-US" dirty="0"/>
          </a:p>
        </p:txBody>
      </p:sp>
      <p:sp>
        <p:nvSpPr>
          <p:cNvPr id="3" name="Content Placeholder 2"/>
          <p:cNvSpPr>
            <a:spLocks noGrp="1"/>
          </p:cNvSpPr>
          <p:nvPr>
            <p:ph idx="1"/>
          </p:nvPr>
        </p:nvSpPr>
        <p:spPr>
          <a:xfrm>
            <a:off x="4276130" y="2238167"/>
            <a:ext cx="5092065" cy="11046883"/>
          </a:xfrm>
        </p:spPr>
        <p:txBody>
          <a:bodyPr/>
          <a:lstStyle>
            <a:lvl1pPr>
              <a:defRPr sz="3520"/>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2825" y="4663440"/>
            <a:ext cx="3244096" cy="8639599"/>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2589D22F-4E71-47F2-93B1-FABDF084BB50}" type="datetimeFigureOut">
              <a:rPr lang="en-US" smtClean="0"/>
              <a:t>11/27/2017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3407460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1036320"/>
            <a:ext cx="3244096" cy="3627120"/>
          </a:xfrm>
        </p:spPr>
        <p:txBody>
          <a:bodyPr anchor="b"/>
          <a:lstStyle>
            <a:lvl1pPr>
              <a:defRPr sz="352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276130" y="2238167"/>
            <a:ext cx="5092065" cy="11046883"/>
          </a:xfrm>
        </p:spPr>
        <p:txBody>
          <a:bodyPr anchor="t"/>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smtClean="0"/>
              <a:t>Click icon to add picture</a:t>
            </a:r>
            <a:endParaRPr lang="en-US" dirty="0"/>
          </a:p>
        </p:txBody>
      </p:sp>
      <p:sp>
        <p:nvSpPr>
          <p:cNvPr id="4" name="Text Placeholder 3"/>
          <p:cNvSpPr>
            <a:spLocks noGrp="1"/>
          </p:cNvSpPr>
          <p:nvPr>
            <p:ph type="body" sz="half" idx="2"/>
          </p:nvPr>
        </p:nvSpPr>
        <p:spPr>
          <a:xfrm>
            <a:off x="692825" y="4663440"/>
            <a:ext cx="3244096" cy="8639599"/>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2589D22F-4E71-47F2-93B1-FABDF084BB50}" type="datetimeFigureOut">
              <a:rPr lang="en-US" smtClean="0"/>
              <a:t>11/27/2017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2745772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89D22F-4E71-47F2-93B1-FABDF084BB50}" type="datetimeFigureOut">
              <a:rPr lang="en-US" smtClean="0"/>
              <a:t>11/27/2017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543619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827617"/>
            <a:ext cx="2168843" cy="131734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91515" y="827617"/>
            <a:ext cx="6380798" cy="131734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89D22F-4E71-47F2-93B1-FABDF084BB50}" type="datetimeFigureOut">
              <a:rPr lang="en-US" smtClean="0"/>
              <a:t>11/27/2017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307E16-0DB9-4E8E-A90D-5B7CBA8ADB58}" type="slidenum">
              <a:rPr lang="en-US" smtClean="0"/>
              <a:t>‹#›</a:t>
            </a:fld>
            <a:endParaRPr lang="en-US"/>
          </a:p>
        </p:txBody>
      </p:sp>
    </p:spTree>
    <p:extLst>
      <p:ext uri="{BB962C8B-B14F-4D97-AF65-F5344CB8AC3E}">
        <p14:creationId xmlns:p14="http://schemas.microsoft.com/office/powerpoint/2010/main" val="2386194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827620"/>
            <a:ext cx="8675370" cy="3004609"/>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91515" y="4138083"/>
            <a:ext cx="8675370" cy="986303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91515" y="14407730"/>
            <a:ext cx="2263140" cy="827617"/>
          </a:xfrm>
          <a:prstGeom prst="rect">
            <a:avLst/>
          </a:prstGeom>
        </p:spPr>
        <p:txBody>
          <a:bodyPr vert="horz" lIns="91440" tIns="45720" rIns="91440" bIns="45720" rtlCol="0" anchor="ctr"/>
          <a:lstStyle>
            <a:lvl1pPr algn="l">
              <a:defRPr sz="1320">
                <a:solidFill>
                  <a:schemeClr val="tx1">
                    <a:tint val="75000"/>
                  </a:schemeClr>
                </a:solidFill>
              </a:defRPr>
            </a:lvl1pPr>
          </a:lstStyle>
          <a:p>
            <a:fld id="{2589D22F-4E71-47F2-93B1-FABDF084BB50}" type="datetimeFigureOut">
              <a:rPr lang="en-US" smtClean="0"/>
              <a:t>11/27/2017</a:t>
            </a:fld>
            <a:endParaRPr lang="en-US"/>
          </a:p>
        </p:txBody>
      </p:sp>
      <p:sp>
        <p:nvSpPr>
          <p:cNvPr id="5" name="Footer Placeholder 4"/>
          <p:cNvSpPr>
            <a:spLocks noGrp="1"/>
          </p:cNvSpPr>
          <p:nvPr>
            <p:ph type="ftr" sz="quarter" idx="3"/>
          </p:nvPr>
        </p:nvSpPr>
        <p:spPr>
          <a:xfrm>
            <a:off x="3331845" y="14407730"/>
            <a:ext cx="3394710" cy="827617"/>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14407730"/>
            <a:ext cx="2263140" cy="827617"/>
          </a:xfrm>
          <a:prstGeom prst="rect">
            <a:avLst/>
          </a:prstGeom>
        </p:spPr>
        <p:txBody>
          <a:bodyPr vert="horz" lIns="91440" tIns="45720" rIns="91440" bIns="45720" rtlCol="0" anchor="ctr"/>
          <a:lstStyle>
            <a:lvl1pPr algn="r">
              <a:defRPr sz="1320">
                <a:solidFill>
                  <a:schemeClr val="tx1">
                    <a:tint val="75000"/>
                  </a:schemeClr>
                </a:solidFill>
              </a:defRPr>
            </a:lvl1pPr>
          </a:lstStyle>
          <a:p>
            <a:fld id="{71307E16-0DB9-4E8E-A90D-5B7CBA8ADB58}" type="slidenum">
              <a:rPr lang="en-US" smtClean="0"/>
              <a:t>‹#›</a:t>
            </a:fld>
            <a:endParaRPr lang="en-US"/>
          </a:p>
        </p:txBody>
      </p:sp>
    </p:spTree>
    <p:extLst>
      <p:ext uri="{BB962C8B-B14F-4D97-AF65-F5344CB8AC3E}">
        <p14:creationId xmlns:p14="http://schemas.microsoft.com/office/powerpoint/2010/main" val="2574572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Rounded Rectangle 1"/>
          <p:cNvSpPr/>
          <p:nvPr/>
        </p:nvSpPr>
        <p:spPr>
          <a:xfrm>
            <a:off x="5546558" y="3924495"/>
            <a:ext cx="4572000" cy="11620306"/>
          </a:xfrm>
          <a:prstGeom prst="roundRect">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p:cNvSpPr/>
          <p:nvPr/>
        </p:nvSpPr>
        <p:spPr>
          <a:xfrm>
            <a:off x="5486400" y="3132313"/>
            <a:ext cx="4572000" cy="2758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Isosceles Triangle 2"/>
          <p:cNvSpPr/>
          <p:nvPr/>
        </p:nvSpPr>
        <p:spPr>
          <a:xfrm rot="10800000">
            <a:off x="3235864" y="3900946"/>
            <a:ext cx="4712766" cy="3207136"/>
          </a:xfrm>
          <a:prstGeom prst="triangle">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26" name="Picture 2" descr="Image result for rapid fired pizz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456" y="183550"/>
            <a:ext cx="8517046" cy="2839015"/>
          </a:xfrm>
          <a:prstGeom prst="rect">
            <a:avLst/>
          </a:prstGeom>
          <a:noFill/>
          <a:extLst>
            <a:ext uri="{909E8E84-426E-40DD-AFC4-6F175D3DCCD1}">
              <a14:hiddenFill xmlns:a14="http://schemas.microsoft.com/office/drawing/2010/main">
                <a:solidFill>
                  <a:srgbClr val="FFFFFF"/>
                </a:solidFill>
              </a14:hiddenFill>
            </a:ext>
          </a:extLst>
        </p:spPr>
      </p:pic>
      <p:sp>
        <p:nvSpPr>
          <p:cNvPr id="15" name="Oval 14"/>
          <p:cNvSpPr/>
          <p:nvPr/>
        </p:nvSpPr>
        <p:spPr>
          <a:xfrm>
            <a:off x="6003907" y="3924494"/>
            <a:ext cx="3524595" cy="336263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Isosceles Triangle 16"/>
          <p:cNvSpPr/>
          <p:nvPr/>
        </p:nvSpPr>
        <p:spPr>
          <a:xfrm rot="10800000">
            <a:off x="3215597" y="7863134"/>
            <a:ext cx="4712766" cy="3207136"/>
          </a:xfrm>
          <a:prstGeom prst="triangle">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Isosceles Triangle 15"/>
          <p:cNvSpPr/>
          <p:nvPr/>
        </p:nvSpPr>
        <p:spPr>
          <a:xfrm rot="10800000">
            <a:off x="3354677" y="11906585"/>
            <a:ext cx="4712766" cy="3207136"/>
          </a:xfrm>
          <a:prstGeom prst="triangle">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p:cNvSpPr/>
          <p:nvPr/>
        </p:nvSpPr>
        <p:spPr>
          <a:xfrm>
            <a:off x="6003908" y="7978507"/>
            <a:ext cx="3524595" cy="3362630"/>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016295" y="12072422"/>
            <a:ext cx="3524595" cy="336263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155573" y="4026278"/>
            <a:ext cx="5416486" cy="2726383"/>
          </a:xfrm>
          <a:prstGeom prst="roundRect">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smtClean="0"/>
              <a:t>*Spicy Meat Lovers Pizza Meal*</a:t>
            </a:r>
          </a:p>
          <a:p>
            <a:pPr algn="ctr"/>
            <a:r>
              <a:rPr lang="en-US" sz="2000" dirty="0" smtClean="0"/>
              <a:t>This pizza is made is made up of spicy red sauce, mozzarella cheese, bacon, and sausage. There is no side item to it, and the beverage is water or whatever soda you want. This meal is 66 grams of fat, and 1,451 calories not counting the drink you get.</a:t>
            </a:r>
            <a:endParaRPr lang="en-US" sz="2000" dirty="0"/>
          </a:p>
        </p:txBody>
      </p:sp>
      <p:sp>
        <p:nvSpPr>
          <p:cNvPr id="26" name="Rounded Rectangle 25"/>
          <p:cNvSpPr/>
          <p:nvPr/>
        </p:nvSpPr>
        <p:spPr>
          <a:xfrm>
            <a:off x="95765" y="8054740"/>
            <a:ext cx="5378598" cy="2722170"/>
          </a:xfrm>
          <a:prstGeom prst="roundRect">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smtClean="0"/>
              <a:t>*Buffalo Chicken Pizza no doe Meal*</a:t>
            </a:r>
          </a:p>
          <a:p>
            <a:pPr algn="ctr"/>
            <a:r>
              <a:rPr lang="en-US" sz="2000" dirty="0" smtClean="0"/>
              <a:t>This pizza is made up of a parmesan cheese crust. It has buffalo sauce, chicken, and mozzarella cheese on top of the crust. I added a side of 2 cookies to this meal and a medium size cup of root beer also. In total it adds up to 23 grams of fat, and 741 calories.</a:t>
            </a:r>
          </a:p>
          <a:p>
            <a:pPr algn="ctr"/>
            <a:endParaRPr lang="en-US" sz="2400" dirty="0"/>
          </a:p>
        </p:txBody>
      </p:sp>
      <p:sp>
        <p:nvSpPr>
          <p:cNvPr id="7" name="AutoShape 2" descr="Image result for pizza transparent"/>
          <p:cNvSpPr>
            <a:spLocks noChangeAspect="1" noChangeArrowheads="1"/>
          </p:cNvSpPr>
          <p:nvPr/>
        </p:nvSpPr>
        <p:spPr bwMode="auto">
          <a:xfrm>
            <a:off x="155575" y="-144463"/>
            <a:ext cx="8486980" cy="84870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Image result for pizza transparent"/>
          <p:cNvSpPr>
            <a:spLocks noChangeAspect="1" noChangeArrowheads="1"/>
          </p:cNvSpPr>
          <p:nvPr/>
        </p:nvSpPr>
        <p:spPr bwMode="auto">
          <a:xfrm>
            <a:off x="155574" y="-144463"/>
            <a:ext cx="10820497" cy="108205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Image result for pizza transparent"/>
          <p:cNvSpPr>
            <a:spLocks noChangeAspect="1" noChangeArrowheads="1"/>
          </p:cNvSpPr>
          <p:nvPr/>
        </p:nvSpPr>
        <p:spPr bwMode="auto">
          <a:xfrm>
            <a:off x="2544196" y="3900945"/>
            <a:ext cx="6996694" cy="69967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 name="Round Single Corner Rectangle 10"/>
          <p:cNvSpPr/>
          <p:nvPr/>
        </p:nvSpPr>
        <p:spPr>
          <a:xfrm>
            <a:off x="0" y="15113722"/>
            <a:ext cx="4956503" cy="431079"/>
          </a:xfrm>
          <a:prstGeom prst="round1Rect">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dirty="0"/>
              <a:t>Based on 1,550 calorie diet</a:t>
            </a:r>
            <a:endParaRPr lang="en-US" sz="3600" dirty="0"/>
          </a:p>
        </p:txBody>
      </p:sp>
      <p:sp>
        <p:nvSpPr>
          <p:cNvPr id="13" name="Right Triangle 12"/>
          <p:cNvSpPr/>
          <p:nvPr/>
        </p:nvSpPr>
        <p:spPr>
          <a:xfrm>
            <a:off x="1" y="14907126"/>
            <a:ext cx="4860758" cy="206596"/>
          </a:xfrm>
          <a:prstGeom prst="rtTriangle">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Rounded Rectangle 30"/>
          <p:cNvSpPr/>
          <p:nvPr/>
        </p:nvSpPr>
        <p:spPr>
          <a:xfrm>
            <a:off x="168323" y="11992799"/>
            <a:ext cx="5390985" cy="2726385"/>
          </a:xfrm>
          <a:prstGeom prst="roundRect">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smtClean="0"/>
              <a:t>*Buffalo Chicken Pizza no doe Meal, Less calorie and fat version*</a:t>
            </a:r>
            <a:endParaRPr lang="en-US" sz="1100" dirty="0" smtClean="0"/>
          </a:p>
          <a:p>
            <a:pPr algn="ctr"/>
            <a:r>
              <a:rPr lang="en-US" sz="2000" dirty="0"/>
              <a:t>This pizza is made up of a parmesan cheese crust. It has buffalo sauce, chicken, and mozzarella cheese on top of the crust</a:t>
            </a:r>
            <a:r>
              <a:rPr lang="en-US" sz="2000" dirty="0" smtClean="0"/>
              <a:t>. I added 1 cookie, and the drink is water. This adds up to a total of 15 grams sugar, and 372 calories.</a:t>
            </a:r>
          </a:p>
        </p:txBody>
      </p:sp>
      <p:sp>
        <p:nvSpPr>
          <p:cNvPr id="14" name="Rectangle 13"/>
          <p:cNvSpPr/>
          <p:nvPr/>
        </p:nvSpPr>
        <p:spPr>
          <a:xfrm>
            <a:off x="0" y="0"/>
            <a:ext cx="2213811" cy="505326"/>
          </a:xfrm>
          <a:prstGeom prst="rect">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By. Grant Harvey</a:t>
            </a:r>
            <a:endParaRPr lang="en-US" dirty="0"/>
          </a:p>
        </p:txBody>
      </p:sp>
    </p:spTree>
    <p:extLst>
      <p:ext uri="{BB962C8B-B14F-4D97-AF65-F5344CB8AC3E}">
        <p14:creationId xmlns:p14="http://schemas.microsoft.com/office/powerpoint/2010/main" val="4279539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2655</TotalTime>
  <Words>210</Words>
  <Application>Microsoft Office PowerPoint</Application>
  <PresentationFormat>Custom</PresentationFormat>
  <Paragraphs>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Harvey, Grant Robert</dc:creator>
  <cp:lastModifiedBy>Harvey, Grant Robert</cp:lastModifiedBy>
  <cp:revision>11</cp:revision>
  <dcterms:created xsi:type="dcterms:W3CDTF">2017-11-21T17:41:15Z</dcterms:created>
  <dcterms:modified xsi:type="dcterms:W3CDTF">2017-11-28T18:12:55Z</dcterms:modified>
</cp:coreProperties>
</file>
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74" d="100"/>
          <a:sy n="74" d="100"/>
        </p:scale>
        <p:origin x="3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F744E1E-3306-44B5-8FA7-AB627044194B}" type="datetimeFigureOut">
              <a:rPr lang="en-US" smtClean="0"/>
              <a:t>5/4/2017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406664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744E1E-3306-44B5-8FA7-AB627044194B}" type="datetimeFigureOut">
              <a:rPr lang="en-US" smtClean="0"/>
              <a:t>5/4/2017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4035149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744E1E-3306-44B5-8FA7-AB627044194B}" type="datetimeFigureOut">
              <a:rPr lang="en-US" smtClean="0"/>
              <a:t>5/4/2017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61482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F744E1E-3306-44B5-8FA7-AB627044194B}" type="datetimeFigureOut">
              <a:rPr lang="en-US" smtClean="0"/>
              <a:t>5/4/2017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3960153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F744E1E-3306-44B5-8FA7-AB627044194B}" type="datetimeFigureOut">
              <a:rPr lang="en-US" smtClean="0"/>
              <a:t>5/4/2017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2265437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F744E1E-3306-44B5-8FA7-AB627044194B}" type="datetimeFigureOut">
              <a:rPr lang="en-US" smtClean="0"/>
              <a:t>5/4/2017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1957914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744E1E-3306-44B5-8FA7-AB627044194B}" type="datetimeFigureOut">
              <a:rPr lang="en-US" smtClean="0"/>
              <a:t>5/4/2017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360342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744E1E-3306-44B5-8FA7-AB627044194B}" type="datetimeFigureOut">
              <a:rPr lang="en-US" smtClean="0"/>
              <a:t>5/4/2017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3067664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F744E1E-3306-44B5-8FA7-AB627044194B}" type="datetimeFigureOut">
              <a:rPr lang="en-US" smtClean="0"/>
              <a:t>5/4/2017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2050501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744E1E-3306-44B5-8FA7-AB627044194B}" type="datetimeFigureOut">
              <a:rPr lang="en-US" smtClean="0"/>
              <a:t>5/4/2017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2146119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F744E1E-3306-44B5-8FA7-AB627044194B}" type="datetimeFigureOut">
              <a:rPr lang="en-US" smtClean="0"/>
              <a:t>5/4/2017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BEEF0F-39B6-4BA9-8B45-9B1A8EDAC753}" type="slidenum">
              <a:rPr lang="en-US" smtClean="0"/>
              <a:t>‹#›</a:t>
            </a:fld>
            <a:endParaRPr lang="en-US"/>
          </a:p>
        </p:txBody>
      </p:sp>
    </p:spTree>
    <p:extLst>
      <p:ext uri="{BB962C8B-B14F-4D97-AF65-F5344CB8AC3E}">
        <p14:creationId xmlns:p14="http://schemas.microsoft.com/office/powerpoint/2010/main" val="2645989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744E1E-3306-44B5-8FA7-AB627044194B}" type="datetimeFigureOut">
              <a:rPr lang="en-US" smtClean="0"/>
              <a:t>5/4/2017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BEEF0F-39B6-4BA9-8B45-9B1A8EDAC753}" type="slidenum">
              <a:rPr lang="en-US" smtClean="0"/>
              <a:t>‹#›</a:t>
            </a:fld>
            <a:endParaRPr lang="en-US"/>
          </a:p>
        </p:txBody>
      </p:sp>
    </p:spTree>
    <p:extLst>
      <p:ext uri="{BB962C8B-B14F-4D97-AF65-F5344CB8AC3E}">
        <p14:creationId xmlns:p14="http://schemas.microsoft.com/office/powerpoint/2010/main" val="40289732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2900" y="511700"/>
            <a:ext cx="3571875" cy="4133850"/>
          </a:xfrm>
          <a:prstGeom prst="rect">
            <a:avLst/>
          </a:prstGeom>
        </p:spPr>
      </p:pic>
      <p:sp>
        <p:nvSpPr>
          <p:cNvPr id="5" name="TextBox 4"/>
          <p:cNvSpPr txBox="1"/>
          <p:nvPr/>
        </p:nvSpPr>
        <p:spPr>
          <a:xfrm>
            <a:off x="381000" y="838200"/>
            <a:ext cx="3771900" cy="2554545"/>
          </a:xfrm>
          <a:prstGeom prst="rect">
            <a:avLst/>
          </a:prstGeom>
          <a:noFill/>
        </p:spPr>
        <p:txBody>
          <a:bodyPr wrap="square" rtlCol="0">
            <a:spAutoFit/>
          </a:bodyPr>
          <a:lstStyle/>
          <a:p>
            <a:r>
              <a:rPr lang="en-US" sz="2000" dirty="0" smtClean="0"/>
              <a:t>Songhay was located West of the Saharan Desert. It had the Niger River hitting the sides of the south of its territory. The desert protected them from enemy intruders. The Niger River gave easy travel for traders, and great defense against enemies. </a:t>
            </a:r>
            <a:endParaRPr lang="en-US" sz="2000" dirty="0"/>
          </a:p>
        </p:txBody>
      </p:sp>
      <p:sp>
        <p:nvSpPr>
          <p:cNvPr id="6" name="TextBox 5"/>
          <p:cNvSpPr txBox="1"/>
          <p:nvPr/>
        </p:nvSpPr>
        <p:spPr>
          <a:xfrm>
            <a:off x="7924800" y="316467"/>
            <a:ext cx="3987801" cy="4524315"/>
          </a:xfrm>
          <a:prstGeom prst="rect">
            <a:avLst/>
          </a:prstGeom>
          <a:noFill/>
          <a:ln>
            <a:solidFill>
              <a:schemeClr val="tx1"/>
            </a:solidFill>
          </a:ln>
        </p:spPr>
        <p:txBody>
          <a:bodyPr wrap="square" rtlCol="0">
            <a:spAutoFit/>
          </a:bodyPr>
          <a:lstStyle/>
          <a:p>
            <a:pPr algn="ctr"/>
            <a:endParaRPr lang="en-US" dirty="0" smtClean="0"/>
          </a:p>
          <a:p>
            <a:pPr algn="ctr"/>
            <a:endParaRPr lang="en-US" dirty="0"/>
          </a:p>
          <a:p>
            <a:pPr algn="ctr"/>
            <a:endParaRPr lang="en-US" dirty="0" smtClean="0"/>
          </a:p>
          <a:p>
            <a:pPr algn="ctr"/>
            <a:endParaRPr lang="en-US" dirty="0">
              <a:latin typeface="Bernard MT Condensed" panose="02050806060905020404" pitchFamily="18" charset="0"/>
            </a:endParaRPr>
          </a:p>
          <a:p>
            <a:pPr algn="ctr"/>
            <a:endParaRPr lang="en-US" dirty="0">
              <a:latin typeface="Bernard MT Condensed" panose="02050806060905020404" pitchFamily="18" charset="0"/>
            </a:endParaRPr>
          </a:p>
          <a:p>
            <a:pPr algn="ctr"/>
            <a:r>
              <a:rPr lang="en-US" dirty="0" smtClean="0">
                <a:latin typeface="Bernard MT Condensed" panose="02050806060905020404" pitchFamily="18" charset="0"/>
                <a:ea typeface="MS PGothic" panose="020B0600070205080204" pitchFamily="34" charset="-128"/>
              </a:rPr>
              <a:t>Trade Routes </a:t>
            </a:r>
            <a:br>
              <a:rPr lang="en-US" dirty="0" smtClean="0">
                <a:latin typeface="Bernard MT Condensed" panose="02050806060905020404" pitchFamily="18" charset="0"/>
                <a:ea typeface="MS PGothic" panose="020B0600070205080204" pitchFamily="34" charset="-128"/>
              </a:rPr>
            </a:br>
            <a:r>
              <a:rPr lang="en-US" dirty="0" smtClean="0">
                <a:latin typeface="Bernard MT Condensed" panose="02050806060905020404" pitchFamily="18" charset="0"/>
                <a:ea typeface="MS PGothic" panose="020B0600070205080204" pitchFamily="34" charset="-128"/>
              </a:rPr>
              <a:t>&amp;</a:t>
            </a:r>
            <a:br>
              <a:rPr lang="en-US" dirty="0" smtClean="0">
                <a:latin typeface="Bernard MT Condensed" panose="02050806060905020404" pitchFamily="18" charset="0"/>
                <a:ea typeface="MS PGothic" panose="020B0600070205080204" pitchFamily="34" charset="-128"/>
              </a:rPr>
            </a:br>
            <a:r>
              <a:rPr lang="en-US" dirty="0" smtClean="0">
                <a:latin typeface="Bernard MT Condensed" panose="02050806060905020404" pitchFamily="18" charset="0"/>
                <a:ea typeface="MS PGothic" panose="020B0600070205080204" pitchFamily="34" charset="-128"/>
              </a:rPr>
              <a:t>Geography of Songhai</a:t>
            </a:r>
          </a:p>
          <a:p>
            <a:pPr algn="ctr"/>
            <a:endParaRPr lang="en-US" dirty="0">
              <a:latin typeface="Bernard MT Condensed" panose="02050806060905020404" pitchFamily="18" charset="0"/>
              <a:ea typeface="MS PGothic" panose="020B0600070205080204" pitchFamily="34" charset="-128"/>
            </a:endParaRPr>
          </a:p>
          <a:p>
            <a:pPr algn="ctr"/>
            <a:endParaRPr lang="en-US" dirty="0" smtClean="0">
              <a:ea typeface="MS PGothic" panose="020B0600070205080204" pitchFamily="34" charset="-128"/>
            </a:endParaRPr>
          </a:p>
          <a:p>
            <a:pPr algn="ctr"/>
            <a:endParaRPr lang="en-US" dirty="0">
              <a:ea typeface="MS PGothic" panose="020B0600070205080204" pitchFamily="34" charset="-128"/>
            </a:endParaRPr>
          </a:p>
          <a:p>
            <a:pPr algn="ctr"/>
            <a:endParaRPr lang="en-US" dirty="0" smtClean="0"/>
          </a:p>
          <a:p>
            <a:pPr algn="ctr"/>
            <a:endParaRPr lang="en-US" dirty="0"/>
          </a:p>
          <a:p>
            <a:pPr algn="ctr"/>
            <a:endParaRPr lang="en-US" dirty="0" smtClean="0"/>
          </a:p>
          <a:p>
            <a:pPr algn="ctr"/>
            <a:endParaRPr lang="en-US" dirty="0"/>
          </a:p>
          <a:p>
            <a:pPr algn="ctr"/>
            <a:endParaRPr lang="en-US" dirty="0" smtClean="0"/>
          </a:p>
        </p:txBody>
      </p:sp>
      <p:sp>
        <p:nvSpPr>
          <p:cNvPr id="2" name="TextBox 1"/>
          <p:cNvSpPr txBox="1"/>
          <p:nvPr/>
        </p:nvSpPr>
        <p:spPr>
          <a:xfrm>
            <a:off x="381000" y="4005330"/>
            <a:ext cx="3771900" cy="2246769"/>
          </a:xfrm>
          <a:prstGeom prst="rect">
            <a:avLst/>
          </a:prstGeom>
          <a:noFill/>
        </p:spPr>
        <p:txBody>
          <a:bodyPr wrap="square" rtlCol="0">
            <a:spAutoFit/>
          </a:bodyPr>
          <a:lstStyle/>
          <a:p>
            <a:r>
              <a:rPr lang="en-US" sz="2000" dirty="0" smtClean="0"/>
              <a:t>Songhay used slaves to transport goods across the Saharan Desert towards Morocco and the middle East.  The slaves they used were usually captives from war.  Songhay traded kola nuts, leather, dates, salt, gold, </a:t>
            </a:r>
            <a:r>
              <a:rPr lang="en-US" sz="2000" smtClean="0"/>
              <a:t>and ivory.</a:t>
            </a:r>
            <a:endParaRPr lang="en-US" sz="2000" dirty="0"/>
          </a:p>
        </p:txBody>
      </p:sp>
    </p:spTree>
    <p:extLst>
      <p:ext uri="{BB962C8B-B14F-4D97-AF65-F5344CB8AC3E}">
        <p14:creationId xmlns:p14="http://schemas.microsoft.com/office/powerpoint/2010/main" val="3929711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92</Words>
  <Application>Microsoft Office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MS PGothic</vt:lpstr>
      <vt:lpstr>Arial</vt:lpstr>
      <vt:lpstr>Bernard MT Condensed</vt:lpstr>
      <vt:lpstr>Calibri</vt:lpstr>
      <vt:lpstr>Calibri Light</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dc:creator>
  <cp:lastModifiedBy>Student</cp:lastModifiedBy>
  <cp:revision>5</cp:revision>
  <dcterms:created xsi:type="dcterms:W3CDTF">2017-05-03T13:30:27Z</dcterms:created>
  <dcterms:modified xsi:type="dcterms:W3CDTF">2017-05-04T13:38:30Z</dcterms:modified>
</cp:coreProperties>
</file>
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8CF5-25EB-4FAA-8837-991CEA18931C}" type="datetimeFigureOut">
              <a:rPr lang="en-US" smtClean="0"/>
              <a:t>5/8/2017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933C-3461-423B-9EDB-828D1BBF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468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8CF5-25EB-4FAA-8837-991CEA18931C}" type="datetimeFigureOut">
              <a:rPr lang="en-US" smtClean="0"/>
              <a:t>5/8/2017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933C-3461-423B-9EDB-828D1BBF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890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8CF5-25EB-4FAA-8837-991CEA18931C}" type="datetimeFigureOut">
              <a:rPr lang="en-US" smtClean="0"/>
              <a:t>5/8/2017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933C-3461-423B-9EDB-828D1BBF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6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8CF5-25EB-4FAA-8837-991CEA18931C}" type="datetimeFigureOut">
              <a:rPr lang="en-US" smtClean="0"/>
              <a:t>5/8/2017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933C-3461-423B-9EDB-828D1BBF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405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8CF5-25EB-4FAA-8837-991CEA18931C}" type="datetimeFigureOut">
              <a:rPr lang="en-US" smtClean="0"/>
              <a:t>5/8/2017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933C-3461-423B-9EDB-828D1BBF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56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8CF5-25EB-4FAA-8837-991CEA18931C}" type="datetimeFigureOut">
              <a:rPr lang="en-US" smtClean="0"/>
              <a:t>5/8/2017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933C-3461-423B-9EDB-828D1BBF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9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8CF5-25EB-4FAA-8837-991CEA18931C}" type="datetimeFigureOut">
              <a:rPr lang="en-US" smtClean="0"/>
              <a:t>5/8/2017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933C-3461-423B-9EDB-828D1BBF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58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8CF5-25EB-4FAA-8837-991CEA18931C}" type="datetimeFigureOut">
              <a:rPr lang="en-US" smtClean="0"/>
              <a:t>5/8/2017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933C-3461-423B-9EDB-828D1BBF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859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8CF5-25EB-4FAA-8837-991CEA18931C}" type="datetimeFigureOut">
              <a:rPr lang="en-US" smtClean="0"/>
              <a:t>5/8/2017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933C-3461-423B-9EDB-828D1BBF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189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8CF5-25EB-4FAA-8837-991CEA18931C}" type="datetimeFigureOut">
              <a:rPr lang="en-US" smtClean="0"/>
              <a:t>5/8/2017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933C-3461-423B-9EDB-828D1BBF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755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8CF5-25EB-4FAA-8837-991CEA18931C}" type="datetimeFigureOut">
              <a:rPr lang="en-US" smtClean="0"/>
              <a:t>5/8/2017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933C-3461-423B-9EDB-828D1BBF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289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38CF5-25EB-4FAA-8837-991CEA18931C}" type="datetimeFigureOut">
              <a:rPr lang="en-US" smtClean="0"/>
              <a:t>5/8/2017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D933C-3461-423B-9EDB-828D1BBF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096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59907" y="1743075"/>
            <a:ext cx="3291860" cy="3291860"/>
          </a:xfrm>
          <a:prstGeom prst="rect">
            <a:avLst/>
          </a:prstGeom>
          <a:solidFill>
            <a:srgbClr val="00B05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/>
              <a:t>Songhay was a Monarchy in its prime.  A Monarchy is where it is ruled by a King/Queen or a family.  Some of the good things about a Monarchy are, rulers are usually trained to be a ruler at birth, and they unify the country more than others.  The bad things about a Monarchy are, you could get a ruler that is terrible and there will be nothing you can do about it.</a:t>
            </a:r>
          </a:p>
        </p:txBody>
      </p:sp>
      <p:sp>
        <p:nvSpPr>
          <p:cNvPr id="7" name="Isosceles Triangle 6"/>
          <p:cNvSpPr/>
          <p:nvPr/>
        </p:nvSpPr>
        <p:spPr>
          <a:xfrm rot="5400000">
            <a:off x="6147500" y="2533650"/>
            <a:ext cx="3291866" cy="1720741"/>
          </a:xfrm>
          <a:prstGeom prst="triangle">
            <a:avLst>
              <a:gd name="adj" fmla="val 50758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/>
          <p:cNvSpPr/>
          <p:nvPr/>
        </p:nvSpPr>
        <p:spPr>
          <a:xfrm>
            <a:off x="3659907" y="152400"/>
            <a:ext cx="3275229" cy="1596055"/>
          </a:xfrm>
          <a:prstGeom prst="triangle">
            <a:avLst>
              <a:gd name="adj" fmla="val 52020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/>
          <p:cNvSpPr/>
          <p:nvPr/>
        </p:nvSpPr>
        <p:spPr>
          <a:xfrm rot="16200000">
            <a:off x="1219969" y="2609850"/>
            <a:ext cx="3291860" cy="1571120"/>
          </a:xfrm>
          <a:prstGeom prst="triangle">
            <a:avLst>
              <a:gd name="adj" fmla="val 48990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/>
          <p:cNvSpPr/>
          <p:nvPr/>
        </p:nvSpPr>
        <p:spPr>
          <a:xfrm rot="10800000">
            <a:off x="3659907" y="5038725"/>
            <a:ext cx="3275228" cy="1695806"/>
          </a:xfrm>
          <a:prstGeom prst="triangle">
            <a:avLst>
              <a:gd name="adj" fmla="val 4873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62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1</cp:revision>
  <dcterms:modified xsi:type="dcterms:W3CDTF">2017-05-08T13:45:16Z</dcterms:modified>
</cp:coreProperties>
</file>
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0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27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9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5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2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5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8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8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4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7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AE873-317A-444A-B6C6-C30E0FBE461D}" type="datetimeFigureOut">
              <a:rPr lang="en-US" smtClean="0"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447C5-9A70-47CB-BF5E-8C7E9BDC6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3340100"/>
            <a:ext cx="12192000" cy="12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1638300" y="3104297"/>
            <a:ext cx="85725" cy="248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9650" y="2180965"/>
            <a:ext cx="21463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Songhai escaped from Mali’s grasp in early 1335</a:t>
            </a:r>
            <a:endParaRPr lang="en-US" dirty="0"/>
          </a:p>
        </p:txBody>
      </p:sp>
      <p:cxnSp>
        <p:nvCxnSpPr>
          <p:cNvPr id="11" name="Straight Connector 10"/>
          <p:cNvCxnSpPr>
            <a:endCxn id="12" idx="0"/>
          </p:cNvCxnSpPr>
          <p:nvPr/>
        </p:nvCxnSpPr>
        <p:spPr>
          <a:xfrm flipH="1">
            <a:off x="2289175" y="3352800"/>
            <a:ext cx="28575" cy="539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22400" y="3892550"/>
            <a:ext cx="173355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Sunni  Dynasty began in 1335 after Mali lost </a:t>
            </a:r>
            <a:r>
              <a:rPr lang="en-US" smtClean="0"/>
              <a:t>its grasp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93700" y="3340100"/>
            <a:ext cx="12700" cy="787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2400" y="4127500"/>
            <a:ext cx="11176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Songhai tribe started in 800 C.E.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3841750" y="3352800"/>
            <a:ext cx="146050" cy="2358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69456" y="3588603"/>
            <a:ext cx="18621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Songhay became completely independent 1464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 flipH="1" flipV="1">
            <a:off x="8191500" y="3043882"/>
            <a:ext cx="12700" cy="321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70800" y="2120552"/>
            <a:ext cx="19685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Songhay empire ended in 1591 due to inner problems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 flipH="1" flipV="1">
            <a:off x="5719762" y="3191988"/>
            <a:ext cx="280988" cy="148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54947" y="2268658"/>
            <a:ext cx="20375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Askia</a:t>
            </a:r>
            <a:r>
              <a:rPr lang="en-US" dirty="0" smtClean="0"/>
              <a:t> Muhammad became leader in 1493</a:t>
            </a:r>
            <a:endParaRPr lang="en-US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7239000" y="3352800"/>
            <a:ext cx="38100" cy="539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73875" y="3892550"/>
            <a:ext cx="18891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Askia</a:t>
            </a:r>
            <a:r>
              <a:rPr lang="en-US" dirty="0" smtClean="0"/>
              <a:t> Muhammad </a:t>
            </a:r>
            <a:r>
              <a:rPr lang="en-US" smtClean="0"/>
              <a:t>died in 1528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00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5</cp:revision>
  <dcterms:created xsi:type="dcterms:W3CDTF">2017-04-28T13:58:31Z</dcterms:created>
  <dcterms:modified xsi:type="dcterms:W3CDTF">2017-05-01T13:58:45Z</dcterms:modified>
</cp:coreProperties>
</file>
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4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9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8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9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8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8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6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9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9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9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9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4109E-D233-4D7B-9A6C-243091119782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01E00-52AC-415C-AABF-8CBD06C33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42109" y="257696"/>
            <a:ext cx="2673928" cy="17290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Connections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4225636" y="257696"/>
            <a:ext cx="2673928" cy="17290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Mali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Both </a:t>
            </a:r>
            <a:r>
              <a:rPr lang="en-US" sz="1200" dirty="0">
                <a:solidFill>
                  <a:schemeClr val="tx1"/>
                </a:solidFill>
              </a:rPr>
              <a:t>Empires were in the same general area’s but at different times.  When Mali weak, Songhay swept in and took a bunch of their land.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0989" y="257696"/>
            <a:ext cx="2673928" cy="17290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Ghana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Like with Mali both empires were in the same general empire, but at different times.  They both also traded gold, salt, and ivory.</a:t>
            </a:r>
          </a:p>
        </p:txBody>
      </p:sp>
    </p:spTree>
    <p:extLst>
      <p:ext uri="{BB962C8B-B14F-4D97-AF65-F5344CB8AC3E}">
        <p14:creationId xmlns:p14="http://schemas.microsoft.com/office/powerpoint/2010/main" val="255899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grant harvey</dc:creator>
  <cp:lastModifiedBy>grant harvey</cp:lastModifiedBy>
  <cp:revision>3</cp:revision>
  <dcterms:created xsi:type="dcterms:W3CDTF">2017-05-07T22:20:40Z</dcterms:created>
  <dcterms:modified xsi:type="dcterms:W3CDTF">2017-05-07T22:31:42Z</dcterms:modified>
</cp:coreProperties>
</file>
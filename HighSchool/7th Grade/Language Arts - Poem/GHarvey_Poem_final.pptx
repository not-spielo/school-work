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52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4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6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1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7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6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3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5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66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5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45221-74F4-4CB8-BB09-7438F06708E0}" type="datetimeFigureOut">
              <a:rPr lang="en-US" smtClean="0"/>
              <a:t>5/10/2017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4D5A2-495E-468D-93F2-274115B63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2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ghtning Bolt 25"/>
          <p:cNvSpPr/>
          <p:nvPr/>
        </p:nvSpPr>
        <p:spPr>
          <a:xfrm>
            <a:off x="8738929" y="3300636"/>
            <a:ext cx="3371850" cy="3527966"/>
          </a:xfrm>
          <a:prstGeom prst="lightningBol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un 24"/>
          <p:cNvSpPr/>
          <p:nvPr/>
        </p:nvSpPr>
        <p:spPr>
          <a:xfrm>
            <a:off x="-1533586" y="-1259226"/>
            <a:ext cx="5486400" cy="5486400"/>
          </a:xfrm>
          <a:prstGeom prst="sun">
            <a:avLst>
              <a:gd name="adj" fmla="val 18056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loud 3"/>
          <p:cNvSpPr/>
          <p:nvPr/>
        </p:nvSpPr>
        <p:spPr>
          <a:xfrm>
            <a:off x="312444" y="205905"/>
            <a:ext cx="11616498" cy="6628964"/>
          </a:xfrm>
          <a:prstGeom prst="cloud">
            <a:avLst/>
          </a:prstGeom>
          <a:gradFill flip="none" rotWithShape="1">
            <a:gsLst>
              <a:gs pos="100000">
                <a:srgbClr val="B4B4B4">
                  <a:lumMod val="46000"/>
                </a:srgbClr>
              </a:gs>
              <a:gs pos="50000">
                <a:srgbClr val="A9A9A9"/>
              </a:gs>
              <a:gs pos="48000">
                <a:srgbClr val="ECECEC"/>
              </a:gs>
              <a:gs pos="0">
                <a:srgbClr val="F5F5F5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82285" y="3543870"/>
            <a:ext cx="3935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I am a smart person.</a:t>
            </a:r>
            <a:br>
              <a:rPr lang="en-US" sz="1400" dirty="0" smtClean="0"/>
            </a:br>
            <a:r>
              <a:rPr lang="en-US" sz="1400" dirty="0" smtClean="0"/>
              <a:t>Never will I think, </a:t>
            </a:r>
            <a:br>
              <a:rPr lang="en-US" sz="1400" dirty="0" smtClean="0"/>
            </a:br>
            <a:r>
              <a:rPr lang="en-US" sz="1400" dirty="0" smtClean="0"/>
              <a:t>I have a bad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-472085" y="148495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 smtClean="0"/>
              <a:t>I have a good life.</a:t>
            </a:r>
            <a:br>
              <a:rPr lang="en-US" sz="1400" dirty="0" smtClean="0"/>
            </a:br>
            <a:r>
              <a:rPr lang="en-US" sz="1400" dirty="0" smtClean="0"/>
              <a:t>Never will I think,</a:t>
            </a:r>
            <a:br>
              <a:rPr lang="en-US" sz="1400" dirty="0" smtClean="0"/>
            </a:br>
            <a:r>
              <a:rPr lang="en-US" sz="1400" dirty="0" smtClean="0"/>
              <a:t>I'm a stupid person.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-472085" y="2409312"/>
            <a:ext cx="6096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 smtClean="0"/>
              <a:t>No!</a:t>
            </a:r>
            <a:br>
              <a:rPr lang="en-US" sz="1400" dirty="0" smtClean="0"/>
            </a:br>
            <a:r>
              <a:rPr lang="en-US" sz="1400" dirty="0" smtClean="0"/>
              <a:t>Life isn't terrible</a:t>
            </a:r>
            <a:br>
              <a:rPr lang="en-US" sz="1400" dirty="0" smtClean="0"/>
            </a:br>
            <a:r>
              <a:rPr lang="en-US" sz="1400" dirty="0" smtClean="0"/>
              <a:t>But maybe</a:t>
            </a:r>
            <a:br>
              <a:rPr lang="en-US" sz="1400" dirty="0" smtClean="0"/>
            </a:br>
            <a:r>
              <a:rPr lang="en-US" sz="1400" dirty="0" smtClean="0"/>
              <a:t>I've lost my drive for life</a:t>
            </a:r>
            <a:br>
              <a:rPr lang="en-US" sz="1400" dirty="0" smtClean="0"/>
            </a:br>
            <a:r>
              <a:rPr lang="en-US" sz="1400" dirty="0" smtClean="0"/>
              <a:t>I feel that for sure</a:t>
            </a:r>
            <a:br>
              <a:rPr lang="en-US" sz="1400" dirty="0" smtClean="0"/>
            </a:br>
            <a:r>
              <a:rPr lang="en-US" sz="1400" dirty="0" smtClean="0"/>
              <a:t>Life is helping me out</a:t>
            </a:r>
            <a:br>
              <a:rPr lang="en-US" sz="1400" dirty="0" smtClean="0"/>
            </a:br>
            <a:r>
              <a:rPr lang="en-US" sz="1400" dirty="0" smtClean="0"/>
              <a:t>I never think that</a:t>
            </a:r>
            <a:br>
              <a:rPr lang="en-US" sz="1400" dirty="0" smtClean="0"/>
            </a:br>
            <a:r>
              <a:rPr lang="en-US" sz="1400" dirty="0" smtClean="0"/>
              <a:t>God is out to get me</a:t>
            </a:r>
            <a:br>
              <a:rPr lang="en-US" sz="1400" dirty="0" smtClean="0"/>
            </a:br>
            <a:r>
              <a:rPr lang="en-US" sz="1400" dirty="0" smtClean="0"/>
              <a:t>I feel that</a:t>
            </a:r>
            <a:br>
              <a:rPr lang="en-US" sz="1400" dirty="0" smtClean="0"/>
            </a:br>
            <a:r>
              <a:rPr lang="en-US" sz="1400" dirty="0" smtClean="0"/>
              <a:t>I’ve gained something new</a:t>
            </a:r>
            <a:br>
              <a:rPr lang="en-US" sz="1400" dirty="0" smtClean="0"/>
            </a:br>
            <a:r>
              <a:rPr lang="en-US" sz="1400" dirty="0" smtClean="0"/>
              <a:t>It’s almost like</a:t>
            </a:r>
            <a:br>
              <a:rPr lang="en-US" sz="1400" dirty="0" smtClean="0"/>
            </a:br>
            <a:r>
              <a:rPr lang="en-US" sz="1400" dirty="0" smtClean="0"/>
              <a:t>Life isn’t great</a:t>
            </a:r>
            <a:br>
              <a:rPr lang="en-US" sz="1400" dirty="0" smtClean="0"/>
            </a:br>
            <a:r>
              <a:rPr lang="en-US" sz="1400" dirty="0" smtClean="0"/>
              <a:t>No!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1878" y="1915641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 smtClean="0"/>
              <a:t>I could get into some schools</a:t>
            </a:r>
            <a:br>
              <a:rPr lang="en-US" sz="1400" dirty="0" smtClean="0"/>
            </a:br>
            <a:r>
              <a:rPr lang="en-US" sz="1400" dirty="0" smtClean="0"/>
              <a:t>and </a:t>
            </a:r>
            <a:br>
              <a:rPr lang="en-US" sz="1400" dirty="0" smtClean="0"/>
            </a:br>
            <a:r>
              <a:rPr lang="en-US" sz="1400" dirty="0" smtClean="0"/>
              <a:t>Another 5 years won’t hurt</a:t>
            </a:r>
            <a:br>
              <a:rPr lang="en-US" sz="1400" dirty="0" smtClean="0"/>
            </a:br>
            <a:r>
              <a:rPr lang="en-US" sz="1400" dirty="0" smtClean="0"/>
              <a:t> Maybe</a:t>
            </a:r>
            <a:br>
              <a:rPr lang="en-US" sz="1400" dirty="0" smtClean="0"/>
            </a:br>
            <a:r>
              <a:rPr lang="en-US" sz="1400" dirty="0" smtClean="0"/>
              <a:t>It wasn’t meant to be</a:t>
            </a:r>
            <a:br>
              <a:rPr lang="en-US" sz="1400" dirty="0" smtClean="0"/>
            </a:br>
            <a:r>
              <a:rPr lang="en-US" sz="1400" dirty="0" smtClean="0"/>
              <a:t>Looks like</a:t>
            </a:r>
          </a:p>
        </p:txBody>
      </p:sp>
      <p:sp>
        <p:nvSpPr>
          <p:cNvPr id="2" name="Rectangle 1"/>
          <p:cNvSpPr/>
          <p:nvPr/>
        </p:nvSpPr>
        <p:spPr>
          <a:xfrm>
            <a:off x="4246670" y="711498"/>
            <a:ext cx="6096000" cy="7736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have a bad life.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Never will I think, 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am a smart person.</a:t>
            </a:r>
            <a:endParaRPr lang="en-US" sz="1400" dirty="0">
              <a:solidFill>
                <a:schemeClr val="bg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6670" y="1551779"/>
            <a:ext cx="6096000" cy="146520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Looks like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It wasn’t meant to be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Maybe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Another 5 years won’t hurt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and 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could get into some schools</a:t>
            </a:r>
            <a:endParaRPr lang="en-US" sz="1400" dirty="0">
              <a:solidFill>
                <a:schemeClr val="bg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10141" y="744987"/>
            <a:ext cx="6096000" cy="30787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No!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Life isn’t great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It’s almost like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I’ve gained something new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feel that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God is out to get me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never think that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Life is helping me out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feel that for sure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I’ve lost my drive for life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But maybe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Life isn’t terrible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No!</a:t>
            </a:r>
            <a:endParaRPr lang="en-US" sz="1400" dirty="0">
              <a:solidFill>
                <a:schemeClr val="bg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10141" y="3835240"/>
            <a:ext cx="6096000" cy="7838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I’m a stupid person.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Never will I think, </a:t>
            </a:r>
            <a:b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have a good life.</a:t>
            </a:r>
            <a:endParaRPr lang="en-US" sz="1400" dirty="0">
              <a:solidFill>
                <a:schemeClr val="bg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454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35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9</cp:revision>
  <dcterms:created xsi:type="dcterms:W3CDTF">2017-05-09T16:52:01Z</dcterms:created>
  <dcterms:modified xsi:type="dcterms:W3CDTF">2017-05-10T17:07:10Z</dcterms:modified>
</cp:coreProperties>
</file>